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62"/>
  </p:notesMasterIdLst>
  <p:sldIdLst>
    <p:sldId id="298" r:id="rId2"/>
    <p:sldId id="276" r:id="rId3"/>
    <p:sldId id="258" r:id="rId4"/>
    <p:sldId id="315" r:id="rId5"/>
    <p:sldId id="313" r:id="rId6"/>
    <p:sldId id="314" r:id="rId7"/>
    <p:sldId id="261" r:id="rId8"/>
    <p:sldId id="260" r:id="rId9"/>
    <p:sldId id="269" r:id="rId10"/>
    <p:sldId id="262" r:id="rId11"/>
    <p:sldId id="264" r:id="rId12"/>
    <p:sldId id="275" r:id="rId13"/>
    <p:sldId id="274" r:id="rId14"/>
    <p:sldId id="272" r:id="rId15"/>
    <p:sldId id="299" r:id="rId16"/>
    <p:sldId id="273" r:id="rId17"/>
    <p:sldId id="301" r:id="rId18"/>
    <p:sldId id="265" r:id="rId19"/>
    <p:sldId id="271" r:id="rId20"/>
    <p:sldId id="266" r:id="rId21"/>
    <p:sldId id="293" r:id="rId22"/>
    <p:sldId id="302" r:id="rId23"/>
    <p:sldId id="303" r:id="rId24"/>
    <p:sldId id="304" r:id="rId25"/>
    <p:sldId id="305" r:id="rId26"/>
    <p:sldId id="310" r:id="rId27"/>
    <p:sldId id="319" r:id="rId28"/>
    <p:sldId id="320" r:id="rId29"/>
    <p:sldId id="311" r:id="rId30"/>
    <p:sldId id="312" r:id="rId31"/>
    <p:sldId id="267" r:id="rId32"/>
    <p:sldId id="321" r:id="rId33"/>
    <p:sldId id="322" r:id="rId34"/>
    <p:sldId id="277" r:id="rId35"/>
    <p:sldId id="278" r:id="rId36"/>
    <p:sldId id="279" r:id="rId37"/>
    <p:sldId id="280" r:id="rId38"/>
    <p:sldId id="282" r:id="rId39"/>
    <p:sldId id="283" r:id="rId40"/>
    <p:sldId id="284" r:id="rId41"/>
    <p:sldId id="285" r:id="rId42"/>
    <p:sldId id="281" r:id="rId43"/>
    <p:sldId id="286" r:id="rId44"/>
    <p:sldId id="287" r:id="rId45"/>
    <p:sldId id="288" r:id="rId46"/>
    <p:sldId id="289" r:id="rId47"/>
    <p:sldId id="290" r:id="rId48"/>
    <p:sldId id="291" r:id="rId49"/>
    <p:sldId id="292" r:id="rId50"/>
    <p:sldId id="295" r:id="rId51"/>
    <p:sldId id="296" r:id="rId52"/>
    <p:sldId id="297" r:id="rId53"/>
    <p:sldId id="306" r:id="rId54"/>
    <p:sldId id="309" r:id="rId55"/>
    <p:sldId id="308" r:id="rId56"/>
    <p:sldId id="307" r:id="rId57"/>
    <p:sldId id="316" r:id="rId58"/>
    <p:sldId id="317" r:id="rId59"/>
    <p:sldId id="318" r:id="rId60"/>
    <p:sldId id="32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32501-5541-418E-AE7A-BB7E4B2DB589}" v="121" dt="2026-04-19T05:38:37.5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Ravikumar" userId="ba0decc3ccd2bc93" providerId="LiveId" clId="{CD36E2EC-0A8D-4AC9-B042-BE35432AFEAE}"/>
    <pc:docChg chg="undo custSel addSld delSld modSld sldOrd">
      <pc:chgData name="Rahul Ravikumar" userId="ba0decc3ccd2bc93" providerId="LiveId" clId="{CD36E2EC-0A8D-4AC9-B042-BE35432AFEAE}" dt="2026-04-19T16:47:44.255" v="443" actId="1037"/>
      <pc:docMkLst>
        <pc:docMk/>
      </pc:docMkLst>
      <pc:sldChg chg="modSp mod">
        <pc:chgData name="Rahul Ravikumar" userId="ba0decc3ccd2bc93" providerId="LiveId" clId="{CD36E2EC-0A8D-4AC9-B042-BE35432AFEAE}" dt="2026-04-17T14:44:45.527" v="157" actId="20577"/>
        <pc:sldMkLst>
          <pc:docMk/>
          <pc:sldMk cId="1507628558" sldId="258"/>
        </pc:sldMkLst>
        <pc:graphicFrameChg chg="modGraphic">
          <ac:chgData name="Rahul Ravikumar" userId="ba0decc3ccd2bc93" providerId="LiveId" clId="{CD36E2EC-0A8D-4AC9-B042-BE35432AFEAE}" dt="2026-04-17T14:44:45.527" v="157" actId="20577"/>
          <ac:graphicFrameMkLst>
            <pc:docMk/>
            <pc:sldMk cId="1507628558" sldId="258"/>
            <ac:graphicFrameMk id="5" creationId="{05FC3328-8185-9F97-01B2-D65FF74D049D}"/>
          </ac:graphicFrameMkLst>
        </pc:graphicFrameChg>
      </pc:sldChg>
      <pc:sldChg chg="delSp mod">
        <pc:chgData name="Rahul Ravikumar" userId="ba0decc3ccd2bc93" providerId="LiveId" clId="{CD36E2EC-0A8D-4AC9-B042-BE35432AFEAE}" dt="2026-04-09T01:27:05.674" v="112" actId="478"/>
        <pc:sldMkLst>
          <pc:docMk/>
          <pc:sldMk cId="3199159085" sldId="260"/>
        </pc:sldMkLst>
      </pc:sldChg>
      <pc:sldChg chg="addSp delSp modSp mod">
        <pc:chgData name="Rahul Ravikumar" userId="ba0decc3ccd2bc93" providerId="LiveId" clId="{CD36E2EC-0A8D-4AC9-B042-BE35432AFEAE}" dt="2026-04-17T14:46:45.116" v="175" actId="14100"/>
        <pc:sldMkLst>
          <pc:docMk/>
          <pc:sldMk cId="4224531961" sldId="261"/>
        </pc:sldMkLst>
        <pc:picChg chg="add mod">
          <ac:chgData name="Rahul Ravikumar" userId="ba0decc3ccd2bc93" providerId="LiveId" clId="{CD36E2EC-0A8D-4AC9-B042-BE35432AFEAE}" dt="2026-04-17T14:46:45.116" v="175" actId="14100"/>
          <ac:picMkLst>
            <pc:docMk/>
            <pc:sldMk cId="4224531961" sldId="261"/>
            <ac:picMk id="4" creationId="{50EF51AF-49B7-4B7C-8823-94AB4DB4A705}"/>
          </ac:picMkLst>
        </pc:picChg>
      </pc:sldChg>
      <pc:sldChg chg="addSp modSp mod">
        <pc:chgData name="Rahul Ravikumar" userId="ba0decc3ccd2bc93" providerId="LiveId" clId="{CD36E2EC-0A8D-4AC9-B042-BE35432AFEAE}" dt="2026-04-19T05:38:37.581" v="395" actId="20577"/>
        <pc:sldMkLst>
          <pc:docMk/>
          <pc:sldMk cId="4084047226" sldId="264"/>
        </pc:sldMkLst>
        <pc:spChg chg="mod">
          <ac:chgData name="Rahul Ravikumar" userId="ba0decc3ccd2bc93" providerId="LiveId" clId="{CD36E2EC-0A8D-4AC9-B042-BE35432AFEAE}" dt="2026-04-19T05:38:37.581" v="395" actId="20577"/>
          <ac:spMkLst>
            <pc:docMk/>
            <pc:sldMk cId="4084047226" sldId="264"/>
            <ac:spMk id="3" creationId="{ABCBBC62-DCA2-51B0-4894-9C3AA3577DE2}"/>
          </ac:spMkLst>
        </pc:spChg>
        <pc:graphicFrameChg chg="mod">
          <ac:chgData name="Rahul Ravikumar" userId="ba0decc3ccd2bc93" providerId="LiveId" clId="{CD36E2EC-0A8D-4AC9-B042-BE35432AFEAE}" dt="2026-04-09T03:51:23.760" v="127" actId="1036"/>
          <ac:graphicFrameMkLst>
            <pc:docMk/>
            <pc:sldMk cId="4084047226" sldId="264"/>
            <ac:graphicFrameMk id="4" creationId="{0EC70A4F-F26F-7DAD-BD36-4EB42F5BFC66}"/>
          </ac:graphicFrameMkLst>
        </pc:graphicFrameChg>
      </pc:sldChg>
      <pc:sldChg chg="addSp delSp modSp mod">
        <pc:chgData name="Rahul Ravikumar" userId="ba0decc3ccd2bc93" providerId="LiveId" clId="{CD36E2EC-0A8D-4AC9-B042-BE35432AFEAE}" dt="2026-04-19T16:47:44.255" v="443" actId="1037"/>
        <pc:sldMkLst>
          <pc:docMk/>
          <pc:sldMk cId="3996532348" sldId="265"/>
        </pc:sldMkLst>
        <pc:spChg chg="mod">
          <ac:chgData name="Rahul Ravikumar" userId="ba0decc3ccd2bc93" providerId="LiveId" clId="{CD36E2EC-0A8D-4AC9-B042-BE35432AFEAE}" dt="2026-04-17T15:53:40.387" v="384" actId="1035"/>
          <ac:spMkLst>
            <pc:docMk/>
            <pc:sldMk cId="3996532348" sldId="265"/>
            <ac:spMk id="5" creationId="{B6ADABDA-D727-92EF-611A-63AD574E91E6}"/>
          </ac:spMkLst>
        </pc:spChg>
        <pc:spChg chg="add del mod">
          <ac:chgData name="Rahul Ravikumar" userId="ba0decc3ccd2bc93" providerId="LiveId" clId="{CD36E2EC-0A8D-4AC9-B042-BE35432AFEAE}" dt="2026-04-19T16:47:22.756" v="430" actId="478"/>
          <ac:spMkLst>
            <pc:docMk/>
            <pc:sldMk cId="3996532348" sldId="265"/>
            <ac:spMk id="6" creationId="{3886CFD1-3318-F993-0257-F58FFCD5F53C}"/>
          </ac:spMkLst>
        </pc:spChg>
        <pc:graphicFrameChg chg="add mod modGraphic">
          <ac:chgData name="Rahul Ravikumar" userId="ba0decc3ccd2bc93" providerId="LiveId" clId="{CD36E2EC-0A8D-4AC9-B042-BE35432AFEAE}" dt="2026-04-17T15:54:04.729" v="387" actId="1076"/>
          <ac:graphicFrameMkLst>
            <pc:docMk/>
            <pc:sldMk cId="3996532348" sldId="265"/>
            <ac:graphicFrameMk id="4" creationId="{8534685C-C0E7-2F8D-69EE-67D5628F2029}"/>
          </ac:graphicFrameMkLst>
        </pc:graphicFrameChg>
        <pc:picChg chg="del">
          <ac:chgData name="Rahul Ravikumar" userId="ba0decc3ccd2bc93" providerId="LiveId" clId="{CD36E2EC-0A8D-4AC9-B042-BE35432AFEAE}" dt="2026-04-19T16:46:35.984" v="426" actId="478"/>
          <ac:picMkLst>
            <pc:docMk/>
            <pc:sldMk cId="3996532348" sldId="265"/>
            <ac:picMk id="8" creationId="{51803A88-AAD7-BB60-111A-A1A6C7EC3468}"/>
          </ac:picMkLst>
        </pc:picChg>
        <pc:picChg chg="add mod">
          <ac:chgData name="Rahul Ravikumar" userId="ba0decc3ccd2bc93" providerId="LiveId" clId="{CD36E2EC-0A8D-4AC9-B042-BE35432AFEAE}" dt="2026-04-19T16:47:44.255" v="443" actId="1037"/>
          <ac:picMkLst>
            <pc:docMk/>
            <pc:sldMk cId="3996532348" sldId="265"/>
            <ac:picMk id="9" creationId="{A90C4872-FEB1-30D8-E417-74D8422DF4F0}"/>
          </ac:picMkLst>
        </pc:picChg>
      </pc:sldChg>
      <pc:sldChg chg="addSp delSp modSp mod ord">
        <pc:chgData name="Rahul Ravikumar" userId="ba0decc3ccd2bc93" providerId="LiveId" clId="{CD36E2EC-0A8D-4AC9-B042-BE35432AFEAE}" dt="2026-04-17T15:21:45.850" v="310" actId="2711"/>
        <pc:sldMkLst>
          <pc:docMk/>
          <pc:sldMk cId="2694581675" sldId="267"/>
        </pc:sldMkLst>
        <pc:spChg chg="add mod">
          <ac:chgData name="Rahul Ravikumar" userId="ba0decc3ccd2bc93" providerId="LiveId" clId="{CD36E2EC-0A8D-4AC9-B042-BE35432AFEAE}" dt="2026-04-17T15:21:45.850" v="310" actId="2711"/>
          <ac:spMkLst>
            <pc:docMk/>
            <pc:sldMk cId="2694581675" sldId="267"/>
            <ac:spMk id="4" creationId="{53967FEE-519E-F1E0-5258-2206E8C6CC3D}"/>
          </ac:spMkLst>
        </pc:spChg>
      </pc:sldChg>
      <pc:sldChg chg="addSp delSp modSp mod">
        <pc:chgData name="Rahul Ravikumar" userId="ba0decc3ccd2bc93" providerId="LiveId" clId="{CD36E2EC-0A8D-4AC9-B042-BE35432AFEAE}" dt="2026-04-17T15:14:34.970" v="271" actId="478"/>
        <pc:sldMkLst>
          <pc:docMk/>
          <pc:sldMk cId="2542089865" sldId="271"/>
        </pc:sldMkLst>
        <pc:picChg chg="add mod">
          <ac:chgData name="Rahul Ravikumar" userId="ba0decc3ccd2bc93" providerId="LiveId" clId="{CD36E2EC-0A8D-4AC9-B042-BE35432AFEAE}" dt="2026-04-17T15:14:20.056" v="270" actId="14100"/>
          <ac:picMkLst>
            <pc:docMk/>
            <pc:sldMk cId="2542089865" sldId="271"/>
            <ac:picMk id="7" creationId="{9A9FF4DA-E4C1-6BA7-E950-C79CAFC2AACF}"/>
          </ac:picMkLst>
        </pc:picChg>
      </pc:sldChg>
      <pc:sldChg chg="modSp mod">
        <pc:chgData name="Rahul Ravikumar" userId="ba0decc3ccd2bc93" providerId="LiveId" clId="{CD36E2EC-0A8D-4AC9-B042-BE35432AFEAE}" dt="2026-04-17T15:00:06.517" v="211" actId="20577"/>
        <pc:sldMkLst>
          <pc:docMk/>
          <pc:sldMk cId="932599690" sldId="273"/>
        </pc:sldMkLst>
        <pc:spChg chg="mod">
          <ac:chgData name="Rahul Ravikumar" userId="ba0decc3ccd2bc93" providerId="LiveId" clId="{CD36E2EC-0A8D-4AC9-B042-BE35432AFEAE}" dt="2026-04-17T15:00:06.517" v="211" actId="20577"/>
          <ac:spMkLst>
            <pc:docMk/>
            <pc:sldMk cId="932599690" sldId="273"/>
            <ac:spMk id="4" creationId="{217E23B2-74B7-7770-3DCB-0ABEBBD1099C}"/>
          </ac:spMkLst>
        </pc:spChg>
      </pc:sldChg>
      <pc:sldChg chg="modSp mod">
        <pc:chgData name="Rahul Ravikumar" userId="ba0decc3ccd2bc93" providerId="LiveId" clId="{CD36E2EC-0A8D-4AC9-B042-BE35432AFEAE}" dt="2026-04-09T01:28:21.890" v="122" actId="20577"/>
        <pc:sldMkLst>
          <pc:docMk/>
          <pc:sldMk cId="2397668453" sldId="274"/>
        </pc:sldMkLst>
        <pc:spChg chg="mod">
          <ac:chgData name="Rahul Ravikumar" userId="ba0decc3ccd2bc93" providerId="LiveId" clId="{CD36E2EC-0A8D-4AC9-B042-BE35432AFEAE}" dt="2026-04-09T01:28:21.890" v="122" actId="20577"/>
          <ac:spMkLst>
            <pc:docMk/>
            <pc:sldMk cId="2397668453" sldId="274"/>
            <ac:spMk id="3" creationId="{F4EEBA31-2BDC-F0C0-174F-55F246539213}"/>
          </ac:spMkLst>
        </pc:spChg>
      </pc:sldChg>
      <pc:sldChg chg="modSp mod">
        <pc:chgData name="Rahul Ravikumar" userId="ba0decc3ccd2bc93" providerId="LiveId" clId="{CD36E2EC-0A8D-4AC9-B042-BE35432AFEAE}" dt="2026-04-17T14:44:20.976" v="137" actId="113"/>
        <pc:sldMkLst>
          <pc:docMk/>
          <pc:sldMk cId="295074086" sldId="276"/>
        </pc:sldMkLst>
        <pc:spChg chg="mod">
          <ac:chgData name="Rahul Ravikumar" userId="ba0decc3ccd2bc93" providerId="LiveId" clId="{CD36E2EC-0A8D-4AC9-B042-BE35432AFEAE}" dt="2026-04-17T14:44:20.976" v="137" actId="113"/>
          <ac:spMkLst>
            <pc:docMk/>
            <pc:sldMk cId="295074086" sldId="276"/>
            <ac:spMk id="3" creationId="{2AAB1E69-5FDE-314B-8CCA-40900CBD7713}"/>
          </ac:spMkLst>
        </pc:spChg>
      </pc:sldChg>
      <pc:sldChg chg="modSp mod">
        <pc:chgData name="Rahul Ravikumar" userId="ba0decc3ccd2bc93" providerId="LiveId" clId="{CD36E2EC-0A8D-4AC9-B042-BE35432AFEAE}" dt="2026-04-19T05:39:53.049" v="417" actId="122"/>
        <pc:sldMkLst>
          <pc:docMk/>
          <pc:sldMk cId="3495080602" sldId="293"/>
        </pc:sldMkLst>
        <pc:spChg chg="mod">
          <ac:chgData name="Rahul Ravikumar" userId="ba0decc3ccd2bc93" providerId="LiveId" clId="{CD36E2EC-0A8D-4AC9-B042-BE35432AFEAE}" dt="2026-04-09T01:29:20.873" v="124" actId="20577"/>
          <ac:spMkLst>
            <pc:docMk/>
            <pc:sldMk cId="3495080602" sldId="293"/>
            <ac:spMk id="4" creationId="{AEFD5C3F-61A1-36F4-E958-7E5EE193C155}"/>
          </ac:spMkLst>
        </pc:spChg>
        <pc:spChg chg="mod">
          <ac:chgData name="Rahul Ravikumar" userId="ba0decc3ccd2bc93" providerId="LiveId" clId="{CD36E2EC-0A8D-4AC9-B042-BE35432AFEAE}" dt="2026-04-19T05:39:53.049" v="417" actId="122"/>
          <ac:spMkLst>
            <pc:docMk/>
            <pc:sldMk cId="3495080602" sldId="293"/>
            <ac:spMk id="9" creationId="{C409CAEA-83ED-09C6-B200-6F63D65CFF98}"/>
          </ac:spMkLst>
        </pc:spChg>
      </pc:sldChg>
      <pc:sldChg chg="modSp mod">
        <pc:chgData name="Rahul Ravikumar" userId="ba0decc3ccd2bc93" providerId="LiveId" clId="{CD36E2EC-0A8D-4AC9-B042-BE35432AFEAE}" dt="2026-04-09T04:11:50.749" v="135" actId="20577"/>
        <pc:sldMkLst>
          <pc:docMk/>
          <pc:sldMk cId="3416356238" sldId="298"/>
        </pc:sldMkLst>
        <pc:spChg chg="mod">
          <ac:chgData name="Rahul Ravikumar" userId="ba0decc3ccd2bc93" providerId="LiveId" clId="{CD36E2EC-0A8D-4AC9-B042-BE35432AFEAE}" dt="2026-04-09T04:11:50.749" v="135" actId="20577"/>
          <ac:spMkLst>
            <pc:docMk/>
            <pc:sldMk cId="3416356238" sldId="298"/>
            <ac:spMk id="6" creationId="{5629B446-1934-8B5D-C39F-3F61C91CF838}"/>
          </ac:spMkLst>
        </pc:spChg>
      </pc:sldChg>
      <pc:sldChg chg="addSp delSp modSp mod">
        <pc:chgData name="Rahul Ravikumar" userId="ba0decc3ccd2bc93" providerId="LiveId" clId="{CD36E2EC-0A8D-4AC9-B042-BE35432AFEAE}" dt="2026-04-17T15:25:35.207" v="324" actId="14100"/>
        <pc:sldMkLst>
          <pc:docMk/>
          <pc:sldMk cId="1720751194" sldId="303"/>
        </pc:sldMkLst>
        <pc:picChg chg="add mod">
          <ac:chgData name="Rahul Ravikumar" userId="ba0decc3ccd2bc93" providerId="LiveId" clId="{CD36E2EC-0A8D-4AC9-B042-BE35432AFEAE}" dt="2026-04-17T15:25:35.207" v="324" actId="14100"/>
          <ac:picMkLst>
            <pc:docMk/>
            <pc:sldMk cId="1720751194" sldId="303"/>
            <ac:picMk id="7" creationId="{EC3FD69C-1961-8473-6E91-21937E4E9EC8}"/>
          </ac:picMkLst>
        </pc:picChg>
      </pc:sldChg>
      <pc:sldChg chg="delSp mod">
        <pc:chgData name="Rahul Ravikumar" userId="ba0decc3ccd2bc93" providerId="LiveId" clId="{CD36E2EC-0A8D-4AC9-B042-BE35432AFEAE}" dt="2026-04-09T03:28:28.525" v="126" actId="478"/>
        <pc:sldMkLst>
          <pc:docMk/>
          <pc:sldMk cId="829869310" sldId="304"/>
        </pc:sldMkLst>
      </pc:sldChg>
      <pc:sldChg chg="addSp delSp modSp mod">
        <pc:chgData name="Rahul Ravikumar" userId="ba0decc3ccd2bc93" providerId="LiveId" clId="{CD36E2EC-0A8D-4AC9-B042-BE35432AFEAE}" dt="2026-04-17T15:55:21.971" v="392" actId="14100"/>
        <pc:sldMkLst>
          <pc:docMk/>
          <pc:sldMk cId="1320796605" sldId="310"/>
        </pc:sldMkLst>
        <pc:picChg chg="add mod">
          <ac:chgData name="Rahul Ravikumar" userId="ba0decc3ccd2bc93" providerId="LiveId" clId="{CD36E2EC-0A8D-4AC9-B042-BE35432AFEAE}" dt="2026-04-17T15:55:21.971" v="392" actId="14100"/>
          <ac:picMkLst>
            <pc:docMk/>
            <pc:sldMk cId="1320796605" sldId="310"/>
            <ac:picMk id="2" creationId="{8BCF8383-A4FD-088E-4481-A52B7099B469}"/>
          </ac:picMkLst>
        </pc:picChg>
      </pc:sldChg>
      <pc:sldChg chg="addSp delSp modSp mod">
        <pc:chgData name="Rahul Ravikumar" userId="ba0decc3ccd2bc93" providerId="LiveId" clId="{CD36E2EC-0A8D-4AC9-B042-BE35432AFEAE}" dt="2026-04-17T15:53:20.013" v="345" actId="1036"/>
        <pc:sldMkLst>
          <pc:docMk/>
          <pc:sldMk cId="2100780297" sldId="311"/>
        </pc:sldMkLst>
        <pc:picChg chg="add mod">
          <ac:chgData name="Rahul Ravikumar" userId="ba0decc3ccd2bc93" providerId="LiveId" clId="{CD36E2EC-0A8D-4AC9-B042-BE35432AFEAE}" dt="2026-04-17T15:53:20.013" v="345" actId="1036"/>
          <ac:picMkLst>
            <pc:docMk/>
            <pc:sldMk cId="2100780297" sldId="311"/>
            <ac:picMk id="10" creationId="{6765781C-5F36-FF4F-1B1A-9BFDF0D388E6}"/>
          </ac:picMkLst>
        </pc:picChg>
      </pc:sldChg>
      <pc:sldChg chg="modSp mod">
        <pc:chgData name="Rahul Ravikumar" userId="ba0decc3ccd2bc93" providerId="LiveId" clId="{CD36E2EC-0A8D-4AC9-B042-BE35432AFEAE}" dt="2026-04-17T15:08:52.856" v="264" actId="732"/>
        <pc:sldMkLst>
          <pc:docMk/>
          <pc:sldMk cId="3612198636" sldId="317"/>
        </pc:sldMkLst>
        <pc:picChg chg="mod modCrop">
          <ac:chgData name="Rahul Ravikumar" userId="ba0decc3ccd2bc93" providerId="LiveId" clId="{CD36E2EC-0A8D-4AC9-B042-BE35432AFEAE}" dt="2026-04-17T15:08:52.856" v="264" actId="732"/>
          <ac:picMkLst>
            <pc:docMk/>
            <pc:sldMk cId="3612198636" sldId="317"/>
            <ac:picMk id="3" creationId="{9C73E37E-B78E-102A-4250-59D674649DC5}"/>
          </ac:picMkLst>
        </pc:picChg>
      </pc:sldChg>
      <pc:sldChg chg="modSp mod">
        <pc:chgData name="Rahul Ravikumar" userId="ba0decc3ccd2bc93" providerId="LiveId" clId="{CD36E2EC-0A8D-4AC9-B042-BE35432AFEAE}" dt="2026-04-19T05:40:50.565" v="425" actId="20577"/>
        <pc:sldMkLst>
          <pc:docMk/>
          <pc:sldMk cId="3476129990" sldId="319"/>
        </pc:sldMkLst>
        <pc:spChg chg="mod">
          <ac:chgData name="Rahul Ravikumar" userId="ba0decc3ccd2bc93" providerId="LiveId" clId="{CD36E2EC-0A8D-4AC9-B042-BE35432AFEAE}" dt="2026-04-19T05:40:50.565" v="425" actId="20577"/>
          <ac:spMkLst>
            <pc:docMk/>
            <pc:sldMk cId="3476129990" sldId="319"/>
            <ac:spMk id="4" creationId="{A4DECE86-A48A-848C-2EB2-39E00DB37B8E}"/>
          </ac:spMkLst>
        </pc:spChg>
      </pc:sldChg>
      <pc:sldChg chg="modSp new mod">
        <pc:chgData name="Rahul Ravikumar" userId="ba0decc3ccd2bc93" providerId="LiveId" clId="{CD36E2EC-0A8D-4AC9-B042-BE35432AFEAE}" dt="2026-04-08T14:24:37.580" v="111" actId="27636"/>
        <pc:sldMkLst>
          <pc:docMk/>
          <pc:sldMk cId="1558867625" sldId="321"/>
        </pc:sldMkLst>
        <pc:spChg chg="mod">
          <ac:chgData name="Rahul Ravikumar" userId="ba0decc3ccd2bc93" providerId="LiveId" clId="{CD36E2EC-0A8D-4AC9-B042-BE35432AFEAE}" dt="2026-04-08T14:23:10.621" v="86" actId="20577"/>
          <ac:spMkLst>
            <pc:docMk/>
            <pc:sldMk cId="1558867625" sldId="321"/>
            <ac:spMk id="2" creationId="{9EF22D0F-6270-1403-432E-D3DE350F13CA}"/>
          </ac:spMkLst>
        </pc:spChg>
        <pc:spChg chg="mod">
          <ac:chgData name="Rahul Ravikumar" userId="ba0decc3ccd2bc93" providerId="LiveId" clId="{CD36E2EC-0A8D-4AC9-B042-BE35432AFEAE}" dt="2026-04-08T14:24:37.580" v="111" actId="27636"/>
          <ac:spMkLst>
            <pc:docMk/>
            <pc:sldMk cId="1558867625" sldId="321"/>
            <ac:spMk id="3" creationId="{45BA97E9-4559-A3A8-C7AE-601DD0BD063A}"/>
          </ac:spMkLst>
        </pc:spChg>
      </pc:sldChg>
      <pc:sldChg chg="modSp new mod">
        <pc:chgData name="Rahul Ravikumar" userId="ba0decc3ccd2bc93" providerId="LiveId" clId="{CD36E2EC-0A8D-4AC9-B042-BE35432AFEAE}" dt="2026-04-08T14:24:26.064" v="108" actId="27636"/>
        <pc:sldMkLst>
          <pc:docMk/>
          <pc:sldMk cId="774738977" sldId="322"/>
        </pc:sldMkLst>
        <pc:spChg chg="mod">
          <ac:chgData name="Rahul Ravikumar" userId="ba0decc3ccd2bc93" providerId="LiveId" clId="{CD36E2EC-0A8D-4AC9-B042-BE35432AFEAE}" dt="2026-04-08T14:23:33.323" v="101" actId="20577"/>
          <ac:spMkLst>
            <pc:docMk/>
            <pc:sldMk cId="774738977" sldId="322"/>
            <ac:spMk id="2" creationId="{C4095857-A1F1-2531-D444-4B4B4970F006}"/>
          </ac:spMkLst>
        </pc:spChg>
        <pc:spChg chg="mod">
          <ac:chgData name="Rahul Ravikumar" userId="ba0decc3ccd2bc93" providerId="LiveId" clId="{CD36E2EC-0A8D-4AC9-B042-BE35432AFEAE}" dt="2026-04-08T14:24:26.064" v="108" actId="27636"/>
          <ac:spMkLst>
            <pc:docMk/>
            <pc:sldMk cId="774738977" sldId="322"/>
            <ac:spMk id="3" creationId="{9CD231DA-1332-60CF-9787-C615F8983B44}"/>
          </ac:spMkLst>
        </pc:spChg>
      </pc:sldChg>
      <pc:sldChg chg="addSp modSp new mod modShow">
        <pc:chgData name="Rahul Ravikumar" userId="ba0decc3ccd2bc93" providerId="LiveId" clId="{CD36E2EC-0A8D-4AC9-B042-BE35432AFEAE}" dt="2026-04-17T15:16:19.523" v="282" actId="729"/>
        <pc:sldMkLst>
          <pc:docMk/>
          <pc:sldMk cId="3479779299" sldId="323"/>
        </pc:sldMkLst>
        <pc:picChg chg="add mod">
          <ac:chgData name="Rahul Ravikumar" userId="ba0decc3ccd2bc93" providerId="LiveId" clId="{CD36E2EC-0A8D-4AC9-B042-BE35432AFEAE}" dt="2026-04-17T15:16:02.975" v="281" actId="14100"/>
          <ac:picMkLst>
            <pc:docMk/>
            <pc:sldMk cId="3479779299" sldId="323"/>
            <ac:picMk id="2" creationId="{389AA5DA-2671-CF7C-7A92-A5F9B60548CD}"/>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ata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5B2BBC-53C8-4C7C-8C6F-2FA99F14FDB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DFF5E0E-BCF3-46C5-8129-DE4DFF5FB60E}">
      <dgm:prSet custT="1"/>
      <dgm:spPr/>
      <dgm:t>
        <a:bodyPr/>
        <a:lstStyle/>
        <a:p>
          <a:pPr algn="l">
            <a:lnSpc>
              <a:spcPct val="100000"/>
            </a:lnSpc>
          </a:pPr>
          <a:r>
            <a:rPr lang="en-IN" sz="1600" b="1" dirty="0">
              <a:latin typeface="Century" panose="02040604050505020304" pitchFamily="18" charset="0"/>
            </a:rPr>
            <a:t>Nutritional Adequacy </a:t>
          </a:r>
          <a:br>
            <a:rPr lang="en-IN" sz="1600" dirty="0">
              <a:latin typeface="Century" panose="02040604050505020304" pitchFamily="18" charset="0"/>
            </a:rPr>
          </a:br>
          <a:r>
            <a:rPr lang="en-IN" sz="1600" dirty="0">
              <a:latin typeface="Century" panose="02040604050505020304" pitchFamily="18" charset="0"/>
            </a:rPr>
            <a:t>Ensure all macro &amp; micro nutrients meet required biological limits for optimal broiler growth and safety.</a:t>
          </a:r>
          <a:endParaRPr lang="en-US" sz="1600" dirty="0">
            <a:latin typeface="Century" panose="02040604050505020304" pitchFamily="18" charset="0"/>
          </a:endParaRPr>
        </a:p>
      </dgm:t>
    </dgm:pt>
    <dgm:pt modelId="{F5D91922-C130-4AE3-8305-D4D667A68985}" type="parTrans" cxnId="{3C0679D2-DD25-4509-A4F6-5917B18CB199}">
      <dgm:prSet/>
      <dgm:spPr/>
      <dgm:t>
        <a:bodyPr/>
        <a:lstStyle/>
        <a:p>
          <a:endParaRPr lang="en-US"/>
        </a:p>
      </dgm:t>
    </dgm:pt>
    <dgm:pt modelId="{CD73C629-CFA8-430F-AFA6-7461CF29415B}" type="sibTrans" cxnId="{3C0679D2-DD25-4509-A4F6-5917B18CB199}">
      <dgm:prSet/>
      <dgm:spPr/>
      <dgm:t>
        <a:bodyPr/>
        <a:lstStyle/>
        <a:p>
          <a:endParaRPr lang="en-US"/>
        </a:p>
      </dgm:t>
    </dgm:pt>
    <dgm:pt modelId="{EE32DDDA-4834-4990-B9F5-8FA30A81A645}">
      <dgm:prSet custT="1"/>
      <dgm:spPr/>
      <dgm:t>
        <a:bodyPr/>
        <a:lstStyle/>
        <a:p>
          <a:pPr>
            <a:lnSpc>
              <a:spcPct val="100000"/>
            </a:lnSpc>
          </a:pPr>
          <a:r>
            <a:rPr lang="en-IN" sz="1600" b="1" dirty="0">
              <a:latin typeface="Century" panose="02040604050505020304" pitchFamily="18" charset="0"/>
            </a:rPr>
            <a:t>Feed Physical Quality </a:t>
          </a:r>
          <a:br>
            <a:rPr lang="en-IN" sz="1600" dirty="0">
              <a:latin typeface="Century" panose="02040604050505020304" pitchFamily="18" charset="0"/>
            </a:rPr>
          </a:br>
          <a:r>
            <a:rPr lang="en-IN" sz="1600" dirty="0">
              <a:latin typeface="Century" panose="02040604050505020304" pitchFamily="18" charset="0"/>
            </a:rPr>
            <a:t>Maximize pellet durability (PDI) and minimize fines through optimized conditioning parameters</a:t>
          </a:r>
          <a:r>
            <a:rPr lang="en-IN" sz="1500" dirty="0"/>
            <a:t>.</a:t>
          </a:r>
          <a:endParaRPr lang="en-US" sz="1500" dirty="0"/>
        </a:p>
      </dgm:t>
    </dgm:pt>
    <dgm:pt modelId="{81710154-0EC8-4662-AB32-1082D54C6960}" type="parTrans" cxnId="{FC616D15-511C-4340-B0FF-94BEDC7CCDEB}">
      <dgm:prSet/>
      <dgm:spPr/>
      <dgm:t>
        <a:bodyPr/>
        <a:lstStyle/>
        <a:p>
          <a:endParaRPr lang="en-US"/>
        </a:p>
      </dgm:t>
    </dgm:pt>
    <dgm:pt modelId="{4E113425-07ED-45D0-9F5B-29EF7EC32C40}" type="sibTrans" cxnId="{FC616D15-511C-4340-B0FF-94BEDC7CCDEB}">
      <dgm:prSet/>
      <dgm:spPr/>
      <dgm:t>
        <a:bodyPr/>
        <a:lstStyle/>
        <a:p>
          <a:endParaRPr lang="en-US"/>
        </a:p>
      </dgm:t>
    </dgm:pt>
    <dgm:pt modelId="{45D7A26F-5626-477A-97A8-52884597E84D}">
      <dgm:prSet custT="1"/>
      <dgm:spPr/>
      <dgm:t>
        <a:bodyPr/>
        <a:lstStyle/>
        <a:p>
          <a:pPr>
            <a:lnSpc>
              <a:spcPct val="100000"/>
            </a:lnSpc>
          </a:pPr>
          <a:r>
            <a:rPr lang="en-IN" sz="1600" b="1" dirty="0">
              <a:latin typeface="Century" panose="02040604050505020304" pitchFamily="18" charset="0"/>
            </a:rPr>
            <a:t>Cost Efficiency </a:t>
          </a:r>
          <a:br>
            <a:rPr lang="en-IN" sz="1600" dirty="0">
              <a:latin typeface="Century" panose="02040604050505020304" pitchFamily="18" charset="0"/>
            </a:rPr>
          </a:br>
          <a:r>
            <a:rPr lang="en-IN" sz="1600" dirty="0">
              <a:latin typeface="Century" panose="02040604050505020304" pitchFamily="18" charset="0"/>
            </a:rPr>
            <a:t>Minimize total formulation cost while respecting ingredient bounds and prior priority satisfaction.</a:t>
          </a:r>
          <a:endParaRPr lang="en-US" sz="1600" dirty="0">
            <a:latin typeface="Century" panose="02040604050505020304" pitchFamily="18" charset="0"/>
          </a:endParaRPr>
        </a:p>
      </dgm:t>
    </dgm:pt>
    <dgm:pt modelId="{64A4DCED-990B-4192-93A7-EA3D21DAC896}" type="parTrans" cxnId="{820A9028-0836-41B2-BABC-4BE742E706AF}">
      <dgm:prSet/>
      <dgm:spPr/>
      <dgm:t>
        <a:bodyPr/>
        <a:lstStyle/>
        <a:p>
          <a:endParaRPr lang="en-US"/>
        </a:p>
      </dgm:t>
    </dgm:pt>
    <dgm:pt modelId="{A9D75E36-7443-4B6B-AFCA-75C400DAF639}" type="sibTrans" cxnId="{820A9028-0836-41B2-BABC-4BE742E706AF}">
      <dgm:prSet/>
      <dgm:spPr/>
      <dgm:t>
        <a:bodyPr/>
        <a:lstStyle/>
        <a:p>
          <a:endParaRPr lang="en-US"/>
        </a:p>
      </dgm:t>
    </dgm:pt>
    <dgm:pt modelId="{205540FC-4A26-4AE7-B93B-F7AACC86D0F3}">
      <dgm:prSet custT="1"/>
      <dgm:spPr/>
      <dgm:t>
        <a:bodyPr/>
        <a:lstStyle/>
        <a:p>
          <a:pPr>
            <a:lnSpc>
              <a:spcPct val="100000"/>
            </a:lnSpc>
          </a:pPr>
          <a:r>
            <a:rPr lang="en-IN" sz="1600" b="1" dirty="0">
              <a:latin typeface="Century" panose="02040604050505020304" pitchFamily="18" charset="0"/>
            </a:rPr>
            <a:t>Process &amp; Ergonomic Safety</a:t>
          </a:r>
          <a:br>
            <a:rPr lang="en-IN" sz="1600" dirty="0">
              <a:latin typeface="Century" panose="02040604050505020304" pitchFamily="18" charset="0"/>
            </a:rPr>
          </a:br>
          <a:r>
            <a:rPr lang="en-IN" sz="1600" dirty="0">
              <a:latin typeface="Century" panose="02040604050505020304" pitchFamily="18" charset="0"/>
            </a:rPr>
            <a:t>Maintain stable operating conditions, reduce energy stress, and ensure long-term production reliability.</a:t>
          </a:r>
          <a:endParaRPr lang="en-US" sz="1600" dirty="0">
            <a:latin typeface="Century" panose="02040604050505020304" pitchFamily="18" charset="0"/>
          </a:endParaRPr>
        </a:p>
      </dgm:t>
    </dgm:pt>
    <dgm:pt modelId="{59A13C0F-C68D-4925-88CE-A61B5807C0FD}" type="parTrans" cxnId="{09BAA376-F59E-411C-AADF-0CB5BB544D52}">
      <dgm:prSet/>
      <dgm:spPr/>
      <dgm:t>
        <a:bodyPr/>
        <a:lstStyle/>
        <a:p>
          <a:endParaRPr lang="en-US"/>
        </a:p>
      </dgm:t>
    </dgm:pt>
    <dgm:pt modelId="{CB916C8E-2721-4577-8248-0908B082F075}" type="sibTrans" cxnId="{09BAA376-F59E-411C-AADF-0CB5BB544D52}">
      <dgm:prSet/>
      <dgm:spPr/>
      <dgm:t>
        <a:bodyPr/>
        <a:lstStyle/>
        <a:p>
          <a:endParaRPr lang="en-US"/>
        </a:p>
      </dgm:t>
    </dgm:pt>
    <dgm:pt modelId="{82DF523D-88B0-4B5A-9C77-D3B12D4C762B}" type="pres">
      <dgm:prSet presAssocID="{265B2BBC-53C8-4C7C-8C6F-2FA99F14FDB1}" presName="root" presStyleCnt="0">
        <dgm:presLayoutVars>
          <dgm:dir/>
          <dgm:resizeHandles val="exact"/>
        </dgm:presLayoutVars>
      </dgm:prSet>
      <dgm:spPr/>
    </dgm:pt>
    <dgm:pt modelId="{976AC174-EE47-497E-86CF-F89E4FE9E882}" type="pres">
      <dgm:prSet presAssocID="{4DFF5E0E-BCF3-46C5-8129-DE4DFF5FB60E}" presName="compNode" presStyleCnt="0"/>
      <dgm:spPr/>
    </dgm:pt>
    <dgm:pt modelId="{A0F3BBAD-EB10-457F-ACA3-98E979CA5FE8}" type="pres">
      <dgm:prSet presAssocID="{4DFF5E0E-BCF3-46C5-8129-DE4DFF5FB60E}" presName="bgRect" presStyleLbl="bgShp" presStyleIdx="0" presStyleCnt="4"/>
      <dgm:spPr/>
    </dgm:pt>
    <dgm:pt modelId="{DAA476FD-47DE-4369-8036-C8180943859F}" type="pres">
      <dgm:prSet presAssocID="{4DFF5E0E-BCF3-46C5-8129-DE4DFF5FB60E}"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Grain with solid fill"/>
        </a:ext>
      </dgm:extLst>
    </dgm:pt>
    <dgm:pt modelId="{65A03493-6604-48FB-B837-AAE9A05C560F}" type="pres">
      <dgm:prSet presAssocID="{4DFF5E0E-BCF3-46C5-8129-DE4DFF5FB60E}" presName="spaceRect" presStyleCnt="0"/>
      <dgm:spPr/>
    </dgm:pt>
    <dgm:pt modelId="{1DECE70E-FBF8-455F-90F1-C218C255D4EB}" type="pres">
      <dgm:prSet presAssocID="{4DFF5E0E-BCF3-46C5-8129-DE4DFF5FB60E}" presName="parTx" presStyleLbl="revTx" presStyleIdx="0" presStyleCnt="4">
        <dgm:presLayoutVars>
          <dgm:chMax val="0"/>
          <dgm:chPref val="0"/>
        </dgm:presLayoutVars>
      </dgm:prSet>
      <dgm:spPr/>
    </dgm:pt>
    <dgm:pt modelId="{0CE8BECF-9D63-4E31-9866-BA5ADDE8E86E}" type="pres">
      <dgm:prSet presAssocID="{CD73C629-CFA8-430F-AFA6-7461CF29415B}" presName="sibTrans" presStyleCnt="0"/>
      <dgm:spPr/>
    </dgm:pt>
    <dgm:pt modelId="{AD0F234B-B27B-4310-9B81-BE23A28C7E17}" type="pres">
      <dgm:prSet presAssocID="{EE32DDDA-4834-4990-B9F5-8FA30A81A645}" presName="compNode" presStyleCnt="0"/>
      <dgm:spPr/>
    </dgm:pt>
    <dgm:pt modelId="{D494E001-4B4A-44D9-9548-1AEE8B284B15}" type="pres">
      <dgm:prSet presAssocID="{EE32DDDA-4834-4990-B9F5-8FA30A81A645}" presName="bgRect" presStyleLbl="bgShp" presStyleIdx="1" presStyleCnt="4"/>
      <dgm:spPr/>
    </dgm:pt>
    <dgm:pt modelId="{F613CABC-E4DC-45CE-929C-9BC1DF266EB0}" type="pres">
      <dgm:prSet presAssocID="{EE32DDDA-4834-4990-B9F5-8FA30A81A645}"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Rooster with solid fill"/>
        </a:ext>
      </dgm:extLst>
    </dgm:pt>
    <dgm:pt modelId="{6858418F-2CA8-4A43-9C43-4A4B1E77606A}" type="pres">
      <dgm:prSet presAssocID="{EE32DDDA-4834-4990-B9F5-8FA30A81A645}" presName="spaceRect" presStyleCnt="0"/>
      <dgm:spPr/>
    </dgm:pt>
    <dgm:pt modelId="{EDCB5E8A-36C5-4ECE-9950-B735F18FA86E}" type="pres">
      <dgm:prSet presAssocID="{EE32DDDA-4834-4990-B9F5-8FA30A81A645}" presName="parTx" presStyleLbl="revTx" presStyleIdx="1" presStyleCnt="4">
        <dgm:presLayoutVars>
          <dgm:chMax val="0"/>
          <dgm:chPref val="0"/>
        </dgm:presLayoutVars>
      </dgm:prSet>
      <dgm:spPr/>
    </dgm:pt>
    <dgm:pt modelId="{171D72C2-4A19-45B0-8CEA-81DA972BEE1B}" type="pres">
      <dgm:prSet presAssocID="{4E113425-07ED-45D0-9F5B-29EF7EC32C40}" presName="sibTrans" presStyleCnt="0"/>
      <dgm:spPr/>
    </dgm:pt>
    <dgm:pt modelId="{08B49F98-7C3B-44C7-AB63-88585A2D878B}" type="pres">
      <dgm:prSet presAssocID="{45D7A26F-5626-477A-97A8-52884597E84D}" presName="compNode" presStyleCnt="0"/>
      <dgm:spPr/>
    </dgm:pt>
    <dgm:pt modelId="{E9925A33-C48E-4954-849D-CD32E62809AD}" type="pres">
      <dgm:prSet presAssocID="{45D7A26F-5626-477A-97A8-52884597E84D}" presName="bgRect" presStyleLbl="bgShp" presStyleIdx="2" presStyleCnt="4" custLinFactNeighborX="-165" custLinFactNeighborY="1634"/>
      <dgm:spPr/>
    </dgm:pt>
    <dgm:pt modelId="{619C0D33-F321-4314-9603-44DCDBD26D97}" type="pres">
      <dgm:prSet presAssocID="{45D7A26F-5626-477A-97A8-52884597E84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F535550C-F087-44E6-A105-75616DCFF013}" type="pres">
      <dgm:prSet presAssocID="{45D7A26F-5626-477A-97A8-52884597E84D}" presName="spaceRect" presStyleCnt="0"/>
      <dgm:spPr/>
    </dgm:pt>
    <dgm:pt modelId="{8C8FB09C-2223-4BD3-BEE9-5BD905B2B7EE}" type="pres">
      <dgm:prSet presAssocID="{45D7A26F-5626-477A-97A8-52884597E84D}" presName="parTx" presStyleLbl="revTx" presStyleIdx="2" presStyleCnt="4">
        <dgm:presLayoutVars>
          <dgm:chMax val="0"/>
          <dgm:chPref val="0"/>
        </dgm:presLayoutVars>
      </dgm:prSet>
      <dgm:spPr/>
    </dgm:pt>
    <dgm:pt modelId="{B94C77CD-4F4E-40D9-9E60-3F7769ADD2A3}" type="pres">
      <dgm:prSet presAssocID="{A9D75E36-7443-4B6B-AFCA-75C400DAF639}" presName="sibTrans" presStyleCnt="0"/>
      <dgm:spPr/>
    </dgm:pt>
    <dgm:pt modelId="{D3015181-BFC8-4FDE-96D2-17FEA6AC71A6}" type="pres">
      <dgm:prSet presAssocID="{205540FC-4A26-4AE7-B93B-F7AACC86D0F3}" presName="compNode" presStyleCnt="0"/>
      <dgm:spPr/>
    </dgm:pt>
    <dgm:pt modelId="{3CA34EEE-B878-4171-93E9-CBCDD0D44F70}" type="pres">
      <dgm:prSet presAssocID="{205540FC-4A26-4AE7-B93B-F7AACC86D0F3}" presName="bgRect" presStyleLbl="bgShp" presStyleIdx="3" presStyleCnt="4"/>
      <dgm:spPr/>
    </dgm:pt>
    <dgm:pt modelId="{635119B2-99FA-4DD7-8882-954813E6EFC7}" type="pres">
      <dgm:prSet presAssocID="{205540FC-4A26-4AE7-B93B-F7AACC86D0F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B18A5AF3-DB3C-419C-86A4-90B5404B7B73}" type="pres">
      <dgm:prSet presAssocID="{205540FC-4A26-4AE7-B93B-F7AACC86D0F3}" presName="spaceRect" presStyleCnt="0"/>
      <dgm:spPr/>
    </dgm:pt>
    <dgm:pt modelId="{EFDBD3A4-CBC3-4A08-B053-DBE31A795953}" type="pres">
      <dgm:prSet presAssocID="{205540FC-4A26-4AE7-B93B-F7AACC86D0F3}" presName="parTx" presStyleLbl="revTx" presStyleIdx="3" presStyleCnt="4">
        <dgm:presLayoutVars>
          <dgm:chMax val="0"/>
          <dgm:chPref val="0"/>
        </dgm:presLayoutVars>
      </dgm:prSet>
      <dgm:spPr/>
    </dgm:pt>
  </dgm:ptLst>
  <dgm:cxnLst>
    <dgm:cxn modelId="{FC616D15-511C-4340-B0FF-94BEDC7CCDEB}" srcId="{265B2BBC-53C8-4C7C-8C6F-2FA99F14FDB1}" destId="{EE32DDDA-4834-4990-B9F5-8FA30A81A645}" srcOrd="1" destOrd="0" parTransId="{81710154-0EC8-4662-AB32-1082D54C6960}" sibTransId="{4E113425-07ED-45D0-9F5B-29EF7EC32C40}"/>
    <dgm:cxn modelId="{820A9028-0836-41B2-BABC-4BE742E706AF}" srcId="{265B2BBC-53C8-4C7C-8C6F-2FA99F14FDB1}" destId="{45D7A26F-5626-477A-97A8-52884597E84D}" srcOrd="2" destOrd="0" parTransId="{64A4DCED-990B-4192-93A7-EA3D21DAC896}" sibTransId="{A9D75E36-7443-4B6B-AFCA-75C400DAF639}"/>
    <dgm:cxn modelId="{FC277B3C-93A3-4D8D-85D4-84C8F4C1F445}" type="presOf" srcId="{265B2BBC-53C8-4C7C-8C6F-2FA99F14FDB1}" destId="{82DF523D-88B0-4B5A-9C77-D3B12D4C762B}" srcOrd="0" destOrd="0" presId="urn:microsoft.com/office/officeart/2018/2/layout/IconVerticalSolidList"/>
    <dgm:cxn modelId="{09BAA376-F59E-411C-AADF-0CB5BB544D52}" srcId="{265B2BBC-53C8-4C7C-8C6F-2FA99F14FDB1}" destId="{205540FC-4A26-4AE7-B93B-F7AACC86D0F3}" srcOrd="3" destOrd="0" parTransId="{59A13C0F-C68D-4925-88CE-A61B5807C0FD}" sibTransId="{CB916C8E-2721-4577-8248-0908B082F075}"/>
    <dgm:cxn modelId="{2A63D791-D7D6-478C-A9C7-48F7E7F59D85}" type="presOf" srcId="{205540FC-4A26-4AE7-B93B-F7AACC86D0F3}" destId="{EFDBD3A4-CBC3-4A08-B053-DBE31A795953}" srcOrd="0" destOrd="0" presId="urn:microsoft.com/office/officeart/2018/2/layout/IconVerticalSolidList"/>
    <dgm:cxn modelId="{995694A1-12A2-4234-B05F-7A2EB8F2F359}" type="presOf" srcId="{4DFF5E0E-BCF3-46C5-8129-DE4DFF5FB60E}" destId="{1DECE70E-FBF8-455F-90F1-C218C255D4EB}" srcOrd="0" destOrd="0" presId="urn:microsoft.com/office/officeart/2018/2/layout/IconVerticalSolidList"/>
    <dgm:cxn modelId="{060B1AC6-F336-4CBF-984C-3E5E1D30C6F3}" type="presOf" srcId="{45D7A26F-5626-477A-97A8-52884597E84D}" destId="{8C8FB09C-2223-4BD3-BEE9-5BD905B2B7EE}" srcOrd="0" destOrd="0" presId="urn:microsoft.com/office/officeart/2018/2/layout/IconVerticalSolidList"/>
    <dgm:cxn modelId="{3C0679D2-DD25-4509-A4F6-5917B18CB199}" srcId="{265B2BBC-53C8-4C7C-8C6F-2FA99F14FDB1}" destId="{4DFF5E0E-BCF3-46C5-8129-DE4DFF5FB60E}" srcOrd="0" destOrd="0" parTransId="{F5D91922-C130-4AE3-8305-D4D667A68985}" sibTransId="{CD73C629-CFA8-430F-AFA6-7461CF29415B}"/>
    <dgm:cxn modelId="{151EDFF6-6D76-43DF-A756-0D941405E774}" type="presOf" srcId="{EE32DDDA-4834-4990-B9F5-8FA30A81A645}" destId="{EDCB5E8A-36C5-4ECE-9950-B735F18FA86E}" srcOrd="0" destOrd="0" presId="urn:microsoft.com/office/officeart/2018/2/layout/IconVerticalSolidList"/>
    <dgm:cxn modelId="{C24CFD80-82AB-4CE4-ACBB-4F9B06E7B76E}" type="presParOf" srcId="{82DF523D-88B0-4B5A-9C77-D3B12D4C762B}" destId="{976AC174-EE47-497E-86CF-F89E4FE9E882}" srcOrd="0" destOrd="0" presId="urn:microsoft.com/office/officeart/2018/2/layout/IconVerticalSolidList"/>
    <dgm:cxn modelId="{11F52CDD-E327-47D0-9F41-AC18AB6C7C96}" type="presParOf" srcId="{976AC174-EE47-497E-86CF-F89E4FE9E882}" destId="{A0F3BBAD-EB10-457F-ACA3-98E979CA5FE8}" srcOrd="0" destOrd="0" presId="urn:microsoft.com/office/officeart/2018/2/layout/IconVerticalSolidList"/>
    <dgm:cxn modelId="{8E573770-7C25-4BB5-96CC-4574C8531335}" type="presParOf" srcId="{976AC174-EE47-497E-86CF-F89E4FE9E882}" destId="{DAA476FD-47DE-4369-8036-C8180943859F}" srcOrd="1" destOrd="0" presId="urn:microsoft.com/office/officeart/2018/2/layout/IconVerticalSolidList"/>
    <dgm:cxn modelId="{479407C3-04EC-46DE-B4A9-B414FC561237}" type="presParOf" srcId="{976AC174-EE47-497E-86CF-F89E4FE9E882}" destId="{65A03493-6604-48FB-B837-AAE9A05C560F}" srcOrd="2" destOrd="0" presId="urn:microsoft.com/office/officeart/2018/2/layout/IconVerticalSolidList"/>
    <dgm:cxn modelId="{59E0FB15-E884-4E49-86E1-404FDCE6D63D}" type="presParOf" srcId="{976AC174-EE47-497E-86CF-F89E4FE9E882}" destId="{1DECE70E-FBF8-455F-90F1-C218C255D4EB}" srcOrd="3" destOrd="0" presId="urn:microsoft.com/office/officeart/2018/2/layout/IconVerticalSolidList"/>
    <dgm:cxn modelId="{DFB67A48-A873-4339-ACC7-EFD148F15D57}" type="presParOf" srcId="{82DF523D-88B0-4B5A-9C77-D3B12D4C762B}" destId="{0CE8BECF-9D63-4E31-9866-BA5ADDE8E86E}" srcOrd="1" destOrd="0" presId="urn:microsoft.com/office/officeart/2018/2/layout/IconVerticalSolidList"/>
    <dgm:cxn modelId="{9E193B86-2FF9-4CF9-A094-C4835C7A38B5}" type="presParOf" srcId="{82DF523D-88B0-4B5A-9C77-D3B12D4C762B}" destId="{AD0F234B-B27B-4310-9B81-BE23A28C7E17}" srcOrd="2" destOrd="0" presId="urn:microsoft.com/office/officeart/2018/2/layout/IconVerticalSolidList"/>
    <dgm:cxn modelId="{31F8C208-DC06-4F18-A7B3-BD5BF5D51CE5}" type="presParOf" srcId="{AD0F234B-B27B-4310-9B81-BE23A28C7E17}" destId="{D494E001-4B4A-44D9-9548-1AEE8B284B15}" srcOrd="0" destOrd="0" presId="urn:microsoft.com/office/officeart/2018/2/layout/IconVerticalSolidList"/>
    <dgm:cxn modelId="{7B343661-74CE-49B6-8A1A-091A8E234299}" type="presParOf" srcId="{AD0F234B-B27B-4310-9B81-BE23A28C7E17}" destId="{F613CABC-E4DC-45CE-929C-9BC1DF266EB0}" srcOrd="1" destOrd="0" presId="urn:microsoft.com/office/officeart/2018/2/layout/IconVerticalSolidList"/>
    <dgm:cxn modelId="{4622BF20-36DE-4A09-ACF9-BCE96A571AF3}" type="presParOf" srcId="{AD0F234B-B27B-4310-9B81-BE23A28C7E17}" destId="{6858418F-2CA8-4A43-9C43-4A4B1E77606A}" srcOrd="2" destOrd="0" presId="urn:microsoft.com/office/officeart/2018/2/layout/IconVerticalSolidList"/>
    <dgm:cxn modelId="{5AEBECDF-FEAF-4130-B094-C48091FA0811}" type="presParOf" srcId="{AD0F234B-B27B-4310-9B81-BE23A28C7E17}" destId="{EDCB5E8A-36C5-4ECE-9950-B735F18FA86E}" srcOrd="3" destOrd="0" presId="urn:microsoft.com/office/officeart/2018/2/layout/IconVerticalSolidList"/>
    <dgm:cxn modelId="{86124055-81B8-4DAC-8E87-DD76B558D74E}" type="presParOf" srcId="{82DF523D-88B0-4B5A-9C77-D3B12D4C762B}" destId="{171D72C2-4A19-45B0-8CEA-81DA972BEE1B}" srcOrd="3" destOrd="0" presId="urn:microsoft.com/office/officeart/2018/2/layout/IconVerticalSolidList"/>
    <dgm:cxn modelId="{F98726CB-CE25-46F1-B0C1-EECDB9A4A1D3}" type="presParOf" srcId="{82DF523D-88B0-4B5A-9C77-D3B12D4C762B}" destId="{08B49F98-7C3B-44C7-AB63-88585A2D878B}" srcOrd="4" destOrd="0" presId="urn:microsoft.com/office/officeart/2018/2/layout/IconVerticalSolidList"/>
    <dgm:cxn modelId="{587A0368-6CCB-4F34-90C0-576644547F82}" type="presParOf" srcId="{08B49F98-7C3B-44C7-AB63-88585A2D878B}" destId="{E9925A33-C48E-4954-849D-CD32E62809AD}" srcOrd="0" destOrd="0" presId="urn:microsoft.com/office/officeart/2018/2/layout/IconVerticalSolidList"/>
    <dgm:cxn modelId="{27B21F95-278C-4238-89BB-21198B698107}" type="presParOf" srcId="{08B49F98-7C3B-44C7-AB63-88585A2D878B}" destId="{619C0D33-F321-4314-9603-44DCDBD26D97}" srcOrd="1" destOrd="0" presId="urn:microsoft.com/office/officeart/2018/2/layout/IconVerticalSolidList"/>
    <dgm:cxn modelId="{728F1767-63C2-4362-9F6D-6A541C1B4BFD}" type="presParOf" srcId="{08B49F98-7C3B-44C7-AB63-88585A2D878B}" destId="{F535550C-F087-44E6-A105-75616DCFF013}" srcOrd="2" destOrd="0" presId="urn:microsoft.com/office/officeart/2018/2/layout/IconVerticalSolidList"/>
    <dgm:cxn modelId="{85377DAE-B88F-48A3-80EE-E3F22E880129}" type="presParOf" srcId="{08B49F98-7C3B-44C7-AB63-88585A2D878B}" destId="{8C8FB09C-2223-4BD3-BEE9-5BD905B2B7EE}" srcOrd="3" destOrd="0" presId="urn:microsoft.com/office/officeart/2018/2/layout/IconVerticalSolidList"/>
    <dgm:cxn modelId="{D355BC8E-6AC9-4EA8-B08C-190BC04C4935}" type="presParOf" srcId="{82DF523D-88B0-4B5A-9C77-D3B12D4C762B}" destId="{B94C77CD-4F4E-40D9-9E60-3F7769ADD2A3}" srcOrd="5" destOrd="0" presId="urn:microsoft.com/office/officeart/2018/2/layout/IconVerticalSolidList"/>
    <dgm:cxn modelId="{C2E16348-50CC-42CC-9E79-E0EDC9BD2286}" type="presParOf" srcId="{82DF523D-88B0-4B5A-9C77-D3B12D4C762B}" destId="{D3015181-BFC8-4FDE-96D2-17FEA6AC71A6}" srcOrd="6" destOrd="0" presId="urn:microsoft.com/office/officeart/2018/2/layout/IconVerticalSolidList"/>
    <dgm:cxn modelId="{3088F446-2BDE-41C6-BF50-66475687B93B}" type="presParOf" srcId="{D3015181-BFC8-4FDE-96D2-17FEA6AC71A6}" destId="{3CA34EEE-B878-4171-93E9-CBCDD0D44F70}" srcOrd="0" destOrd="0" presId="urn:microsoft.com/office/officeart/2018/2/layout/IconVerticalSolidList"/>
    <dgm:cxn modelId="{044DD9A9-F4C7-483C-833A-1FBC57D97A0E}" type="presParOf" srcId="{D3015181-BFC8-4FDE-96D2-17FEA6AC71A6}" destId="{635119B2-99FA-4DD7-8882-954813E6EFC7}" srcOrd="1" destOrd="0" presId="urn:microsoft.com/office/officeart/2018/2/layout/IconVerticalSolidList"/>
    <dgm:cxn modelId="{4420E601-3C99-4DA0-A699-FAF0DB1DBDAE}" type="presParOf" srcId="{D3015181-BFC8-4FDE-96D2-17FEA6AC71A6}" destId="{B18A5AF3-DB3C-419C-86A4-90B5404B7B73}" srcOrd="2" destOrd="0" presId="urn:microsoft.com/office/officeart/2018/2/layout/IconVerticalSolidList"/>
    <dgm:cxn modelId="{DDB02A90-E57E-449D-BB9E-136A906383E2}" type="presParOf" srcId="{D3015181-BFC8-4FDE-96D2-17FEA6AC71A6}" destId="{EFDBD3A4-CBC3-4A08-B053-DBE31A79595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9B873D-6C44-4A21-8E5A-7DEB4A773A2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B4D691D-A38A-4763-8E85-C53DC1E0D0F0}">
      <dgm:prSet custT="1"/>
      <dgm:spPr/>
      <dgm:t>
        <a:bodyPr/>
        <a:lstStyle/>
        <a:p>
          <a:r>
            <a:rPr lang="en-US" sz="1600" b="1" dirty="0">
              <a:latin typeface="Century" panose="02040604050505020304" pitchFamily="18" charset="0"/>
            </a:rPr>
            <a:t>Expert-Driven Hierarchy:</a:t>
          </a:r>
          <a:br>
            <a:rPr lang="en-US" sz="1600" dirty="0">
              <a:latin typeface="Century" panose="02040604050505020304" pitchFamily="18" charset="0"/>
            </a:rPr>
          </a:br>
          <a:r>
            <a:rPr lang="en-US" sz="1600" dirty="0">
              <a:latin typeface="Century" panose="02040604050505020304" pitchFamily="18" charset="0"/>
            </a:rPr>
            <a:t>The priority structure is developed using the Analytic Hierarchy Process (AHP) based on industry expert feedback.</a:t>
          </a:r>
        </a:p>
      </dgm:t>
    </dgm:pt>
    <dgm:pt modelId="{68378AD5-278E-4F01-8AC6-FC3AC1F7F0AB}" type="parTrans" cxnId="{B517F029-21C3-491A-88C3-FCC2E8FE2F0C}">
      <dgm:prSet/>
      <dgm:spPr/>
      <dgm:t>
        <a:bodyPr/>
        <a:lstStyle/>
        <a:p>
          <a:endParaRPr lang="en-US"/>
        </a:p>
      </dgm:t>
    </dgm:pt>
    <dgm:pt modelId="{D48F13BD-CBAE-41E8-BCE9-FE53142D17C7}" type="sibTrans" cxnId="{B517F029-21C3-491A-88C3-FCC2E8FE2F0C}">
      <dgm:prSet/>
      <dgm:spPr/>
      <dgm:t>
        <a:bodyPr/>
        <a:lstStyle/>
        <a:p>
          <a:endParaRPr lang="en-US"/>
        </a:p>
      </dgm:t>
    </dgm:pt>
    <dgm:pt modelId="{2E181483-30AA-4636-AFC2-DA420B03AB8D}">
      <dgm:prSet custT="1"/>
      <dgm:spPr/>
      <dgm:t>
        <a:bodyPr/>
        <a:lstStyle/>
        <a:p>
          <a:r>
            <a:rPr lang="en-US" sz="1600" b="1" dirty="0">
              <a:latin typeface="Century" panose="02040604050505020304" pitchFamily="18" charset="0"/>
            </a:rPr>
            <a:t>Pairwise Comparison:</a:t>
          </a:r>
          <a:br>
            <a:rPr lang="en-US" sz="1600" dirty="0">
              <a:latin typeface="Century" panose="02040604050505020304" pitchFamily="18" charset="0"/>
            </a:rPr>
          </a:br>
          <a:r>
            <a:rPr lang="en-US" sz="1600" dirty="0">
              <a:latin typeface="Century" panose="02040604050505020304" pitchFamily="18" charset="0"/>
            </a:rPr>
            <a:t>Experts compare goals (e.g., Bird Health vs. Cost Savings) using Saaty’s 1–9 scale.</a:t>
          </a:r>
        </a:p>
      </dgm:t>
    </dgm:pt>
    <dgm:pt modelId="{36C6C567-CC7B-4324-8A35-5C5EAD90CF75}" type="parTrans" cxnId="{FFB0B5CA-B193-4BDA-944F-3F4DC2602E55}">
      <dgm:prSet/>
      <dgm:spPr/>
      <dgm:t>
        <a:bodyPr/>
        <a:lstStyle/>
        <a:p>
          <a:endParaRPr lang="en-US"/>
        </a:p>
      </dgm:t>
    </dgm:pt>
    <dgm:pt modelId="{DD76E916-1EE2-4232-BB08-5126D3966446}" type="sibTrans" cxnId="{FFB0B5CA-B193-4BDA-944F-3F4DC2602E55}">
      <dgm:prSet/>
      <dgm:spPr/>
      <dgm:t>
        <a:bodyPr/>
        <a:lstStyle/>
        <a:p>
          <a:endParaRPr lang="en-US"/>
        </a:p>
      </dgm:t>
    </dgm:pt>
    <dgm:pt modelId="{A1670865-BF6B-482F-9C94-3281B7F159DA}">
      <dgm:prSet custT="1"/>
      <dgm:spPr/>
      <dgm:t>
        <a:bodyPr/>
        <a:lstStyle/>
        <a:p>
          <a:r>
            <a:rPr lang="en-US" sz="1600" b="1" dirty="0">
              <a:latin typeface="Century" panose="02040604050505020304" pitchFamily="18" charset="0"/>
            </a:rPr>
            <a:t>Consistency Verification:</a:t>
          </a:r>
          <a:br>
            <a:rPr lang="en-US" sz="1600" dirty="0">
              <a:latin typeface="Century" panose="02040604050505020304" pitchFamily="18" charset="0"/>
            </a:rPr>
          </a:br>
          <a:r>
            <a:rPr lang="en-US" sz="1600" dirty="0">
              <a:latin typeface="Century" panose="02040604050505020304" pitchFamily="18" charset="0"/>
            </a:rPr>
            <a:t>The model computes a Consistency Ratio (CR); judgments are accepted only if </a:t>
          </a:r>
          <a:r>
            <a:rPr lang="en-US" sz="1600" b="1" dirty="0">
              <a:latin typeface="Century" panose="02040604050505020304" pitchFamily="18" charset="0"/>
            </a:rPr>
            <a:t>CR ≤ 0.10</a:t>
          </a:r>
          <a:r>
            <a:rPr lang="en-US" sz="1600" dirty="0">
              <a:latin typeface="Century" panose="02040604050505020304" pitchFamily="18" charset="0"/>
            </a:rPr>
            <a:t>.</a:t>
          </a:r>
        </a:p>
      </dgm:t>
    </dgm:pt>
    <dgm:pt modelId="{5FD2692B-018B-44A7-B78C-F2ACEF47B07B}" type="parTrans" cxnId="{8E997DC5-67F3-44F3-879A-835F85630608}">
      <dgm:prSet/>
      <dgm:spPr/>
      <dgm:t>
        <a:bodyPr/>
        <a:lstStyle/>
        <a:p>
          <a:endParaRPr lang="en-US"/>
        </a:p>
      </dgm:t>
    </dgm:pt>
    <dgm:pt modelId="{355C3459-F219-4CD7-8183-1308015DA6B6}" type="sibTrans" cxnId="{8E997DC5-67F3-44F3-879A-835F85630608}">
      <dgm:prSet/>
      <dgm:spPr/>
      <dgm:t>
        <a:bodyPr/>
        <a:lstStyle/>
        <a:p>
          <a:endParaRPr lang="en-US"/>
        </a:p>
      </dgm:t>
    </dgm:pt>
    <dgm:pt modelId="{B8466134-F656-4A94-9851-7A9AEE83D066}">
      <dgm:prSet custT="1"/>
      <dgm:spPr/>
      <dgm:t>
        <a:bodyPr/>
        <a:lstStyle/>
        <a:p>
          <a:r>
            <a:rPr lang="en-US" sz="1600" b="1" dirty="0">
              <a:latin typeface="Century" panose="02040604050505020304" pitchFamily="18" charset="0"/>
            </a:rPr>
            <a:t>Weight Application:</a:t>
          </a:r>
          <a:br>
            <a:rPr lang="en-US" sz="1600" dirty="0">
              <a:latin typeface="Century" panose="02040604050505020304" pitchFamily="18" charset="0"/>
            </a:rPr>
          </a:br>
          <a:r>
            <a:rPr lang="en-US" sz="1600" dirty="0">
              <a:latin typeface="Century" panose="02040604050505020304" pitchFamily="18" charset="0"/>
            </a:rPr>
            <a:t>The validated weights (Cₛ) are incorporated as coefficients in the objective function to minimize weighted deviations.</a:t>
          </a:r>
        </a:p>
      </dgm:t>
    </dgm:pt>
    <dgm:pt modelId="{9D125054-089C-4E96-9BCC-B20EC30A37C6}" type="parTrans" cxnId="{C8CDA169-0A15-4BA6-BDD1-5FC1D9721289}">
      <dgm:prSet/>
      <dgm:spPr/>
      <dgm:t>
        <a:bodyPr/>
        <a:lstStyle/>
        <a:p>
          <a:endParaRPr lang="en-US"/>
        </a:p>
      </dgm:t>
    </dgm:pt>
    <dgm:pt modelId="{BB1ACBD2-6948-492E-B78E-26B7B0716B29}" type="sibTrans" cxnId="{C8CDA169-0A15-4BA6-BDD1-5FC1D9721289}">
      <dgm:prSet/>
      <dgm:spPr/>
      <dgm:t>
        <a:bodyPr/>
        <a:lstStyle/>
        <a:p>
          <a:endParaRPr lang="en-US"/>
        </a:p>
      </dgm:t>
    </dgm:pt>
    <dgm:pt modelId="{3C6C9E37-7CF9-43B5-8E5C-B2D704416A17}" type="pres">
      <dgm:prSet presAssocID="{669B873D-6C44-4A21-8E5A-7DEB4A773A22}" presName="root" presStyleCnt="0">
        <dgm:presLayoutVars>
          <dgm:dir/>
          <dgm:resizeHandles val="exact"/>
        </dgm:presLayoutVars>
      </dgm:prSet>
      <dgm:spPr/>
    </dgm:pt>
    <dgm:pt modelId="{B0564A17-A29C-4916-8DDF-782CDAB7C710}" type="pres">
      <dgm:prSet presAssocID="{CB4D691D-A38A-4763-8E85-C53DC1E0D0F0}" presName="compNode" presStyleCnt="0"/>
      <dgm:spPr/>
    </dgm:pt>
    <dgm:pt modelId="{8A0F4F5E-6F62-46B3-8680-587211129F32}" type="pres">
      <dgm:prSet presAssocID="{CB4D691D-A38A-4763-8E85-C53DC1E0D0F0}" presName="bgRect" presStyleLbl="bgShp" presStyleIdx="0" presStyleCnt="4"/>
      <dgm:spPr/>
    </dgm:pt>
    <dgm:pt modelId="{FC76ACA0-826F-47FE-8699-DB0C761E20C8}" type="pres">
      <dgm:prSet presAssocID="{CB4D691D-A38A-4763-8E85-C53DC1E0D0F0}"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nching Diagram"/>
        </a:ext>
      </dgm:extLst>
    </dgm:pt>
    <dgm:pt modelId="{7C0E6A1A-1497-4579-8D64-D1F844A9B47E}" type="pres">
      <dgm:prSet presAssocID="{CB4D691D-A38A-4763-8E85-C53DC1E0D0F0}" presName="spaceRect" presStyleCnt="0"/>
      <dgm:spPr/>
    </dgm:pt>
    <dgm:pt modelId="{F2B5405E-6BAF-45DC-98B1-FA686CBE3C08}" type="pres">
      <dgm:prSet presAssocID="{CB4D691D-A38A-4763-8E85-C53DC1E0D0F0}" presName="parTx" presStyleLbl="revTx" presStyleIdx="0" presStyleCnt="4">
        <dgm:presLayoutVars>
          <dgm:chMax val="0"/>
          <dgm:chPref val="0"/>
        </dgm:presLayoutVars>
      </dgm:prSet>
      <dgm:spPr/>
    </dgm:pt>
    <dgm:pt modelId="{C3144D59-FD7A-47A8-A90B-90F112811717}" type="pres">
      <dgm:prSet presAssocID="{D48F13BD-CBAE-41E8-BCE9-FE53142D17C7}" presName="sibTrans" presStyleCnt="0"/>
      <dgm:spPr/>
    </dgm:pt>
    <dgm:pt modelId="{EA6093C4-2CA2-4E31-A9A8-28A0BBA30FD1}" type="pres">
      <dgm:prSet presAssocID="{2E181483-30AA-4636-AFC2-DA420B03AB8D}" presName="compNode" presStyleCnt="0"/>
      <dgm:spPr/>
    </dgm:pt>
    <dgm:pt modelId="{62E725EC-D079-4AD1-9480-0F533ED27D6B}" type="pres">
      <dgm:prSet presAssocID="{2E181483-30AA-4636-AFC2-DA420B03AB8D}" presName="bgRect" presStyleLbl="bgShp" presStyleIdx="1" presStyleCnt="4"/>
      <dgm:spPr/>
    </dgm:pt>
    <dgm:pt modelId="{0A4564CC-5F69-4B15-A7A3-CA56976FEEEB}" type="pres">
      <dgm:prSet presAssocID="{2E181483-30AA-4636-AFC2-DA420B03AB8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mster"/>
        </a:ext>
      </dgm:extLst>
    </dgm:pt>
    <dgm:pt modelId="{1AE949E9-9F2A-4C35-B73C-3346EB77BE45}" type="pres">
      <dgm:prSet presAssocID="{2E181483-30AA-4636-AFC2-DA420B03AB8D}" presName="spaceRect" presStyleCnt="0"/>
      <dgm:spPr/>
    </dgm:pt>
    <dgm:pt modelId="{2BCA089C-5216-4360-902F-5C6A75A5DDA3}" type="pres">
      <dgm:prSet presAssocID="{2E181483-30AA-4636-AFC2-DA420B03AB8D}" presName="parTx" presStyleLbl="revTx" presStyleIdx="1" presStyleCnt="4">
        <dgm:presLayoutVars>
          <dgm:chMax val="0"/>
          <dgm:chPref val="0"/>
        </dgm:presLayoutVars>
      </dgm:prSet>
      <dgm:spPr/>
    </dgm:pt>
    <dgm:pt modelId="{0D3DB3CB-5FFA-42FC-BF7D-46D461079747}" type="pres">
      <dgm:prSet presAssocID="{DD76E916-1EE2-4232-BB08-5126D3966446}" presName="sibTrans" presStyleCnt="0"/>
      <dgm:spPr/>
    </dgm:pt>
    <dgm:pt modelId="{8AEA00D6-F619-4C9B-B4A4-39AC376671DD}" type="pres">
      <dgm:prSet presAssocID="{A1670865-BF6B-482F-9C94-3281B7F159DA}" presName="compNode" presStyleCnt="0"/>
      <dgm:spPr/>
    </dgm:pt>
    <dgm:pt modelId="{18485BF4-534A-40B2-A42C-B16776B7AEB3}" type="pres">
      <dgm:prSet presAssocID="{A1670865-BF6B-482F-9C94-3281B7F159DA}" presName="bgRect" presStyleLbl="bgShp" presStyleIdx="2" presStyleCnt="4"/>
      <dgm:spPr/>
    </dgm:pt>
    <dgm:pt modelId="{DD41ABCC-807B-4E21-8998-A0F311CF507D}" type="pres">
      <dgm:prSet presAssocID="{A1670865-BF6B-482F-9C94-3281B7F159D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eb Design"/>
        </a:ext>
      </dgm:extLst>
    </dgm:pt>
    <dgm:pt modelId="{BA0DB8F7-4053-4AB7-995B-F71A38A3B709}" type="pres">
      <dgm:prSet presAssocID="{A1670865-BF6B-482F-9C94-3281B7F159DA}" presName="spaceRect" presStyleCnt="0"/>
      <dgm:spPr/>
    </dgm:pt>
    <dgm:pt modelId="{F6BBFCBB-08B8-49B9-B9B3-2B11E715907A}" type="pres">
      <dgm:prSet presAssocID="{A1670865-BF6B-482F-9C94-3281B7F159DA}" presName="parTx" presStyleLbl="revTx" presStyleIdx="2" presStyleCnt="4">
        <dgm:presLayoutVars>
          <dgm:chMax val="0"/>
          <dgm:chPref val="0"/>
        </dgm:presLayoutVars>
      </dgm:prSet>
      <dgm:spPr/>
    </dgm:pt>
    <dgm:pt modelId="{7A538200-3240-4C16-9057-EEF24573FE5C}" type="pres">
      <dgm:prSet presAssocID="{355C3459-F219-4CD7-8183-1308015DA6B6}" presName="sibTrans" presStyleCnt="0"/>
      <dgm:spPr/>
    </dgm:pt>
    <dgm:pt modelId="{1E705AAF-7E21-406E-80A1-884DCD5D6812}" type="pres">
      <dgm:prSet presAssocID="{B8466134-F656-4A94-9851-7A9AEE83D066}" presName="compNode" presStyleCnt="0"/>
      <dgm:spPr/>
    </dgm:pt>
    <dgm:pt modelId="{3ABEC666-9D15-4449-B5A0-089DC30516AA}" type="pres">
      <dgm:prSet presAssocID="{B8466134-F656-4A94-9851-7A9AEE83D066}" presName="bgRect" presStyleLbl="bgShp" presStyleIdx="3" presStyleCnt="4"/>
      <dgm:spPr/>
    </dgm:pt>
    <dgm:pt modelId="{DF54849A-EA60-4ACE-88F6-74C612A86D5B}" type="pres">
      <dgm:prSet presAssocID="{B8466134-F656-4A94-9851-7A9AEE83D06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thematics"/>
        </a:ext>
      </dgm:extLst>
    </dgm:pt>
    <dgm:pt modelId="{CB5D1CED-0E0F-4B45-934E-87DD1CDB5E46}" type="pres">
      <dgm:prSet presAssocID="{B8466134-F656-4A94-9851-7A9AEE83D066}" presName="spaceRect" presStyleCnt="0"/>
      <dgm:spPr/>
    </dgm:pt>
    <dgm:pt modelId="{E00D2062-DB10-4041-8693-91D74AEDACB0}" type="pres">
      <dgm:prSet presAssocID="{B8466134-F656-4A94-9851-7A9AEE83D066}" presName="parTx" presStyleLbl="revTx" presStyleIdx="3" presStyleCnt="4">
        <dgm:presLayoutVars>
          <dgm:chMax val="0"/>
          <dgm:chPref val="0"/>
        </dgm:presLayoutVars>
      </dgm:prSet>
      <dgm:spPr/>
    </dgm:pt>
  </dgm:ptLst>
  <dgm:cxnLst>
    <dgm:cxn modelId="{B517F029-21C3-491A-88C3-FCC2E8FE2F0C}" srcId="{669B873D-6C44-4A21-8E5A-7DEB4A773A22}" destId="{CB4D691D-A38A-4763-8E85-C53DC1E0D0F0}" srcOrd="0" destOrd="0" parTransId="{68378AD5-278E-4F01-8AC6-FC3AC1F7F0AB}" sibTransId="{D48F13BD-CBAE-41E8-BCE9-FE53142D17C7}"/>
    <dgm:cxn modelId="{8BBC3165-1064-4169-A8D4-B8CB21DF9785}" type="presOf" srcId="{A1670865-BF6B-482F-9C94-3281B7F159DA}" destId="{F6BBFCBB-08B8-49B9-B9B3-2B11E715907A}" srcOrd="0" destOrd="0" presId="urn:microsoft.com/office/officeart/2018/2/layout/IconVerticalSolidList"/>
    <dgm:cxn modelId="{C8CDA169-0A15-4BA6-BDD1-5FC1D9721289}" srcId="{669B873D-6C44-4A21-8E5A-7DEB4A773A22}" destId="{B8466134-F656-4A94-9851-7A9AEE83D066}" srcOrd="3" destOrd="0" parTransId="{9D125054-089C-4E96-9BCC-B20EC30A37C6}" sibTransId="{BB1ACBD2-6948-492E-B78E-26B7B0716B29}"/>
    <dgm:cxn modelId="{D5449489-2845-4EA8-A78B-E6A0320A4CE1}" type="presOf" srcId="{B8466134-F656-4A94-9851-7A9AEE83D066}" destId="{E00D2062-DB10-4041-8693-91D74AEDACB0}" srcOrd="0" destOrd="0" presId="urn:microsoft.com/office/officeart/2018/2/layout/IconVerticalSolidList"/>
    <dgm:cxn modelId="{5B2083AD-61BB-420D-9D64-4D281DD0C151}" type="presOf" srcId="{CB4D691D-A38A-4763-8E85-C53DC1E0D0F0}" destId="{F2B5405E-6BAF-45DC-98B1-FA686CBE3C08}" srcOrd="0" destOrd="0" presId="urn:microsoft.com/office/officeart/2018/2/layout/IconVerticalSolidList"/>
    <dgm:cxn modelId="{8E997DC5-67F3-44F3-879A-835F85630608}" srcId="{669B873D-6C44-4A21-8E5A-7DEB4A773A22}" destId="{A1670865-BF6B-482F-9C94-3281B7F159DA}" srcOrd="2" destOrd="0" parTransId="{5FD2692B-018B-44A7-B78C-F2ACEF47B07B}" sibTransId="{355C3459-F219-4CD7-8183-1308015DA6B6}"/>
    <dgm:cxn modelId="{FFB0B5CA-B193-4BDA-944F-3F4DC2602E55}" srcId="{669B873D-6C44-4A21-8E5A-7DEB4A773A22}" destId="{2E181483-30AA-4636-AFC2-DA420B03AB8D}" srcOrd="1" destOrd="0" parTransId="{36C6C567-CC7B-4324-8A35-5C5EAD90CF75}" sibTransId="{DD76E916-1EE2-4232-BB08-5126D3966446}"/>
    <dgm:cxn modelId="{78045FD3-A7DD-4680-88D0-77A259C5783C}" type="presOf" srcId="{2E181483-30AA-4636-AFC2-DA420B03AB8D}" destId="{2BCA089C-5216-4360-902F-5C6A75A5DDA3}" srcOrd="0" destOrd="0" presId="urn:microsoft.com/office/officeart/2018/2/layout/IconVerticalSolidList"/>
    <dgm:cxn modelId="{EDFCA6F6-0DFD-4B16-815D-576C077F9772}" type="presOf" srcId="{669B873D-6C44-4A21-8E5A-7DEB4A773A22}" destId="{3C6C9E37-7CF9-43B5-8E5C-B2D704416A17}" srcOrd="0" destOrd="0" presId="urn:microsoft.com/office/officeart/2018/2/layout/IconVerticalSolidList"/>
    <dgm:cxn modelId="{2429B309-DBF8-4E27-AA24-508D9D29D629}" type="presParOf" srcId="{3C6C9E37-7CF9-43B5-8E5C-B2D704416A17}" destId="{B0564A17-A29C-4916-8DDF-782CDAB7C710}" srcOrd="0" destOrd="0" presId="urn:microsoft.com/office/officeart/2018/2/layout/IconVerticalSolidList"/>
    <dgm:cxn modelId="{D9E220D6-9262-4ADF-AC85-2F61D6023818}" type="presParOf" srcId="{B0564A17-A29C-4916-8DDF-782CDAB7C710}" destId="{8A0F4F5E-6F62-46B3-8680-587211129F32}" srcOrd="0" destOrd="0" presId="urn:microsoft.com/office/officeart/2018/2/layout/IconVerticalSolidList"/>
    <dgm:cxn modelId="{7C2A9D6E-6D89-4F6C-BC78-24FEE1FDA001}" type="presParOf" srcId="{B0564A17-A29C-4916-8DDF-782CDAB7C710}" destId="{FC76ACA0-826F-47FE-8699-DB0C761E20C8}" srcOrd="1" destOrd="0" presId="urn:microsoft.com/office/officeart/2018/2/layout/IconVerticalSolidList"/>
    <dgm:cxn modelId="{2E4C367F-E81C-493B-A179-B2375E11E081}" type="presParOf" srcId="{B0564A17-A29C-4916-8DDF-782CDAB7C710}" destId="{7C0E6A1A-1497-4579-8D64-D1F844A9B47E}" srcOrd="2" destOrd="0" presId="urn:microsoft.com/office/officeart/2018/2/layout/IconVerticalSolidList"/>
    <dgm:cxn modelId="{23A6A589-4D87-436E-99B7-A677AFD4A7E7}" type="presParOf" srcId="{B0564A17-A29C-4916-8DDF-782CDAB7C710}" destId="{F2B5405E-6BAF-45DC-98B1-FA686CBE3C08}" srcOrd="3" destOrd="0" presId="urn:microsoft.com/office/officeart/2018/2/layout/IconVerticalSolidList"/>
    <dgm:cxn modelId="{C261B44B-F501-4A77-B92C-FB53B3A13B4A}" type="presParOf" srcId="{3C6C9E37-7CF9-43B5-8E5C-B2D704416A17}" destId="{C3144D59-FD7A-47A8-A90B-90F112811717}" srcOrd="1" destOrd="0" presId="urn:microsoft.com/office/officeart/2018/2/layout/IconVerticalSolidList"/>
    <dgm:cxn modelId="{8ACE79FB-6CD9-4168-9002-14B3DCD58842}" type="presParOf" srcId="{3C6C9E37-7CF9-43B5-8E5C-B2D704416A17}" destId="{EA6093C4-2CA2-4E31-A9A8-28A0BBA30FD1}" srcOrd="2" destOrd="0" presId="urn:microsoft.com/office/officeart/2018/2/layout/IconVerticalSolidList"/>
    <dgm:cxn modelId="{0A775717-FD2E-4BEE-B5A0-095D5C25B592}" type="presParOf" srcId="{EA6093C4-2CA2-4E31-A9A8-28A0BBA30FD1}" destId="{62E725EC-D079-4AD1-9480-0F533ED27D6B}" srcOrd="0" destOrd="0" presId="urn:microsoft.com/office/officeart/2018/2/layout/IconVerticalSolidList"/>
    <dgm:cxn modelId="{1CB47488-DBBB-4970-BBF8-F26047B4069C}" type="presParOf" srcId="{EA6093C4-2CA2-4E31-A9A8-28A0BBA30FD1}" destId="{0A4564CC-5F69-4B15-A7A3-CA56976FEEEB}" srcOrd="1" destOrd="0" presId="urn:microsoft.com/office/officeart/2018/2/layout/IconVerticalSolidList"/>
    <dgm:cxn modelId="{A58E93FD-A5C7-4DB9-86BE-E4DDA54C2076}" type="presParOf" srcId="{EA6093C4-2CA2-4E31-A9A8-28A0BBA30FD1}" destId="{1AE949E9-9F2A-4C35-B73C-3346EB77BE45}" srcOrd="2" destOrd="0" presId="urn:microsoft.com/office/officeart/2018/2/layout/IconVerticalSolidList"/>
    <dgm:cxn modelId="{1A2509BA-931F-4CBF-96C1-270993AD99BA}" type="presParOf" srcId="{EA6093C4-2CA2-4E31-A9A8-28A0BBA30FD1}" destId="{2BCA089C-5216-4360-902F-5C6A75A5DDA3}" srcOrd="3" destOrd="0" presId="urn:microsoft.com/office/officeart/2018/2/layout/IconVerticalSolidList"/>
    <dgm:cxn modelId="{A8926F2F-23FA-4170-8D9D-218999EE8CED}" type="presParOf" srcId="{3C6C9E37-7CF9-43B5-8E5C-B2D704416A17}" destId="{0D3DB3CB-5FFA-42FC-BF7D-46D461079747}" srcOrd="3" destOrd="0" presId="urn:microsoft.com/office/officeart/2018/2/layout/IconVerticalSolidList"/>
    <dgm:cxn modelId="{C58F7B03-4847-4BC5-82CB-B4C4872A5145}" type="presParOf" srcId="{3C6C9E37-7CF9-43B5-8E5C-B2D704416A17}" destId="{8AEA00D6-F619-4C9B-B4A4-39AC376671DD}" srcOrd="4" destOrd="0" presId="urn:microsoft.com/office/officeart/2018/2/layout/IconVerticalSolidList"/>
    <dgm:cxn modelId="{F64ED79C-782D-4630-A904-C7315BE8150D}" type="presParOf" srcId="{8AEA00D6-F619-4C9B-B4A4-39AC376671DD}" destId="{18485BF4-534A-40B2-A42C-B16776B7AEB3}" srcOrd="0" destOrd="0" presId="urn:microsoft.com/office/officeart/2018/2/layout/IconVerticalSolidList"/>
    <dgm:cxn modelId="{AF61B746-1AB5-4300-89FB-37E0D42825D9}" type="presParOf" srcId="{8AEA00D6-F619-4C9B-B4A4-39AC376671DD}" destId="{DD41ABCC-807B-4E21-8998-A0F311CF507D}" srcOrd="1" destOrd="0" presId="urn:microsoft.com/office/officeart/2018/2/layout/IconVerticalSolidList"/>
    <dgm:cxn modelId="{E2D5075E-CECB-4EBA-9F23-015B75E9ED83}" type="presParOf" srcId="{8AEA00D6-F619-4C9B-B4A4-39AC376671DD}" destId="{BA0DB8F7-4053-4AB7-995B-F71A38A3B709}" srcOrd="2" destOrd="0" presId="urn:microsoft.com/office/officeart/2018/2/layout/IconVerticalSolidList"/>
    <dgm:cxn modelId="{5CCA2C6D-E017-4B14-B2E2-0806103DAC24}" type="presParOf" srcId="{8AEA00D6-F619-4C9B-B4A4-39AC376671DD}" destId="{F6BBFCBB-08B8-49B9-B9B3-2B11E715907A}" srcOrd="3" destOrd="0" presId="urn:microsoft.com/office/officeart/2018/2/layout/IconVerticalSolidList"/>
    <dgm:cxn modelId="{7C4FD77A-D191-4786-B660-18AFCFC3E7F3}" type="presParOf" srcId="{3C6C9E37-7CF9-43B5-8E5C-B2D704416A17}" destId="{7A538200-3240-4C16-9057-EEF24573FE5C}" srcOrd="5" destOrd="0" presId="urn:microsoft.com/office/officeart/2018/2/layout/IconVerticalSolidList"/>
    <dgm:cxn modelId="{C3E362A5-D95A-4E2C-B252-4506A9BD0221}" type="presParOf" srcId="{3C6C9E37-7CF9-43B5-8E5C-B2D704416A17}" destId="{1E705AAF-7E21-406E-80A1-884DCD5D6812}" srcOrd="6" destOrd="0" presId="urn:microsoft.com/office/officeart/2018/2/layout/IconVerticalSolidList"/>
    <dgm:cxn modelId="{758CC6AF-1F50-4B81-8993-933DDD8253D3}" type="presParOf" srcId="{1E705AAF-7E21-406E-80A1-884DCD5D6812}" destId="{3ABEC666-9D15-4449-B5A0-089DC30516AA}" srcOrd="0" destOrd="0" presId="urn:microsoft.com/office/officeart/2018/2/layout/IconVerticalSolidList"/>
    <dgm:cxn modelId="{18619E2A-5F38-4964-94DF-40AA0DD1461C}" type="presParOf" srcId="{1E705AAF-7E21-406E-80A1-884DCD5D6812}" destId="{DF54849A-EA60-4ACE-88F6-74C612A86D5B}" srcOrd="1" destOrd="0" presId="urn:microsoft.com/office/officeart/2018/2/layout/IconVerticalSolidList"/>
    <dgm:cxn modelId="{A4DFD076-31BE-48D3-AA98-4410D1BCB2AD}" type="presParOf" srcId="{1E705AAF-7E21-406E-80A1-884DCD5D6812}" destId="{CB5D1CED-0E0F-4B45-934E-87DD1CDB5E46}" srcOrd="2" destOrd="0" presId="urn:microsoft.com/office/officeart/2018/2/layout/IconVerticalSolidList"/>
    <dgm:cxn modelId="{D86A6020-8C0B-4A76-969C-2A60682DF305}" type="presParOf" srcId="{1E705AAF-7E21-406E-80A1-884DCD5D6812}" destId="{E00D2062-DB10-4041-8693-91D74AEDACB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F3BBAD-EB10-457F-ACA3-98E979CA5FE8}">
      <dsp:nvSpPr>
        <dsp:cNvPr id="0" name=""/>
        <dsp:cNvSpPr/>
      </dsp:nvSpPr>
      <dsp:spPr>
        <a:xfrm>
          <a:off x="0" y="5164"/>
          <a:ext cx="5968097" cy="11655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A476FD-47DE-4369-8036-C8180943859F}">
      <dsp:nvSpPr>
        <dsp:cNvPr id="0" name=""/>
        <dsp:cNvSpPr/>
      </dsp:nvSpPr>
      <dsp:spPr>
        <a:xfrm>
          <a:off x="352582" y="267415"/>
          <a:ext cx="641685" cy="64105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ECE70E-FBF8-455F-90F1-C218C255D4EB}">
      <dsp:nvSpPr>
        <dsp:cNvPr id="0" name=""/>
        <dsp:cNvSpPr/>
      </dsp:nvSpPr>
      <dsp:spPr>
        <a:xfrm>
          <a:off x="1346851" y="5164"/>
          <a:ext cx="4600504" cy="1201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10" tIns="127210" rIns="127210" bIns="127210"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entury" panose="02040604050505020304" pitchFamily="18" charset="0"/>
            </a:rPr>
            <a:t>Nutritional Adequacy </a:t>
          </a:r>
          <a:br>
            <a:rPr lang="en-IN" sz="1600" kern="1200" dirty="0">
              <a:latin typeface="Century" panose="02040604050505020304" pitchFamily="18" charset="0"/>
            </a:rPr>
          </a:br>
          <a:r>
            <a:rPr lang="en-IN" sz="1600" kern="1200" dirty="0">
              <a:latin typeface="Century" panose="02040604050505020304" pitchFamily="18" charset="0"/>
            </a:rPr>
            <a:t>Ensure all macro &amp; micro nutrients meet required biological limits for optimal broiler growth and safety.</a:t>
          </a:r>
          <a:endParaRPr lang="en-US" sz="1600" kern="1200" dirty="0">
            <a:latin typeface="Century" panose="02040604050505020304" pitchFamily="18" charset="0"/>
          </a:endParaRPr>
        </a:p>
      </dsp:txBody>
      <dsp:txXfrm>
        <a:off x="1346851" y="5164"/>
        <a:ext cx="4600504" cy="1201986"/>
      </dsp:txXfrm>
    </dsp:sp>
    <dsp:sp modelId="{D494E001-4B4A-44D9-9548-1AEE8B284B15}">
      <dsp:nvSpPr>
        <dsp:cNvPr id="0" name=""/>
        <dsp:cNvSpPr/>
      </dsp:nvSpPr>
      <dsp:spPr>
        <a:xfrm>
          <a:off x="0" y="1507647"/>
          <a:ext cx="5968097" cy="11655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3CABC-E4DC-45CE-929C-9BC1DF266EB0}">
      <dsp:nvSpPr>
        <dsp:cNvPr id="0" name=""/>
        <dsp:cNvSpPr/>
      </dsp:nvSpPr>
      <dsp:spPr>
        <a:xfrm>
          <a:off x="352582" y="1769898"/>
          <a:ext cx="641685" cy="641059"/>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CB5E8A-36C5-4ECE-9950-B735F18FA86E}">
      <dsp:nvSpPr>
        <dsp:cNvPr id="0" name=""/>
        <dsp:cNvSpPr/>
      </dsp:nvSpPr>
      <dsp:spPr>
        <a:xfrm>
          <a:off x="1346851" y="1507647"/>
          <a:ext cx="4600504" cy="1201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10" tIns="127210" rIns="127210" bIns="127210"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entury" panose="02040604050505020304" pitchFamily="18" charset="0"/>
            </a:rPr>
            <a:t>Feed Physical Quality </a:t>
          </a:r>
          <a:br>
            <a:rPr lang="en-IN" sz="1600" kern="1200" dirty="0">
              <a:latin typeface="Century" panose="02040604050505020304" pitchFamily="18" charset="0"/>
            </a:rPr>
          </a:br>
          <a:r>
            <a:rPr lang="en-IN" sz="1600" kern="1200" dirty="0">
              <a:latin typeface="Century" panose="02040604050505020304" pitchFamily="18" charset="0"/>
            </a:rPr>
            <a:t>Maximize pellet durability (PDI) and minimize fines through optimized conditioning parameters</a:t>
          </a:r>
          <a:r>
            <a:rPr lang="en-IN" sz="1500" kern="1200" dirty="0"/>
            <a:t>.</a:t>
          </a:r>
          <a:endParaRPr lang="en-US" sz="1500" kern="1200" dirty="0"/>
        </a:p>
      </dsp:txBody>
      <dsp:txXfrm>
        <a:off x="1346851" y="1507647"/>
        <a:ext cx="4600504" cy="1201986"/>
      </dsp:txXfrm>
    </dsp:sp>
    <dsp:sp modelId="{E9925A33-C48E-4954-849D-CD32E62809AD}">
      <dsp:nvSpPr>
        <dsp:cNvPr id="0" name=""/>
        <dsp:cNvSpPr/>
      </dsp:nvSpPr>
      <dsp:spPr>
        <a:xfrm>
          <a:off x="0" y="3029175"/>
          <a:ext cx="5968097" cy="11655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9C0D33-F321-4314-9603-44DCDBD26D97}">
      <dsp:nvSpPr>
        <dsp:cNvPr id="0" name=""/>
        <dsp:cNvSpPr/>
      </dsp:nvSpPr>
      <dsp:spPr>
        <a:xfrm>
          <a:off x="352582" y="3272381"/>
          <a:ext cx="641685" cy="6410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8FB09C-2223-4BD3-BEE9-5BD905B2B7EE}">
      <dsp:nvSpPr>
        <dsp:cNvPr id="0" name=""/>
        <dsp:cNvSpPr/>
      </dsp:nvSpPr>
      <dsp:spPr>
        <a:xfrm>
          <a:off x="1346851" y="3010129"/>
          <a:ext cx="4600504" cy="1201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10" tIns="127210" rIns="127210" bIns="127210"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entury" panose="02040604050505020304" pitchFamily="18" charset="0"/>
            </a:rPr>
            <a:t>Cost Efficiency </a:t>
          </a:r>
          <a:br>
            <a:rPr lang="en-IN" sz="1600" kern="1200" dirty="0">
              <a:latin typeface="Century" panose="02040604050505020304" pitchFamily="18" charset="0"/>
            </a:rPr>
          </a:br>
          <a:r>
            <a:rPr lang="en-IN" sz="1600" kern="1200" dirty="0">
              <a:latin typeface="Century" panose="02040604050505020304" pitchFamily="18" charset="0"/>
            </a:rPr>
            <a:t>Minimize total formulation cost while respecting ingredient bounds and prior priority satisfaction.</a:t>
          </a:r>
          <a:endParaRPr lang="en-US" sz="1600" kern="1200" dirty="0">
            <a:latin typeface="Century" panose="02040604050505020304" pitchFamily="18" charset="0"/>
          </a:endParaRPr>
        </a:p>
      </dsp:txBody>
      <dsp:txXfrm>
        <a:off x="1346851" y="3010129"/>
        <a:ext cx="4600504" cy="1201986"/>
      </dsp:txXfrm>
    </dsp:sp>
    <dsp:sp modelId="{3CA34EEE-B878-4171-93E9-CBCDD0D44F70}">
      <dsp:nvSpPr>
        <dsp:cNvPr id="0" name=""/>
        <dsp:cNvSpPr/>
      </dsp:nvSpPr>
      <dsp:spPr>
        <a:xfrm>
          <a:off x="0" y="4512612"/>
          <a:ext cx="5968097" cy="11655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5119B2-99FA-4DD7-8882-954813E6EFC7}">
      <dsp:nvSpPr>
        <dsp:cNvPr id="0" name=""/>
        <dsp:cNvSpPr/>
      </dsp:nvSpPr>
      <dsp:spPr>
        <a:xfrm>
          <a:off x="352582" y="4774863"/>
          <a:ext cx="641685" cy="6410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DBD3A4-CBC3-4A08-B053-DBE31A795953}">
      <dsp:nvSpPr>
        <dsp:cNvPr id="0" name=""/>
        <dsp:cNvSpPr/>
      </dsp:nvSpPr>
      <dsp:spPr>
        <a:xfrm>
          <a:off x="1346851" y="4512612"/>
          <a:ext cx="4600504" cy="1201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10" tIns="127210" rIns="127210" bIns="127210" numCol="1" spcCol="1270" anchor="ctr" anchorCtr="0">
          <a:noAutofit/>
        </a:bodyPr>
        <a:lstStyle/>
        <a:p>
          <a:pPr marL="0" lvl="0" indent="0" algn="l" defTabSz="711200">
            <a:lnSpc>
              <a:spcPct val="100000"/>
            </a:lnSpc>
            <a:spcBef>
              <a:spcPct val="0"/>
            </a:spcBef>
            <a:spcAft>
              <a:spcPct val="35000"/>
            </a:spcAft>
            <a:buNone/>
          </a:pPr>
          <a:r>
            <a:rPr lang="en-IN" sz="1600" b="1" kern="1200" dirty="0">
              <a:latin typeface="Century" panose="02040604050505020304" pitchFamily="18" charset="0"/>
            </a:rPr>
            <a:t>Process &amp; Ergonomic Safety</a:t>
          </a:r>
          <a:br>
            <a:rPr lang="en-IN" sz="1600" kern="1200" dirty="0">
              <a:latin typeface="Century" panose="02040604050505020304" pitchFamily="18" charset="0"/>
            </a:rPr>
          </a:br>
          <a:r>
            <a:rPr lang="en-IN" sz="1600" kern="1200" dirty="0">
              <a:latin typeface="Century" panose="02040604050505020304" pitchFamily="18" charset="0"/>
            </a:rPr>
            <a:t>Maintain stable operating conditions, reduce energy stress, and ensure long-term production reliability.</a:t>
          </a:r>
          <a:endParaRPr lang="en-US" sz="1600" kern="1200" dirty="0">
            <a:latin typeface="Century" panose="02040604050505020304" pitchFamily="18" charset="0"/>
          </a:endParaRPr>
        </a:p>
      </dsp:txBody>
      <dsp:txXfrm>
        <a:off x="1346851" y="4512612"/>
        <a:ext cx="4600504" cy="12019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0F4F5E-6F62-46B3-8680-587211129F32}">
      <dsp:nvSpPr>
        <dsp:cNvPr id="0" name=""/>
        <dsp:cNvSpPr/>
      </dsp:nvSpPr>
      <dsp:spPr>
        <a:xfrm>
          <a:off x="0" y="4499"/>
          <a:ext cx="6858000" cy="9574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76ACA0-826F-47FE-8699-DB0C761E20C8}">
      <dsp:nvSpPr>
        <dsp:cNvPr id="0" name=""/>
        <dsp:cNvSpPr/>
      </dsp:nvSpPr>
      <dsp:spPr>
        <a:xfrm>
          <a:off x="289641" y="219935"/>
          <a:ext cx="527136" cy="526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B5405E-6BAF-45DC-98B1-FA686CBE3C08}">
      <dsp:nvSpPr>
        <dsp:cNvPr id="0" name=""/>
        <dsp:cNvSpPr/>
      </dsp:nvSpPr>
      <dsp:spPr>
        <a:xfrm>
          <a:off x="1106420" y="4499"/>
          <a:ext cx="5701594" cy="1047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35" tIns="110835" rIns="110835" bIns="110835"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entury" panose="02040604050505020304" pitchFamily="18" charset="0"/>
            </a:rPr>
            <a:t>Expert-Driven Hierarchy:</a:t>
          </a:r>
          <a:br>
            <a:rPr lang="en-US" sz="1600" kern="1200" dirty="0">
              <a:latin typeface="Century" panose="02040604050505020304" pitchFamily="18" charset="0"/>
            </a:rPr>
          </a:br>
          <a:r>
            <a:rPr lang="en-US" sz="1600" kern="1200" dirty="0">
              <a:latin typeface="Century" panose="02040604050505020304" pitchFamily="18" charset="0"/>
            </a:rPr>
            <a:t>The priority structure is developed using the Analytic Hierarchy Process (AHP) based on industry expert feedback.</a:t>
          </a:r>
        </a:p>
      </dsp:txBody>
      <dsp:txXfrm>
        <a:off x="1106420" y="4499"/>
        <a:ext cx="5701594" cy="1047259"/>
      </dsp:txXfrm>
    </dsp:sp>
    <dsp:sp modelId="{62E725EC-D079-4AD1-9480-0F533ED27D6B}">
      <dsp:nvSpPr>
        <dsp:cNvPr id="0" name=""/>
        <dsp:cNvSpPr/>
      </dsp:nvSpPr>
      <dsp:spPr>
        <a:xfrm>
          <a:off x="0" y="1313573"/>
          <a:ext cx="6858000" cy="9574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4564CC-5F69-4B15-A7A3-CA56976FEEEB}">
      <dsp:nvSpPr>
        <dsp:cNvPr id="0" name=""/>
        <dsp:cNvSpPr/>
      </dsp:nvSpPr>
      <dsp:spPr>
        <a:xfrm>
          <a:off x="289641" y="1529009"/>
          <a:ext cx="527136" cy="526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CA089C-5216-4360-902F-5C6A75A5DDA3}">
      <dsp:nvSpPr>
        <dsp:cNvPr id="0" name=""/>
        <dsp:cNvSpPr/>
      </dsp:nvSpPr>
      <dsp:spPr>
        <a:xfrm>
          <a:off x="1106420" y="1313573"/>
          <a:ext cx="5701594" cy="1047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35" tIns="110835" rIns="110835" bIns="110835"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entury" panose="02040604050505020304" pitchFamily="18" charset="0"/>
            </a:rPr>
            <a:t>Pairwise Comparison:</a:t>
          </a:r>
          <a:br>
            <a:rPr lang="en-US" sz="1600" kern="1200" dirty="0">
              <a:latin typeface="Century" panose="02040604050505020304" pitchFamily="18" charset="0"/>
            </a:rPr>
          </a:br>
          <a:r>
            <a:rPr lang="en-US" sz="1600" kern="1200" dirty="0">
              <a:latin typeface="Century" panose="02040604050505020304" pitchFamily="18" charset="0"/>
            </a:rPr>
            <a:t>Experts compare goals (e.g., Bird Health vs. Cost Savings) using Saaty’s 1–9 scale.</a:t>
          </a:r>
        </a:p>
      </dsp:txBody>
      <dsp:txXfrm>
        <a:off x="1106420" y="1313573"/>
        <a:ext cx="5701594" cy="1047259"/>
      </dsp:txXfrm>
    </dsp:sp>
    <dsp:sp modelId="{18485BF4-534A-40B2-A42C-B16776B7AEB3}">
      <dsp:nvSpPr>
        <dsp:cNvPr id="0" name=""/>
        <dsp:cNvSpPr/>
      </dsp:nvSpPr>
      <dsp:spPr>
        <a:xfrm>
          <a:off x="0" y="2622647"/>
          <a:ext cx="6858000" cy="9574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41ABCC-807B-4E21-8998-A0F311CF507D}">
      <dsp:nvSpPr>
        <dsp:cNvPr id="0" name=""/>
        <dsp:cNvSpPr/>
      </dsp:nvSpPr>
      <dsp:spPr>
        <a:xfrm>
          <a:off x="289641" y="2838083"/>
          <a:ext cx="527136" cy="526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BBFCBB-08B8-49B9-B9B3-2B11E715907A}">
      <dsp:nvSpPr>
        <dsp:cNvPr id="0" name=""/>
        <dsp:cNvSpPr/>
      </dsp:nvSpPr>
      <dsp:spPr>
        <a:xfrm>
          <a:off x="1106420" y="2622647"/>
          <a:ext cx="5701594" cy="1047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35" tIns="110835" rIns="110835" bIns="110835"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entury" panose="02040604050505020304" pitchFamily="18" charset="0"/>
            </a:rPr>
            <a:t>Consistency Verification:</a:t>
          </a:r>
          <a:br>
            <a:rPr lang="en-US" sz="1600" kern="1200" dirty="0">
              <a:latin typeface="Century" panose="02040604050505020304" pitchFamily="18" charset="0"/>
            </a:rPr>
          </a:br>
          <a:r>
            <a:rPr lang="en-US" sz="1600" kern="1200" dirty="0">
              <a:latin typeface="Century" panose="02040604050505020304" pitchFamily="18" charset="0"/>
            </a:rPr>
            <a:t>The model computes a Consistency Ratio (CR); judgments are accepted only if </a:t>
          </a:r>
          <a:r>
            <a:rPr lang="en-US" sz="1600" b="1" kern="1200" dirty="0">
              <a:latin typeface="Century" panose="02040604050505020304" pitchFamily="18" charset="0"/>
            </a:rPr>
            <a:t>CR ≤ 0.10</a:t>
          </a:r>
          <a:r>
            <a:rPr lang="en-US" sz="1600" kern="1200" dirty="0">
              <a:latin typeface="Century" panose="02040604050505020304" pitchFamily="18" charset="0"/>
            </a:rPr>
            <a:t>.</a:t>
          </a:r>
        </a:p>
      </dsp:txBody>
      <dsp:txXfrm>
        <a:off x="1106420" y="2622647"/>
        <a:ext cx="5701594" cy="1047259"/>
      </dsp:txXfrm>
    </dsp:sp>
    <dsp:sp modelId="{3ABEC666-9D15-4449-B5A0-089DC30516AA}">
      <dsp:nvSpPr>
        <dsp:cNvPr id="0" name=""/>
        <dsp:cNvSpPr/>
      </dsp:nvSpPr>
      <dsp:spPr>
        <a:xfrm>
          <a:off x="0" y="3931721"/>
          <a:ext cx="6858000" cy="9574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54849A-EA60-4ACE-88F6-74C612A86D5B}">
      <dsp:nvSpPr>
        <dsp:cNvPr id="0" name=""/>
        <dsp:cNvSpPr/>
      </dsp:nvSpPr>
      <dsp:spPr>
        <a:xfrm>
          <a:off x="289641" y="4147157"/>
          <a:ext cx="527136" cy="52662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0D2062-DB10-4041-8693-91D74AEDACB0}">
      <dsp:nvSpPr>
        <dsp:cNvPr id="0" name=""/>
        <dsp:cNvSpPr/>
      </dsp:nvSpPr>
      <dsp:spPr>
        <a:xfrm>
          <a:off x="1106420" y="3931721"/>
          <a:ext cx="5701594" cy="10472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35" tIns="110835" rIns="110835" bIns="110835"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entury" panose="02040604050505020304" pitchFamily="18" charset="0"/>
            </a:rPr>
            <a:t>Weight Application:</a:t>
          </a:r>
          <a:br>
            <a:rPr lang="en-US" sz="1600" kern="1200" dirty="0">
              <a:latin typeface="Century" panose="02040604050505020304" pitchFamily="18" charset="0"/>
            </a:rPr>
          </a:br>
          <a:r>
            <a:rPr lang="en-US" sz="1600" kern="1200" dirty="0">
              <a:latin typeface="Century" panose="02040604050505020304" pitchFamily="18" charset="0"/>
            </a:rPr>
            <a:t>The validated weights (Cₛ) are incorporated as coefficients in the objective function to minimize weighted deviations.</a:t>
          </a:r>
        </a:p>
      </dsp:txBody>
      <dsp:txXfrm>
        <a:off x="1106420" y="3931721"/>
        <a:ext cx="5701594" cy="104725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F84426-8FEE-47EC-89DC-D0053177B742}" type="datetimeFigureOut">
              <a:rPr lang="en-IN" smtClean="0"/>
              <a:t>19-04-2026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EA146A-93E6-485F-96F3-696FFA453006}" type="slidenum">
              <a:rPr lang="en-IN" smtClean="0"/>
              <a:t>‹#›</a:t>
            </a:fld>
            <a:endParaRPr lang="en-IN"/>
          </a:p>
        </p:txBody>
      </p:sp>
    </p:spTree>
    <p:extLst>
      <p:ext uri="{BB962C8B-B14F-4D97-AF65-F5344CB8AC3E}">
        <p14:creationId xmlns:p14="http://schemas.microsoft.com/office/powerpoint/2010/main" val="3553632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2EA146A-93E6-485F-96F3-696FFA453006}" type="slidenum">
              <a:rPr lang="en-IN" smtClean="0"/>
              <a:t>16</a:t>
            </a:fld>
            <a:endParaRPr lang="en-IN"/>
          </a:p>
        </p:txBody>
      </p:sp>
    </p:spTree>
    <p:extLst>
      <p:ext uri="{BB962C8B-B14F-4D97-AF65-F5344CB8AC3E}">
        <p14:creationId xmlns:p14="http://schemas.microsoft.com/office/powerpoint/2010/main" val="3907835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154AC6-DCCF-4BE7-A5B3-29710DD12BB2}" type="slidenum">
              <a:rPr lang="en-IN" smtClean="0"/>
              <a:t>34</a:t>
            </a:fld>
            <a:endParaRPr lang="en-IN"/>
          </a:p>
        </p:txBody>
      </p:sp>
    </p:spTree>
    <p:extLst>
      <p:ext uri="{BB962C8B-B14F-4D97-AF65-F5344CB8AC3E}">
        <p14:creationId xmlns:p14="http://schemas.microsoft.com/office/powerpoint/2010/main" val="2715168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154AC6-DCCF-4BE7-A5B3-29710DD12BB2}" type="slidenum">
              <a:rPr lang="en-IN" smtClean="0"/>
              <a:t>39</a:t>
            </a:fld>
            <a:endParaRPr lang="en-IN"/>
          </a:p>
        </p:txBody>
      </p:sp>
    </p:spTree>
    <p:extLst>
      <p:ext uri="{BB962C8B-B14F-4D97-AF65-F5344CB8AC3E}">
        <p14:creationId xmlns:p14="http://schemas.microsoft.com/office/powerpoint/2010/main" val="33850004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vert="horz" lIns="91440" tIns="45720" rIns="91440" bIns="45720" rtlCol="0" anchor="t">
            <a:normAutofit/>
          </a:bodyPr>
          <a:lstStyle>
            <a:lvl1pPr>
              <a:defRPr lang="en-US" sz="6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hasCustomPrompt="1"/>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dpi="0" rotWithShape="1">
            <a:blip r:embed="rId2"/>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EF118477-BA54-4B0E-9EC5-D8568300CAF2}"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5782446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E53AA-13B8-469A-87B0-FF7C74E1EADE}"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598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vert="horz" lIns="91440" tIns="45720" rIns="91440" bIns="45720" rtlCol="0" anchor="t">
            <a:normAutofit/>
          </a:bodyPr>
          <a:lstStyle>
            <a:lvl1pPr>
              <a:defRPr lang="en-US" sz="48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hasCustomPrompt="1"/>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5B3B0F7F-6AD6-4AF0-8BB1-D49CE0F9F622}"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6061495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vert="horz" lIns="91440" tIns="45720" rIns="91440" bIns="45720" rtlCol="0" anchor="t">
            <a:normAutofit/>
          </a:bodyPr>
          <a:lstStyle>
            <a:lvl1pPr>
              <a:defRPr lang="en-US" sz="50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hasCustomPrompt="1"/>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016F69B6-6D5E-4363-B374-18E94027D1E6}"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0418504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vert="horz" lIns="91440" tIns="45720" rIns="91440" bIns="45720" rtlCol="0" anchor="b">
            <a:normAutofit/>
          </a:bodyPr>
          <a:lstStyle>
            <a:lvl1pPr>
              <a:defRPr lang="en-US" sz="44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hasCustomPrompt="1"/>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4DEE5A9B-1189-4B03-AA34-8ABCB3EDCE59}" type="datetime1">
              <a:rPr lang="en-US" smtClean="0"/>
              <a:t>4/19/2026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1659977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93776"/>
            <a:ext cx="8028432" cy="4325112"/>
          </a:xfrm>
        </p:spPr>
        <p:txBody>
          <a:bodyPr vert="horz" lIns="91440" tIns="45720" rIns="91440" bIns="45720" rtlCol="0" anchor="t">
            <a:normAutofit/>
          </a:bodyPr>
          <a:lstStyle>
            <a:lvl1pPr>
              <a:defRPr lang="en-US" sz="80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65776"/>
            <a:ext cx="5431536" cy="1188720"/>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ED32A50-3A67-42D0-AFC3-9798A621A2DF}" type="datetime1">
              <a:rPr lang="en-US" smtClean="0"/>
              <a:t>4/19/2026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7199636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5111496"/>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65698FC-C9DA-44B4-AC6C-01EEA7EAAA4C}" type="datetime1">
              <a:rPr lang="en-US" smtClean="0"/>
              <a:t>4/19/2026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75341394"/>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vert="horz" lIns="91440" tIns="45720" rIns="91440" bIns="45720" rtlCol="0" anchor="t">
            <a:normAutofit/>
          </a:bodyPr>
          <a:lstStyle>
            <a:lvl1pPr>
              <a:defRPr lang="en-US" sz="125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170516"/>
            <a:ext cx="4800600" cy="1083980"/>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9ECA0D2-D30D-4484-8941-E31C1541BC59}" type="datetime1">
              <a:rPr lang="en-US" smtClean="0"/>
              <a:t>4/19/2026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6453238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8961120" cy="4654296"/>
          </a:xfrm>
        </p:spPr>
        <p:txBody>
          <a:bodyPr anchor="b">
            <a:normAutofit/>
          </a:bodyPr>
          <a:lstStyle>
            <a:lvl1pPr>
              <a:defRPr sz="6000">
                <a:solidFill>
                  <a:schemeClr val="accent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accent1"/>
                </a:solidFill>
              </a:defRPr>
            </a:lvl1pPr>
          </a:lstStyle>
          <a:p>
            <a:fld id="{BFA793B8-7270-4493-83ED-C07D34603133}" type="datetime1">
              <a:rPr lang="en-US" smtClean="0"/>
              <a:t>4/19/2026</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accent1"/>
                </a:solidFill>
              </a:defRPr>
            </a:lvl1pPr>
          </a:lstStyle>
          <a:p>
            <a:r>
              <a:rPr lang="en-US"/>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accent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308343267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94744" y="2423160"/>
            <a:ext cx="578097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C23AD26B-DEF0-4EC5-90CD-3C7B79EC8572}" type="datetime1">
              <a:rPr lang="en-US" smtClean="0"/>
              <a:t>4/19/2026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8098162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rmAutofit/>
          </a:bodyPr>
          <a:lstStyle>
            <a:lvl1pPr>
              <a:defRPr sz="4400">
                <a:solidFill>
                  <a:schemeClr val="accent1"/>
                </a:solidFill>
              </a:defRPr>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hasCustomPrompt="1"/>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a:alphaModFix amt="65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CA36A28-16B8-4B74-ADBC-086BC21557C6}"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74070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27807CC-3A12-4A50-A3BE-C6063551B4A3}"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68266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7B40E33-4FBE-4166-8E4D-D16E2368EAF9}"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5745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7688B5-3E47-407E-A4D5-0E98E41979E9}" type="datetime1">
              <a:rPr lang="en-US" smtClean="0"/>
              <a:t>4/19/2026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4456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E129CD1-440F-4DE5-9914-1074B1963E64}"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93341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9155DF8-55DB-438A-B328-5A22697F5E96}"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70616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hasCustomPrompt="1"/>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9F2D74A-71A1-4609-9BED-C43EBEF2D096}"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02794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hasCustomPrompt="1"/>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79B868B-869A-478B-B17A-F3477F1ABEB8}"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8478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hasCustomPrompt="1"/>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28CCA563-903D-4707-A09B-73AE7FD9F3E4}"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73073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hasCustomPrompt="1"/>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5F747B-DE86-4C56-A69A-2124AC6051DB}"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376201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hasCustomPrompt="1"/>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3B5E8E98-97C5-4AE8-8CC9-69C51FF1A0EF}"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027154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hasCustomPrompt="1"/>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24F82-DB30-4BD5-9E9D-AD825E313C84}"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0384593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dirty="0"/>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hasCustomPrompt="1"/>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E7477ED-8564-46ED-8FFC-DE5A509699F3}"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167330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hasCustomPrompt="1"/>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0826781-2293-4754-A74B-94E6E7D7B311}"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313393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hasCustomPrompt="1"/>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DFBFA6E-9D0B-474A-AFB9-4E0832448570}"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8146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hasCustomPrompt="1"/>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E767648-9FB3-40F4-8072-E80887331DF3}"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59503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hasCustomPrompt="1"/>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007E99A-2976-4D79-B66C-833B4C12E9C9}"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54592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hasCustomPrompt="1"/>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49DDD7D-A4A9-4042-8D3D-AF897B76225E}"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267316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hasCustomPrompt="1"/>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3EA3D79-61FB-48D3-96EC-9D73986E2DB4}"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79460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hasCustomPrompt="1"/>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E407E80-9270-4600-9E83-876C054EC0ED}"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330891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dirty="0"/>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hasCustomPrompt="1"/>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7A043757-40C8-48EB-A459-80D3B00F0BCB}"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43121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dirty="0"/>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hasCustomPrompt="1"/>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D0304CB2-AF95-4B6C-81FD-EF29E4F12940}" type="datetime1">
              <a:rPr lang="en-US" smtClean="0"/>
              <a:t>4/19/2026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99725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dirty="0"/>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hasCustomPrompt="1"/>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FD636673-28CE-4CCE-80FB-7124C935A31A}"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028582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2"/>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E8802264-EF96-4074-A671-AB5D99F5E332}" type="datetime1">
              <a:rPr lang="en-US" smtClean="0"/>
              <a:t>4/19/2026</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15041025"/>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621792" y="4873752"/>
            <a:ext cx="8439912" cy="1490472"/>
          </a:xfrm>
        </p:spPr>
        <p:txBody>
          <a:bodyPr vert="horz" lIns="91440" tIns="45720" rIns="91440" bIns="45720" rtlCol="0" anchor="t">
            <a:normAutofit/>
          </a:bodyPr>
          <a:lstStyle>
            <a:lvl1pPr>
              <a:lnSpc>
                <a:spcPct val="120000"/>
              </a:lnSpc>
              <a:defRPr lang="en-US" sz="2800" dirty="0">
                <a:solidFill>
                  <a:schemeClr val="tx2"/>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420624"/>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FB84F615-9106-410C-834A-3DBE51A81CC1}" type="datetime1">
              <a:rPr lang="en-US" smtClean="0"/>
              <a:t>4/19/2026</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54473156"/>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1"/>
      </p:bgRef>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0EA1A10B-111C-8469-40F7-C3551BB027D0}"/>
              </a:ext>
            </a:extLst>
          </p:cNvPr>
          <p:cNvSpPr/>
          <p:nvPr/>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621792" y="4873752"/>
            <a:ext cx="8439912" cy="1591056"/>
          </a:xfrm>
        </p:spPr>
        <p:txBody>
          <a:bodyPr vert="horz" lIns="91440" tIns="45720" rIns="91440" bIns="45720" rtlCol="0" anchor="ctr">
            <a:normAutofit/>
          </a:bodyPr>
          <a:lstStyle>
            <a:lvl1pPr>
              <a:lnSpc>
                <a:spcPct val="120000"/>
              </a:lnSpc>
              <a:defRPr lang="en-US" sz="280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420624"/>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1D5A920F-C91E-4FD9-A8A8-AC96444816EA}" type="datetime1">
              <a:rPr lang="en-US" smtClean="0"/>
              <a:t>4/19/2026</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a:xfrm>
            <a:off x="8430768" y="6492240"/>
            <a:ext cx="2660904" cy="338328"/>
          </a:xfrm>
        </p:spPr>
        <p:txBody>
          <a:bodyPr/>
          <a:lstStyle>
            <a:lvl1pPr>
              <a:defRPr>
                <a:solidFill>
                  <a:schemeClr val="tx2"/>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a:xfrm>
            <a:off x="11183112" y="6492240"/>
            <a:ext cx="457200" cy="338328"/>
          </a:xfrm>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10570220"/>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3FF91DA-BC67-4FFF-80B3-6A83720BA580}" type="datetime1">
              <a:rPr lang="en-US" smtClean="0"/>
              <a:t>4/19/2026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987552"/>
            <a:ext cx="10149840" cy="4846320"/>
          </a:xfrm>
        </p:spPr>
        <p:txBody>
          <a:bodyPr anchor="ctr">
            <a:normAutofit/>
          </a:bodyPr>
          <a:lstStyle>
            <a:lvl1pPr marL="0" indent="0">
              <a:lnSpc>
                <a:spcPct val="110000"/>
              </a:lnSpc>
              <a:buNone/>
              <a:defRPr sz="4400" b="0" cap="all" baseline="0">
                <a:solidFill>
                  <a:schemeClr val="accent1"/>
                </a:solidFill>
              </a:defRPr>
            </a:lvl1pPr>
            <a:lvl2pPr marL="228600" indent="0">
              <a:lnSpc>
                <a:spcPct val="110000"/>
              </a:lnSpc>
              <a:buNone/>
              <a:defRPr sz="4000" b="0" cap="all" baseline="0">
                <a:solidFill>
                  <a:schemeClr val="accent1"/>
                </a:solidFill>
              </a:defRPr>
            </a:lvl2pPr>
            <a:lvl3pPr marL="457200" indent="0">
              <a:lnSpc>
                <a:spcPct val="110000"/>
              </a:lnSpc>
              <a:buNone/>
              <a:defRPr sz="3600" b="0" cap="all" baseline="0">
                <a:solidFill>
                  <a:schemeClr val="accent1"/>
                </a:solidFill>
              </a:defRPr>
            </a:lvl3pPr>
            <a:lvl4pPr marL="685800" indent="0">
              <a:lnSpc>
                <a:spcPct val="110000"/>
              </a:lnSpc>
              <a:buNone/>
              <a:defRPr sz="3200" b="0" cap="all" baseline="0">
                <a:solidFill>
                  <a:schemeClr val="accent1"/>
                </a:solidFill>
              </a:defRPr>
            </a:lvl4pPr>
            <a:lvl5pPr marL="914400" indent="0">
              <a:lnSpc>
                <a:spcPct val="110000"/>
              </a:lnSpc>
              <a:buNone/>
              <a:defRPr sz="2800" b="0" cap="all"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57997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15565DD7-EB64-4BFE-B850-4043488A7CD8}" type="datetime1">
              <a:rPr lang="en-US" smtClean="0"/>
              <a:t>4/19/2026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630936"/>
            <a:ext cx="8449056" cy="5605272"/>
          </a:xfrm>
        </p:spPr>
        <p:txBody>
          <a:bodyPr anchor="ctr">
            <a:normAutofit/>
          </a:bodyPr>
          <a:lstStyle>
            <a:lvl1pPr marL="0" indent="0">
              <a:lnSpc>
                <a:spcPct val="110000"/>
              </a:lnSpc>
              <a:buNone/>
              <a:defRPr sz="5400" b="0" cap="none" baseline="0">
                <a:solidFill>
                  <a:schemeClr val="accent1"/>
                </a:solidFill>
              </a:defRPr>
            </a:lvl1pPr>
            <a:lvl2pPr marL="228600" indent="0">
              <a:lnSpc>
                <a:spcPct val="110000"/>
              </a:lnSpc>
              <a:buNone/>
              <a:defRPr sz="4800" b="0" cap="none" baseline="0">
                <a:solidFill>
                  <a:schemeClr val="accent1"/>
                </a:solidFill>
              </a:defRPr>
            </a:lvl2pPr>
            <a:lvl3pPr marL="457200" indent="0">
              <a:lnSpc>
                <a:spcPct val="110000"/>
              </a:lnSpc>
              <a:buNone/>
              <a:defRPr sz="4400" b="0" cap="none" baseline="0">
                <a:solidFill>
                  <a:schemeClr val="accent1"/>
                </a:solidFill>
              </a:defRPr>
            </a:lvl3pPr>
            <a:lvl4pPr marL="685800" indent="0">
              <a:lnSpc>
                <a:spcPct val="110000"/>
              </a:lnSpc>
              <a:buNone/>
              <a:defRPr sz="4000" b="0" cap="none" baseline="0">
                <a:solidFill>
                  <a:schemeClr val="accent1"/>
                </a:solidFill>
              </a:defRPr>
            </a:lvl4pPr>
            <a:lvl5pPr marL="914400" indent="0">
              <a:lnSpc>
                <a:spcPct val="110000"/>
              </a:lnSpc>
              <a:buNone/>
              <a:defRPr sz="36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611744"/>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BE2C979-2DBB-4FF5-B773-BBC906FD5969}" type="datetime1">
              <a:rPr lang="en-US" smtClean="0"/>
              <a:t>4/19/2026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877824"/>
            <a:ext cx="8046720" cy="5065776"/>
          </a:xfrm>
        </p:spPr>
        <p:txBody>
          <a:bodyPr anchor="ctr">
            <a:normAutofit/>
          </a:bodyPr>
          <a:lstStyle>
            <a:lvl1pPr marL="0" indent="0">
              <a:lnSpc>
                <a:spcPct val="110000"/>
              </a:lnSpc>
              <a:buNone/>
              <a:defRPr sz="5400" b="0"/>
            </a:lvl1pPr>
            <a:lvl2pPr marL="228600" indent="0">
              <a:lnSpc>
                <a:spcPct val="110000"/>
              </a:lnSpc>
              <a:buNone/>
              <a:defRPr sz="4800" b="0"/>
            </a:lvl2pPr>
            <a:lvl3pPr marL="457200" indent="0">
              <a:lnSpc>
                <a:spcPct val="110000"/>
              </a:lnSpc>
              <a:buNone/>
              <a:defRPr sz="4400" b="0"/>
            </a:lvl3pPr>
            <a:lvl4pPr marL="685800" indent="0">
              <a:lnSpc>
                <a:spcPct val="110000"/>
              </a:lnSpc>
              <a:buNone/>
              <a:defRPr sz="4000" b="0"/>
            </a:lvl4pPr>
            <a:lvl5pPr marL="914400" indent="0">
              <a:lnSpc>
                <a:spcPct val="110000"/>
              </a:lnSpc>
              <a:buNone/>
              <a:defRPr sz="36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97383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F5984F2-69E3-42EA-A769-C3221255F524}" type="datetime1">
              <a:rPr lang="en-US" smtClean="0"/>
              <a:t>4/19/2026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1596767"/>
            <a:ext cx="9848088" cy="3767328"/>
          </a:xfrm>
        </p:spPr>
        <p:txBody>
          <a:bodyPr anchor="b">
            <a:normAutofit/>
          </a:bodyPr>
          <a:lstStyle>
            <a:lvl1pPr marL="0" indent="0">
              <a:lnSpc>
                <a:spcPct val="110000"/>
              </a:lnSpc>
              <a:buNone/>
              <a:defRPr sz="6000" b="0">
                <a:solidFill>
                  <a:schemeClr val="accent1"/>
                </a:solidFill>
              </a:defRPr>
            </a:lvl1pPr>
            <a:lvl2pPr marL="228600" indent="0">
              <a:lnSpc>
                <a:spcPct val="110000"/>
              </a:lnSpc>
              <a:buNone/>
              <a:defRPr sz="5400" b="0">
                <a:solidFill>
                  <a:schemeClr val="accent1"/>
                </a:solidFill>
              </a:defRPr>
            </a:lvl2pPr>
            <a:lvl3pPr marL="457200" indent="0">
              <a:lnSpc>
                <a:spcPct val="110000"/>
              </a:lnSpc>
              <a:buNone/>
              <a:defRPr sz="4800" b="0">
                <a:solidFill>
                  <a:schemeClr val="accent1"/>
                </a:solidFill>
              </a:defRPr>
            </a:lvl3pPr>
            <a:lvl4pPr marL="685800" indent="0">
              <a:lnSpc>
                <a:spcPct val="110000"/>
              </a:lnSpc>
              <a:buNone/>
              <a:defRPr sz="4400" b="0">
                <a:solidFill>
                  <a:schemeClr val="accent1"/>
                </a:solidFill>
              </a:defRPr>
            </a:lvl4pPr>
            <a:lvl5pPr marL="914400" indent="0">
              <a:lnSpc>
                <a:spcPct val="110000"/>
              </a:lnSpc>
              <a:buNone/>
              <a:defRPr sz="40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562785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618488" y="5376672"/>
            <a:ext cx="9079992" cy="466344"/>
          </a:xfrm>
        </p:spPr>
        <p:txBody>
          <a:bodyPr anchor="t">
            <a:normAutofit/>
          </a:bodyPr>
          <a:lstStyle>
            <a:lvl1pPr>
              <a:lnSpc>
                <a:spcPct val="120000"/>
              </a:lnSpc>
              <a:defRPr sz="2200">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A3621600-2F49-4BDF-9F00-79A81477383F}" type="datetime1">
              <a:rPr lang="en-US" smtClean="0"/>
              <a:t>4/19/2026</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99616" y="1527048"/>
            <a:ext cx="9198864" cy="2871216"/>
          </a:xfrm>
        </p:spPr>
        <p:txBody>
          <a:bodyPr anchor="ctr">
            <a:normAutofit/>
          </a:bodyPr>
          <a:lstStyle>
            <a:lvl1pPr marL="137160" indent="-137160">
              <a:lnSpc>
                <a:spcPct val="110000"/>
              </a:lnSpc>
              <a:spcBef>
                <a:spcPts val="0"/>
              </a:spcBef>
              <a:buNone/>
              <a:defRPr sz="40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23720726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3AF1DAFD-6C43-776A-EDEF-047653131661}"/>
              </a:ext>
            </a:extLst>
          </p:cNvPr>
          <p:cNvSpPr/>
          <p:nvPr/>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66928" y="5148072"/>
            <a:ext cx="8366760" cy="1188720"/>
          </a:xfrm>
        </p:spPr>
        <p:txBody>
          <a:bodyPr anchor="ctr">
            <a:normAutofit/>
          </a:bodyPr>
          <a:lstStyle>
            <a:lvl1pPr>
              <a:lnSpc>
                <a:spcPct val="120000"/>
              </a:lnSpc>
              <a:defRPr sz="1800" b="1">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A2123558-A89A-4F39-900D-C4A4FDA1B2E7}" type="datetime1">
              <a:rPr lang="en-US" smtClean="0"/>
              <a:t>4/19/2026</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86685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4208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1783080"/>
            <a:ext cx="8503920" cy="3209544"/>
          </a:xfrm>
        </p:spPr>
        <p:txBody>
          <a:bodyPr anchor="t">
            <a:normAutofit/>
          </a:bodyPr>
          <a:lstStyle>
            <a:lvl1pPr marL="137160" indent="-137160">
              <a:lnSpc>
                <a:spcPct val="100000"/>
              </a:lnSpc>
              <a:spcBef>
                <a:spcPts val="0"/>
              </a:spcBef>
              <a:buNone/>
              <a:defRPr sz="40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36277330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25BDAC2-53C5-6F8B-7446-54D1152EB91B}"/>
              </a:ext>
            </a:extLst>
          </p:cNvPr>
          <p:cNvSpPr/>
          <p:nvPr/>
        </p:nvSpPr>
        <p:spPr>
          <a:xfrm>
            <a:off x="0" y="0"/>
            <a:ext cx="11385608" cy="5084064"/>
          </a:xfrm>
          <a:custGeom>
            <a:avLst/>
            <a:gdLst>
              <a:gd name="connsiteX0" fmla="*/ 0 w 11385608"/>
              <a:gd name="connsiteY0" fmla="*/ 0 h 5084064"/>
              <a:gd name="connsiteX1" fmla="*/ 11385608 w 11385608"/>
              <a:gd name="connsiteY1" fmla="*/ 0 h 5084064"/>
              <a:gd name="connsiteX2" fmla="*/ 11385608 w 11385608"/>
              <a:gd name="connsiteY2" fmla="*/ 4562110 h 5084064"/>
              <a:gd name="connsiteX3" fmla="*/ 10863655 w 11385608"/>
              <a:gd name="connsiteY3" fmla="*/ 5084064 h 5084064"/>
              <a:gd name="connsiteX4" fmla="*/ 0 w 11385608"/>
              <a:gd name="connsiteY4" fmla="*/ 5084064 h 5084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5084064">
                <a:moveTo>
                  <a:pt x="0" y="0"/>
                </a:moveTo>
                <a:lnTo>
                  <a:pt x="11385608" y="0"/>
                </a:lnTo>
                <a:lnTo>
                  <a:pt x="11385608" y="4562110"/>
                </a:lnTo>
                <a:cubicBezTo>
                  <a:pt x="11385608" y="4850377"/>
                  <a:pt x="11151922" y="5084064"/>
                  <a:pt x="10863655" y="5084064"/>
                </a:cubicBezTo>
                <a:lnTo>
                  <a:pt x="0" y="5084064"/>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66928" y="5449824"/>
            <a:ext cx="9546336" cy="905256"/>
          </a:xfrm>
        </p:spPr>
        <p:txBody>
          <a:bodyPr anchor="ctr">
            <a:normAutofit/>
          </a:bodyPr>
          <a:lstStyle>
            <a:lvl1pPr>
              <a:lnSpc>
                <a:spcPct val="120000"/>
              </a:lnSpc>
              <a:defRPr sz="1800" b="1">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5342020B-CB60-4281-A570-6300974B7A2E}" type="datetime1">
              <a:rPr lang="en-US" smtClean="0"/>
              <a:t>4/19/2026</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86685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4208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530352"/>
            <a:ext cx="9683496" cy="3950208"/>
          </a:xfrm>
        </p:spPr>
        <p:txBody>
          <a:bodyPr anchor="ctr">
            <a:normAutofit/>
          </a:bodyPr>
          <a:lstStyle>
            <a:lvl1pPr marL="137160" indent="-137160">
              <a:lnSpc>
                <a:spcPct val="110000"/>
              </a:lnSpc>
              <a:spcBef>
                <a:spcPts val="0"/>
              </a:spcBef>
              <a:buNone/>
              <a:defRPr sz="44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22391270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57784" y="4965192"/>
            <a:ext cx="8339328"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1033272"/>
            <a:ext cx="8467344" cy="3931920"/>
          </a:xfrm>
        </p:spPr>
        <p:txBody>
          <a:bodyPr anchor="b">
            <a:normAutofit/>
          </a:bodyPr>
          <a:lstStyle>
            <a:lvl1pPr marL="137160" indent="-137160">
              <a:lnSpc>
                <a:spcPct val="110000"/>
              </a:lnSpc>
              <a:spcBef>
                <a:spcPts val="0"/>
              </a:spcBef>
              <a:buNone/>
              <a:defRPr sz="4400">
                <a:solidFill>
                  <a:schemeClr val="accent1"/>
                </a:solidFill>
                <a:latin typeface="+mj-lt"/>
              </a:defRPr>
            </a:lvl1pPr>
          </a:lstStyle>
          <a:p>
            <a:pPr lvl="0"/>
            <a:r>
              <a:rPr lang="en-US" dirty="0"/>
              <a:t>Click to edit Quote</a:t>
            </a:r>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F55215D8-97AA-4B85-B7A0-A02F39368DA3}" type="datetime1">
              <a:rPr lang="en-US" smtClean="0"/>
              <a:t>4/19/2026</a:t>
            </a:fld>
            <a:endParaRPr lang="en-US" dirty="0"/>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12278413"/>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15CE14-1FF6-4074-BE8F-BABA3B0759C8}"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587435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8971389-0C57-4856-A530-D0CC79ABF97F}" type="datetime1">
              <a:rPr lang="en-US" smtClean="0"/>
              <a:t>4/19/2026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14001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13EFD-DF71-4A7D-9C47-1BBDB138B295}" type="datetime1">
              <a:rPr lang="en-US" smtClean="0"/>
              <a:t>4/19/2026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29226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66BE319-9B1C-4A02-A60F-55C05B841F00}" type="datetime1">
              <a:rPr lang="en-US" smtClean="0"/>
              <a:t>4/19/2026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21254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0EF397E-666B-470F-A253-6BE6BC97EEBE}" type="datetime1">
              <a:rPr lang="en-US" smtClean="0"/>
              <a:t>4/19/2026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31158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hasCustomPrompt="1"/>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B2249CC-ABEB-43E4-956A-E3EA25785381}" type="datetime1">
              <a:rPr lang="en-US" smtClean="0"/>
              <a:t>4/19/2026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315923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6600">
                <a:solidFill>
                  <a:schemeClr val="accent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FE689B-95F7-4D9F-8FA3-5EAD5F062125}"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98897030"/>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B9EC20F-E1D8-4943-B054-6F2B6C10D630}"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63376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492240"/>
            <a:ext cx="2843784" cy="338328"/>
          </a:xfrm>
          <a:prstGeom prst="rect">
            <a:avLst/>
          </a:prstGeom>
        </p:spPr>
        <p:txBody>
          <a:bodyPr vert="horz" lIns="91440" tIns="45720" rIns="91440" bIns="45720" rtlCol="0" anchor="ctr"/>
          <a:lstStyle>
            <a:lvl1pPr algn="l">
              <a:defRPr sz="800">
                <a:solidFill>
                  <a:schemeClr val="tx1"/>
                </a:solidFill>
              </a:defRPr>
            </a:lvl1pPr>
          </a:lstStyle>
          <a:p>
            <a:fld id="{F7F99000-8DC5-4FAA-962C-D38BB4F2BF7D}" type="datetime1">
              <a:rPr lang="en-US" smtClean="0"/>
              <a:t>4/19/2026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7112" y="6492240"/>
            <a:ext cx="2660904" cy="338328"/>
          </a:xfrm>
          <a:prstGeom prst="rect">
            <a:avLst/>
          </a:prstGeom>
        </p:spPr>
        <p:txBody>
          <a:bodyPr vert="horz" lIns="91440" tIns="45720" rIns="91440" bIns="45720" rtlCol="0" anchor="ctr"/>
          <a:lstStyle>
            <a:lvl1pPr algn="r">
              <a:defRPr sz="80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9456" y="6492240"/>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92967292"/>
      </p:ext>
    </p:extLst>
  </p:cSld>
  <p:clrMap bg1="lt1" tx1="dk1" bg2="lt2" tx2="dk2" accent1="accent1" accent2="accent2" accent3="accent3" accent4="accent4" accent5="accent5" accent6="accent6" hlink="hlink" folHlink="folHlink"/>
  <p:sldLayoutIdLst>
    <p:sldLayoutId id="2147483803" r:id="rId1"/>
    <p:sldLayoutId id="2147483802" r:id="rId2"/>
    <p:sldLayoutId id="2147483804"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 id="2147483770" r:id="rId21"/>
    <p:sldLayoutId id="2147483771" r:id="rId22"/>
    <p:sldLayoutId id="2147483772" r:id="rId23"/>
    <p:sldLayoutId id="2147483773" r:id="rId24"/>
    <p:sldLayoutId id="2147483774" r:id="rId25"/>
    <p:sldLayoutId id="2147483775" r:id="rId26"/>
    <p:sldLayoutId id="2147483776" r:id="rId27"/>
    <p:sldLayoutId id="2147483777" r:id="rId28"/>
    <p:sldLayoutId id="2147483778" r:id="rId29"/>
    <p:sldLayoutId id="2147483779" r:id="rId30"/>
    <p:sldLayoutId id="2147483780" r:id="rId31"/>
    <p:sldLayoutId id="2147483781" r:id="rId32"/>
    <p:sldLayoutId id="2147483782" r:id="rId33"/>
    <p:sldLayoutId id="2147483783" r:id="rId34"/>
    <p:sldLayoutId id="2147483784" r:id="rId35"/>
    <p:sldLayoutId id="2147483785" r:id="rId36"/>
    <p:sldLayoutId id="2147483786" r:id="rId37"/>
    <p:sldLayoutId id="2147483787" r:id="rId38"/>
    <p:sldLayoutId id="2147483788" r:id="rId39"/>
    <p:sldLayoutId id="2147483789" r:id="rId40"/>
    <p:sldLayoutId id="2147483790" r:id="rId41"/>
    <p:sldLayoutId id="2147483791" r:id="rId42"/>
    <p:sldLayoutId id="2147483792" r:id="rId43"/>
    <p:sldLayoutId id="2147483793" r:id="rId44"/>
    <p:sldLayoutId id="2147483794" r:id="rId45"/>
    <p:sldLayoutId id="2147483795" r:id="rId46"/>
    <p:sldLayoutId id="2147483796" r:id="rId47"/>
    <p:sldLayoutId id="2147483797" r:id="rId48"/>
    <p:sldLayoutId id="2147483798" r:id="rId49"/>
    <p:sldLayoutId id="2147483799" r:id="rId50"/>
    <p:sldLayoutId id="2147483800" r:id="rId51"/>
    <p:sldLayoutId id="2147483801" r:id="rId52"/>
  </p:sldLayoutIdLst>
  <p:hf sldNum="0" hdr="0" ftr="0" dt="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png"/><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slide" Target="slide49.xml"/><Relationship Id="rId3" Type="http://schemas.openxmlformats.org/officeDocument/2006/relationships/diagramLayout" Target="../diagrams/layout2.xml"/><Relationship Id="rId7" Type="http://schemas.openxmlformats.org/officeDocument/2006/relationships/image" Target="../media/image19.png"/><Relationship Id="rId12" Type="http://schemas.openxmlformats.org/officeDocument/2006/relationships/slide" Target="slide47.xml"/><Relationship Id="rId17" Type="http://schemas.openxmlformats.org/officeDocument/2006/relationships/image" Target="../media/image21.png"/><Relationship Id="rId2" Type="http://schemas.openxmlformats.org/officeDocument/2006/relationships/diagramData" Target="../diagrams/data2.xml"/><Relationship Id="rId16" Type="http://schemas.openxmlformats.org/officeDocument/2006/relationships/image" Target="../media/image20.png"/><Relationship Id="rId20" Type="http://schemas.openxmlformats.org/officeDocument/2006/relationships/image" Target="../media/image22.png"/><Relationship Id="rId1" Type="http://schemas.openxmlformats.org/officeDocument/2006/relationships/slideLayout" Target="../slideLayouts/slideLayout20.xml"/><Relationship Id="rId6" Type="http://schemas.microsoft.com/office/2007/relationships/diagramDrawing" Target="../diagrams/drawing2.xml"/><Relationship Id="rId5" Type="http://schemas.openxmlformats.org/officeDocument/2006/relationships/diagramColors" Target="../diagrams/colors2.xml"/><Relationship Id="rId15" Type="http://schemas.openxmlformats.org/officeDocument/2006/relationships/slide" Target="slide48.xml"/><Relationship Id="rId19" Type="http://schemas.openxmlformats.org/officeDocument/2006/relationships/image" Target="../media/image21.png"/><Relationship Id="rId4" Type="http://schemas.openxmlformats.org/officeDocument/2006/relationships/diagramQuickStyle" Target="../diagrams/quickStyle2.xml"/><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slide" Target="slide37.xml"/><Relationship Id="rId3" Type="http://schemas.openxmlformats.org/officeDocument/2006/relationships/image" Target="../media/image23.png"/><Relationship Id="rId7" Type="http://schemas.openxmlformats.org/officeDocument/2006/relationships/slide" Target="slide35.xml"/><Relationship Id="rId12" Type="http://schemas.openxmlformats.org/officeDocument/2006/relationships/image" Target="../media/image27.png"/><Relationship Id="rId2"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image" Target="../media/image25.png"/><Relationship Id="rId11" Type="http://schemas.openxmlformats.org/officeDocument/2006/relationships/image" Target="../media/image26.png"/><Relationship Id="rId5" Type="http://schemas.openxmlformats.org/officeDocument/2006/relationships/image" Target="../media/image23.png"/><Relationship Id="rId10" Type="http://schemas.openxmlformats.org/officeDocument/2006/relationships/slide" Target="slide36.xml"/><Relationship Id="rId4" Type="http://schemas.openxmlformats.org/officeDocument/2006/relationships/slide" Target="slide34.xml"/><Relationship Id="rId9" Type="http://schemas.openxmlformats.org/officeDocument/2006/relationships/image" Target="../media/image26.png"/><Relationship Id="rId1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image" Target="../media/image28.png"/><Relationship Id="rId2" Type="http://schemas.openxmlformats.org/officeDocument/2006/relationships/image" Target="../media/image9.png"/><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9.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slide" Target="slide44.xml"/><Relationship Id="rId3" Type="http://schemas.openxmlformats.org/officeDocument/2006/relationships/image" Target="../media/image38.png"/><Relationship Id="rId7" Type="http://schemas.openxmlformats.org/officeDocument/2006/relationships/image" Target="../media/image32.png"/><Relationship Id="rId12" Type="http://schemas.openxmlformats.org/officeDocument/2006/relationships/image" Target="../media/image33.png"/><Relationship Id="rId2" Type="http://schemas.openxmlformats.org/officeDocument/2006/relationships/image" Target="../media/image9.png"/><Relationship Id="rId1" Type="http://schemas.openxmlformats.org/officeDocument/2006/relationships/slideLayout" Target="../slideLayouts/slideLayout17.xml"/><Relationship Id="rId6" Type="http://schemas.openxmlformats.org/officeDocument/2006/relationships/image" Target="../media/image391.png"/><Relationship Id="rId11" Type="http://schemas.openxmlformats.org/officeDocument/2006/relationships/slide" Target="slide45.xml"/><Relationship Id="rId5" Type="http://schemas.openxmlformats.org/officeDocument/2006/relationships/slide" Target="slide43.xml"/><Relationship Id="rId10" Type="http://schemas.openxmlformats.org/officeDocument/2006/relationships/image" Target="../media/image33.png"/><Relationship Id="rId4" Type="http://schemas.openxmlformats.org/officeDocument/2006/relationships/image" Target="../media/image31.pn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https://ergonomic-insight-lab.lovable.app/" TargetMode="External"/><Relationship Id="rId2" Type="http://schemas.openxmlformats.org/officeDocument/2006/relationships/image" Target="../media/image9.png"/><Relationship Id="rId1" Type="http://schemas.openxmlformats.org/officeDocument/2006/relationships/slideLayout" Target="../slideLayouts/slideLayout17.xml"/><Relationship Id="rId4" Type="http://schemas.openxmlformats.org/officeDocument/2006/relationships/hyperlink" Target="SHANTHI%20FEEDS%20COLLECTED%20DATA.xlsx"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4.png"/><Relationship Id="rId7" Type="http://schemas.openxmlformats.org/officeDocument/2006/relationships/slide" Target="slide59.xml"/><Relationship Id="rId2" Type="http://schemas.openxmlformats.org/officeDocument/2006/relationships/image" Target="../media/image43.png"/><Relationship Id="rId1" Type="http://schemas.openxmlformats.org/officeDocument/2006/relationships/slideLayout" Target="../slideLayouts/slideLayout19.xml"/><Relationship Id="rId6" Type="http://schemas.openxmlformats.org/officeDocument/2006/relationships/image" Target="../media/image45.png"/><Relationship Id="rId5" Type="http://schemas.openxmlformats.org/officeDocument/2006/relationships/image" Target="../media/image420.png"/><Relationship Id="rId4" Type="http://schemas.openxmlformats.org/officeDocument/2006/relationships/slide" Target="slide58.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12"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31.xml"/><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1.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doi.org/10.3390/su13158256" TargetMode="External"/><Relationship Id="rId2" Type="http://schemas.openxmlformats.org/officeDocument/2006/relationships/hyperlink" Target="https://doi.org/10.1093/jas/skaf021" TargetMode="External"/><Relationship Id="rId1" Type="http://schemas.openxmlformats.org/officeDocument/2006/relationships/slideLayout" Target="../slideLayouts/slideLayout2.xml"/><Relationship Id="rId4" Type="http://schemas.openxmlformats.org/officeDocument/2006/relationships/hyperlink" Target="https://www.google.com/search?q=https://doi.org/10.1088/1757-899X/1003/1/012074"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www.google.com/search?q=https://doi.org/10.22116/JIEMS.2017.51960" TargetMode="External"/><Relationship Id="rId2" Type="http://schemas.openxmlformats.org/officeDocument/2006/relationships/hyperlink" Target="https://doi.org/10.1177/2516600X19896910" TargetMode="External"/><Relationship Id="rId1" Type="http://schemas.openxmlformats.org/officeDocument/2006/relationships/slideLayout" Target="../slideLayouts/slideLayout2.xml"/><Relationship Id="rId4" Type="http://schemas.openxmlformats.org/officeDocument/2006/relationships/hyperlink" Target="https://doi.org/10.1016/j.orp.2023.100273"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3.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3.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0.xml"/><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0.xml"/><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0.xml"/><Relationship Id="rId5" Type="http://schemas.openxmlformats.org/officeDocument/2006/relationships/image" Target="../media/image390.png"/><Relationship Id="rId4" Type="http://schemas.openxmlformats.org/officeDocument/2006/relationships/image" Target="../media/image70.pn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400.png"/><Relationship Id="rId1" Type="http://schemas.openxmlformats.org/officeDocument/2006/relationships/slideLayout" Target="../slideLayouts/slideLayout20.xml"/><Relationship Id="rId5" Type="http://schemas.openxmlformats.org/officeDocument/2006/relationships/image" Target="../media/image73.png"/><Relationship Id="rId4" Type="http://schemas.openxmlformats.org/officeDocument/2006/relationships/image" Target="../media/image72.png"/></Relationships>
</file>

<file path=ppt/slides/_rels/slide4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0.xml"/><Relationship Id="rId5" Type="http://schemas.openxmlformats.org/officeDocument/2006/relationships/image" Target="../media/image77.png"/><Relationship Id="rId4" Type="http://schemas.openxmlformats.org/officeDocument/2006/relationships/image" Target="../media/image76.png"/></Relationships>
</file>

<file path=ppt/slides/_rels/slide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0.xml"/><Relationship Id="rId5" Type="http://schemas.openxmlformats.org/officeDocument/2006/relationships/image" Target="../media/image83.png"/><Relationship Id="rId4" Type="http://schemas.openxmlformats.org/officeDocument/2006/relationships/image" Target="../media/image8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8.xml"/></Relationships>
</file>

<file path=ppt/slides/_rels/slide5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8.xml"/></Relationships>
</file>

<file path=ppt/slides/_rels/slide5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48.xml"/></Relationships>
</file>

<file path=ppt/slides/_rels/slide5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8.xml"/></Relationships>
</file>

<file path=ppt/slides/_rels/slide5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26E20BA-E49C-8E50-3B1A-D69C9C947F88}"/>
              </a:ext>
            </a:extLst>
          </p:cNvPr>
          <p:cNvGrpSpPr/>
          <p:nvPr/>
        </p:nvGrpSpPr>
        <p:grpSpPr>
          <a:xfrm>
            <a:off x="-22995" y="342007"/>
            <a:ext cx="12237990" cy="5284700"/>
            <a:chOff x="-8183" y="1585718"/>
            <a:chExt cx="12237990" cy="5284700"/>
          </a:xfrm>
        </p:grpSpPr>
        <p:sp>
          <p:nvSpPr>
            <p:cNvPr id="1699" name="Freeform: Shape 1698">
              <a:extLst>
                <a:ext uri="{FF2B5EF4-FFF2-40B4-BE49-F238E27FC236}">
                  <a16:creationId xmlns:a16="http://schemas.microsoft.com/office/drawing/2014/main" id="{8EF871BF-D13D-71C9-B0CA-929AC96C7679}"/>
                </a:ext>
              </a:extLst>
            </p:cNvPr>
            <p:cNvSpPr/>
            <p:nvPr/>
          </p:nvSpPr>
          <p:spPr>
            <a:xfrm>
              <a:off x="1" y="2424107"/>
              <a:ext cx="12191998" cy="4446311"/>
            </a:xfrm>
            <a:custGeom>
              <a:avLst/>
              <a:gdLst>
                <a:gd name="connsiteX0" fmla="*/ 12191998 w 12191998"/>
                <a:gd name="connsiteY0" fmla="*/ 0 h 4446311"/>
                <a:gd name="connsiteX1" fmla="*/ 12191998 w 12191998"/>
                <a:gd name="connsiteY1" fmla="*/ 4446311 h 4446311"/>
                <a:gd name="connsiteX2" fmla="*/ 0 w 12191998"/>
                <a:gd name="connsiteY2" fmla="*/ 4446311 h 4446311"/>
                <a:gd name="connsiteX3" fmla="*/ 0 w 12191998"/>
                <a:gd name="connsiteY3" fmla="*/ 880590 h 4446311"/>
                <a:gd name="connsiteX4" fmla="*/ 557489 w 12191998"/>
                <a:gd name="connsiteY4" fmla="*/ 1004062 h 4446311"/>
                <a:gd name="connsiteX5" fmla="*/ 1337187 w 12191998"/>
                <a:gd name="connsiteY5" fmla="*/ 1105488 h 4446311"/>
                <a:gd name="connsiteX6" fmla="*/ 3528797 w 12191998"/>
                <a:gd name="connsiteY6" fmla="*/ 1374642 h 4446311"/>
                <a:gd name="connsiteX7" fmla="*/ 4114711 w 12191998"/>
                <a:gd name="connsiteY7" fmla="*/ 1471379 h 4446311"/>
                <a:gd name="connsiteX8" fmla="*/ 4861873 w 12191998"/>
                <a:gd name="connsiteY8" fmla="*/ 1344700 h 4446311"/>
                <a:gd name="connsiteX9" fmla="*/ 7129280 w 12191998"/>
                <a:gd name="connsiteY9" fmla="*/ 1112069 h 4446311"/>
                <a:gd name="connsiteX10" fmla="*/ 7689629 w 12191998"/>
                <a:gd name="connsiteY10" fmla="*/ 1441520 h 4446311"/>
                <a:gd name="connsiteX11" fmla="*/ 9943629 w 12191998"/>
                <a:gd name="connsiteY11" fmla="*/ 1426383 h 4446311"/>
                <a:gd name="connsiteX12" fmla="*/ 11065847 w 12191998"/>
                <a:gd name="connsiteY12" fmla="*/ 1177713 h 4446311"/>
                <a:gd name="connsiteX13" fmla="*/ 11885858 w 12191998"/>
                <a:gd name="connsiteY13" fmla="*/ 607324 h 4446311"/>
                <a:gd name="connsiteX14" fmla="*/ 12191998 w 12191998"/>
                <a:gd name="connsiteY14" fmla="*/ 0 h 444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1998" h="4446311">
                  <a:moveTo>
                    <a:pt x="12191998" y="0"/>
                  </a:moveTo>
                  <a:lnTo>
                    <a:pt x="12191998" y="4446311"/>
                  </a:lnTo>
                  <a:lnTo>
                    <a:pt x="0" y="4446311"/>
                  </a:lnTo>
                  <a:lnTo>
                    <a:pt x="0" y="880590"/>
                  </a:lnTo>
                  <a:cubicBezTo>
                    <a:pt x="189852" y="814125"/>
                    <a:pt x="421983" y="864221"/>
                    <a:pt x="557489" y="1004062"/>
                  </a:cubicBezTo>
                  <a:cubicBezTo>
                    <a:pt x="792480" y="845795"/>
                    <a:pt x="1159044" y="893670"/>
                    <a:pt x="1337187" y="1105488"/>
                  </a:cubicBezTo>
                  <a:cubicBezTo>
                    <a:pt x="1421744" y="-470608"/>
                    <a:pt x="3896702" y="-165918"/>
                    <a:pt x="3528797" y="1374642"/>
                  </a:cubicBezTo>
                  <a:cubicBezTo>
                    <a:pt x="3643477" y="1074971"/>
                    <a:pt x="4120431" y="1154351"/>
                    <a:pt x="4114711" y="1471379"/>
                  </a:cubicBezTo>
                  <a:cubicBezTo>
                    <a:pt x="4265591" y="1248949"/>
                    <a:pt x="4634837" y="1186432"/>
                    <a:pt x="4861873" y="1344700"/>
                  </a:cubicBezTo>
                  <a:cubicBezTo>
                    <a:pt x="5053960" y="286757"/>
                    <a:pt x="6688974" y="119523"/>
                    <a:pt x="7129280" y="1112069"/>
                  </a:cubicBezTo>
                  <a:cubicBezTo>
                    <a:pt x="7369724" y="1063701"/>
                    <a:pt x="7636267" y="1220488"/>
                    <a:pt x="7689629" y="1441520"/>
                  </a:cubicBezTo>
                  <a:cubicBezTo>
                    <a:pt x="8021870" y="454403"/>
                    <a:pt x="9595925" y="444202"/>
                    <a:pt x="9943629" y="1426383"/>
                  </a:cubicBezTo>
                  <a:cubicBezTo>
                    <a:pt x="10174866" y="1103926"/>
                    <a:pt x="10699730" y="988515"/>
                    <a:pt x="11065847" y="1177713"/>
                  </a:cubicBezTo>
                  <a:cubicBezTo>
                    <a:pt x="11079076" y="816757"/>
                    <a:pt x="11504902" y="520540"/>
                    <a:pt x="11885858" y="607324"/>
                  </a:cubicBezTo>
                  <a:cubicBezTo>
                    <a:pt x="11885053" y="374447"/>
                    <a:pt x="12006794" y="158843"/>
                    <a:pt x="12191998" y="0"/>
                  </a:cubicBezTo>
                  <a:close/>
                </a:path>
              </a:pathLst>
            </a:custGeom>
            <a:gradFill>
              <a:gsLst>
                <a:gs pos="0">
                  <a:schemeClr val="accent1"/>
                </a:gs>
                <a:gs pos="35000">
                  <a:schemeClr val="bg1"/>
                </a:gs>
              </a:gsLst>
              <a:lin ang="5400000" scaled="1"/>
            </a:gradFill>
            <a:ln w="0" cap="flat">
              <a:noFill/>
              <a:prstDash val="solid"/>
              <a:miter/>
            </a:ln>
          </p:spPr>
          <p:txBody>
            <a:bodyPr rtlCol="0" anchor="ctr"/>
            <a:lstStyle/>
            <a:p>
              <a:endParaRPr lang="en-IN" dirty="0"/>
            </a:p>
          </p:txBody>
        </p:sp>
        <p:sp>
          <p:nvSpPr>
            <p:cNvPr id="1542" name="Freeform: Shape 1541">
              <a:extLst>
                <a:ext uri="{FF2B5EF4-FFF2-40B4-BE49-F238E27FC236}">
                  <a16:creationId xmlns:a16="http://schemas.microsoft.com/office/drawing/2014/main" id="{46404F17-7E05-D464-7FC6-C13312F1A942}"/>
                </a:ext>
              </a:extLst>
            </p:cNvPr>
            <p:cNvSpPr/>
            <p:nvPr/>
          </p:nvSpPr>
          <p:spPr>
            <a:xfrm>
              <a:off x="37807" y="3031668"/>
              <a:ext cx="12192000" cy="3263685"/>
            </a:xfrm>
            <a:custGeom>
              <a:avLst/>
              <a:gdLst>
                <a:gd name="connsiteX0" fmla="*/ 11202769 w 11202769"/>
                <a:gd name="connsiteY0" fmla="*/ 43218 h 3263685"/>
                <a:gd name="connsiteX1" fmla="*/ 11202769 w 11202769"/>
                <a:gd name="connsiteY1" fmla="*/ 2530496 h 3263685"/>
                <a:gd name="connsiteX2" fmla="*/ 0 w 11202769"/>
                <a:gd name="connsiteY2" fmla="*/ 3263686 h 3263685"/>
                <a:gd name="connsiteX3" fmla="*/ 0 w 11202769"/>
                <a:gd name="connsiteY3" fmla="*/ 872009 h 3263685"/>
                <a:gd name="connsiteX4" fmla="*/ 65130 w 11202769"/>
                <a:gd name="connsiteY4" fmla="*/ 834065 h 3263685"/>
                <a:gd name="connsiteX5" fmla="*/ 197855 w 11202769"/>
                <a:gd name="connsiteY5" fmla="*/ 796448 h 3263685"/>
                <a:gd name="connsiteX6" fmla="*/ 429467 w 11202769"/>
                <a:gd name="connsiteY6" fmla="*/ 825276 h 3263685"/>
                <a:gd name="connsiteX7" fmla="*/ 605722 w 11202769"/>
                <a:gd name="connsiteY7" fmla="*/ 945353 h 3263685"/>
                <a:gd name="connsiteX8" fmla="*/ 720295 w 11202769"/>
                <a:gd name="connsiteY8" fmla="*/ 884165 h 3263685"/>
                <a:gd name="connsiteX9" fmla="*/ 931210 w 11202769"/>
                <a:gd name="connsiteY9" fmla="*/ 852462 h 3263685"/>
                <a:gd name="connsiteX10" fmla="*/ 1032478 w 11202769"/>
                <a:gd name="connsiteY10" fmla="*/ 866589 h 3263685"/>
                <a:gd name="connsiteX11" fmla="*/ 1185818 w 11202769"/>
                <a:gd name="connsiteY11" fmla="*/ 927530 h 3263685"/>
                <a:gd name="connsiteX12" fmla="*/ 1280187 w 11202769"/>
                <a:gd name="connsiteY12" fmla="*/ 999560 h 3263685"/>
                <a:gd name="connsiteX13" fmla="*/ 1322157 w 11202769"/>
                <a:gd name="connsiteY13" fmla="*/ 1046621 h 3263685"/>
                <a:gd name="connsiteX14" fmla="*/ 1327742 w 11202769"/>
                <a:gd name="connsiteY14" fmla="*/ 921042 h 3263685"/>
                <a:gd name="connsiteX15" fmla="*/ 1327742 w 11202769"/>
                <a:gd name="connsiteY15" fmla="*/ 921042 h 3263685"/>
                <a:gd name="connsiteX16" fmla="*/ 1327742 w 11202769"/>
                <a:gd name="connsiteY16" fmla="*/ 921042 h 3263685"/>
                <a:gd name="connsiteX17" fmla="*/ 1425232 w 11202769"/>
                <a:gd name="connsiteY17" fmla="*/ 584795 h 3263685"/>
                <a:gd name="connsiteX18" fmla="*/ 1425232 w 11202769"/>
                <a:gd name="connsiteY18" fmla="*/ 584795 h 3263685"/>
                <a:gd name="connsiteX19" fmla="*/ 1515002 w 11202769"/>
                <a:gd name="connsiteY19" fmla="*/ 431947 h 3263685"/>
                <a:gd name="connsiteX20" fmla="*/ 1596805 w 11202769"/>
                <a:gd name="connsiteY20" fmla="*/ 329529 h 3263685"/>
                <a:gd name="connsiteX21" fmla="*/ 1698567 w 11202769"/>
                <a:gd name="connsiteY21" fmla="*/ 231217 h 3263685"/>
                <a:gd name="connsiteX22" fmla="*/ 1821846 w 11202769"/>
                <a:gd name="connsiteY22" fmla="*/ 142433 h 3263685"/>
                <a:gd name="connsiteX23" fmla="*/ 1914819 w 11202769"/>
                <a:gd name="connsiteY23" fmla="*/ 92497 h 3263685"/>
                <a:gd name="connsiteX24" fmla="*/ 2079822 w 11202769"/>
                <a:gd name="connsiteY24" fmla="*/ 33116 h 3263685"/>
                <a:gd name="connsiteX25" fmla="*/ 2085736 w 11202769"/>
                <a:gd name="connsiteY25" fmla="*/ 31637 h 3263685"/>
                <a:gd name="connsiteX26" fmla="*/ 2336237 w 11202769"/>
                <a:gd name="connsiteY26" fmla="*/ 17 h 3263685"/>
                <a:gd name="connsiteX27" fmla="*/ 3026883 w 11202769"/>
                <a:gd name="connsiteY27" fmla="*/ 250026 h 3263685"/>
                <a:gd name="connsiteX28" fmla="*/ 3335945 w 11202769"/>
                <a:gd name="connsiteY28" fmla="*/ 1315439 h 3263685"/>
                <a:gd name="connsiteX29" fmla="*/ 3639093 w 11202769"/>
                <a:gd name="connsiteY29" fmla="*/ 1126946 h 3263685"/>
                <a:gd name="connsiteX30" fmla="*/ 3874236 w 11202769"/>
                <a:gd name="connsiteY30" fmla="*/ 1412026 h 3263685"/>
                <a:gd name="connsiteX31" fmla="*/ 4560858 w 11202769"/>
                <a:gd name="connsiteY31" fmla="*/ 1285543 h 3263685"/>
                <a:gd name="connsiteX32" fmla="*/ 5515146 w 11202769"/>
                <a:gd name="connsiteY32" fmla="*/ 385707 h 3263685"/>
                <a:gd name="connsiteX33" fmla="*/ 6644293 w 11202769"/>
                <a:gd name="connsiteY33" fmla="*/ 1053274 h 3263685"/>
                <a:gd name="connsiteX34" fmla="*/ 7153592 w 11202769"/>
                <a:gd name="connsiteY34" fmla="*/ 1360365 h 3263685"/>
                <a:gd name="connsiteX35" fmla="*/ 7159095 w 11202769"/>
                <a:gd name="connsiteY35" fmla="*/ 1382212 h 3263685"/>
                <a:gd name="connsiteX36" fmla="*/ 7166652 w 11202769"/>
                <a:gd name="connsiteY36" fmla="*/ 1359461 h 3263685"/>
                <a:gd name="connsiteX37" fmla="*/ 8189192 w 11202769"/>
                <a:gd name="connsiteY37" fmla="*/ 622493 h 3263685"/>
                <a:gd name="connsiteX38" fmla="*/ 9171897 w 11202769"/>
                <a:gd name="connsiteY38" fmla="*/ 1228215 h 3263685"/>
                <a:gd name="connsiteX39" fmla="*/ 9230211 w 11202769"/>
                <a:gd name="connsiteY39" fmla="*/ 1367099 h 3263685"/>
                <a:gd name="connsiteX40" fmla="*/ 9366878 w 11202769"/>
                <a:gd name="connsiteY40" fmla="*/ 1215484 h 3263685"/>
                <a:gd name="connsiteX41" fmla="*/ 10261375 w 11202769"/>
                <a:gd name="connsiteY41" fmla="*/ 1118815 h 3263685"/>
                <a:gd name="connsiteX42" fmla="*/ 11014934 w 11202769"/>
                <a:gd name="connsiteY42" fmla="*/ 549314 h 3263685"/>
                <a:gd name="connsiteX43" fmla="*/ 11202687 w 11202769"/>
                <a:gd name="connsiteY43" fmla="*/ 43300 h 326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202769" h="3263685">
                  <a:moveTo>
                    <a:pt x="11202769" y="43218"/>
                  </a:moveTo>
                  <a:lnTo>
                    <a:pt x="11202769" y="2530496"/>
                  </a:lnTo>
                  <a:lnTo>
                    <a:pt x="0" y="3263686"/>
                  </a:lnTo>
                  <a:lnTo>
                    <a:pt x="0" y="872009"/>
                  </a:lnTo>
                  <a:cubicBezTo>
                    <a:pt x="20533" y="857472"/>
                    <a:pt x="42298" y="844742"/>
                    <a:pt x="65130" y="834065"/>
                  </a:cubicBezTo>
                  <a:cubicBezTo>
                    <a:pt x="107100" y="814435"/>
                    <a:pt x="152026" y="802033"/>
                    <a:pt x="197855" y="796448"/>
                  </a:cubicBezTo>
                  <a:cubicBezTo>
                    <a:pt x="275634" y="787003"/>
                    <a:pt x="356041" y="797270"/>
                    <a:pt x="429467" y="825276"/>
                  </a:cubicBezTo>
                  <a:cubicBezTo>
                    <a:pt x="496651" y="850984"/>
                    <a:pt x="557921" y="891557"/>
                    <a:pt x="605722" y="945353"/>
                  </a:cubicBezTo>
                  <a:cubicBezTo>
                    <a:pt x="641038" y="919482"/>
                    <a:pt x="679640" y="899113"/>
                    <a:pt x="720295" y="884165"/>
                  </a:cubicBezTo>
                  <a:cubicBezTo>
                    <a:pt x="787151" y="859279"/>
                    <a:pt x="859427" y="849095"/>
                    <a:pt x="931210" y="852462"/>
                  </a:cubicBezTo>
                  <a:cubicBezTo>
                    <a:pt x="965294" y="854105"/>
                    <a:pt x="999297" y="858868"/>
                    <a:pt x="1032478" y="866589"/>
                  </a:cubicBezTo>
                  <a:cubicBezTo>
                    <a:pt x="1086439" y="879155"/>
                    <a:pt x="1138428" y="899441"/>
                    <a:pt x="1185818" y="927530"/>
                  </a:cubicBezTo>
                  <a:cubicBezTo>
                    <a:pt x="1220067" y="947571"/>
                    <a:pt x="1251934" y="971717"/>
                    <a:pt x="1280187" y="999560"/>
                  </a:cubicBezTo>
                  <a:cubicBezTo>
                    <a:pt x="1295300" y="1014179"/>
                    <a:pt x="1309262" y="1029867"/>
                    <a:pt x="1322157" y="1046621"/>
                  </a:cubicBezTo>
                  <a:cubicBezTo>
                    <a:pt x="1321253" y="1004652"/>
                    <a:pt x="1323142" y="962765"/>
                    <a:pt x="1327742" y="921042"/>
                  </a:cubicBezTo>
                  <a:cubicBezTo>
                    <a:pt x="1327742" y="921042"/>
                    <a:pt x="1327742" y="921042"/>
                    <a:pt x="1327742" y="921042"/>
                  </a:cubicBezTo>
                  <a:lnTo>
                    <a:pt x="1327742" y="921042"/>
                  </a:lnTo>
                  <a:cubicBezTo>
                    <a:pt x="1340390" y="804497"/>
                    <a:pt x="1374146" y="690580"/>
                    <a:pt x="1425232" y="584795"/>
                  </a:cubicBezTo>
                  <a:lnTo>
                    <a:pt x="1425232" y="584795"/>
                  </a:lnTo>
                  <a:cubicBezTo>
                    <a:pt x="1450939" y="531491"/>
                    <a:pt x="1480917" y="480323"/>
                    <a:pt x="1515002" y="431947"/>
                  </a:cubicBezTo>
                  <a:cubicBezTo>
                    <a:pt x="1540217" y="396138"/>
                    <a:pt x="1567484" y="361971"/>
                    <a:pt x="1596805" y="329529"/>
                  </a:cubicBezTo>
                  <a:cubicBezTo>
                    <a:pt x="1628508" y="294541"/>
                    <a:pt x="1662429" y="261606"/>
                    <a:pt x="1698567" y="231217"/>
                  </a:cubicBezTo>
                  <a:cubicBezTo>
                    <a:pt x="1737333" y="198529"/>
                    <a:pt x="1778563" y="168798"/>
                    <a:pt x="1821846" y="142433"/>
                  </a:cubicBezTo>
                  <a:cubicBezTo>
                    <a:pt x="1851824" y="124118"/>
                    <a:pt x="1882788" y="107363"/>
                    <a:pt x="1914819" y="92497"/>
                  </a:cubicBezTo>
                  <a:cubicBezTo>
                    <a:pt x="1968041" y="67611"/>
                    <a:pt x="2023233" y="47900"/>
                    <a:pt x="2079822" y="33116"/>
                  </a:cubicBezTo>
                  <a:cubicBezTo>
                    <a:pt x="2081793" y="32541"/>
                    <a:pt x="2083764" y="32130"/>
                    <a:pt x="2085736" y="31637"/>
                  </a:cubicBezTo>
                  <a:cubicBezTo>
                    <a:pt x="2167457" y="10776"/>
                    <a:pt x="2251806" y="345"/>
                    <a:pt x="2336237" y="17"/>
                  </a:cubicBezTo>
                  <a:cubicBezTo>
                    <a:pt x="2586575" y="-1379"/>
                    <a:pt x="2838227" y="84941"/>
                    <a:pt x="3026883" y="250026"/>
                  </a:cubicBezTo>
                  <a:cubicBezTo>
                    <a:pt x="3320915" y="507180"/>
                    <a:pt x="3446083" y="941000"/>
                    <a:pt x="3335945" y="1315439"/>
                  </a:cubicBezTo>
                  <a:cubicBezTo>
                    <a:pt x="3376190" y="1193145"/>
                    <a:pt x="3511050" y="1107892"/>
                    <a:pt x="3639093" y="1126946"/>
                  </a:cubicBezTo>
                  <a:cubicBezTo>
                    <a:pt x="3772639" y="1146740"/>
                    <a:pt x="3880150" y="1277165"/>
                    <a:pt x="3874236" y="1412026"/>
                  </a:cubicBezTo>
                  <a:cubicBezTo>
                    <a:pt x="4012875" y="1189941"/>
                    <a:pt x="4352161" y="1127521"/>
                    <a:pt x="4560858" y="1285543"/>
                  </a:cubicBezTo>
                  <a:cubicBezTo>
                    <a:pt x="4640033" y="823305"/>
                    <a:pt x="5048967" y="437697"/>
                    <a:pt x="5515146" y="385707"/>
                  </a:cubicBezTo>
                  <a:cubicBezTo>
                    <a:pt x="5981408" y="333718"/>
                    <a:pt x="6465164" y="619783"/>
                    <a:pt x="6644293" y="1053274"/>
                  </a:cubicBezTo>
                  <a:cubicBezTo>
                    <a:pt x="6857836" y="1006623"/>
                    <a:pt x="7093801" y="1151257"/>
                    <a:pt x="7153592" y="1360365"/>
                  </a:cubicBezTo>
                  <a:cubicBezTo>
                    <a:pt x="7155646" y="1367592"/>
                    <a:pt x="7157535" y="1374902"/>
                    <a:pt x="7159095" y="1382212"/>
                  </a:cubicBezTo>
                  <a:cubicBezTo>
                    <a:pt x="7161477" y="1374656"/>
                    <a:pt x="7164105" y="1367018"/>
                    <a:pt x="7166652" y="1359461"/>
                  </a:cubicBezTo>
                  <a:cubicBezTo>
                    <a:pt x="7312353" y="936401"/>
                    <a:pt x="7741163" y="625778"/>
                    <a:pt x="8189192" y="622493"/>
                  </a:cubicBezTo>
                  <a:cubicBezTo>
                    <a:pt x="8594922" y="619536"/>
                    <a:pt x="8988415" y="868642"/>
                    <a:pt x="9171897" y="1228215"/>
                  </a:cubicBezTo>
                  <a:cubicBezTo>
                    <a:pt x="9194730" y="1272894"/>
                    <a:pt x="9214360" y="1319299"/>
                    <a:pt x="9230211" y="1367099"/>
                  </a:cubicBezTo>
                  <a:cubicBezTo>
                    <a:pt x="9267992" y="1309854"/>
                    <a:pt x="9314396" y="1259014"/>
                    <a:pt x="9366878" y="1215484"/>
                  </a:cubicBezTo>
                  <a:cubicBezTo>
                    <a:pt x="9609742" y="1013851"/>
                    <a:pt x="9984837" y="963504"/>
                    <a:pt x="10261375" y="1118815"/>
                  </a:cubicBezTo>
                  <a:cubicBezTo>
                    <a:pt x="10273530" y="758421"/>
                    <a:pt x="10664888" y="462665"/>
                    <a:pt x="11014934" y="549314"/>
                  </a:cubicBezTo>
                  <a:cubicBezTo>
                    <a:pt x="11014359" y="362710"/>
                    <a:pt x="11086306" y="187195"/>
                    <a:pt x="11202687" y="43300"/>
                  </a:cubicBezTo>
                  <a:close/>
                </a:path>
              </a:pathLst>
            </a:custGeom>
            <a:gradFill>
              <a:gsLst>
                <a:gs pos="0">
                  <a:schemeClr val="accent1">
                    <a:lumMod val="90000"/>
                  </a:schemeClr>
                </a:gs>
                <a:gs pos="33000">
                  <a:schemeClr val="bg1"/>
                </a:gs>
              </a:gsLst>
              <a:lin ang="540000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1548" name="Freeform: Shape 1547">
              <a:extLst>
                <a:ext uri="{FF2B5EF4-FFF2-40B4-BE49-F238E27FC236}">
                  <a16:creationId xmlns:a16="http://schemas.microsoft.com/office/drawing/2014/main" id="{54F75C6C-FF5D-ABB1-6BBA-A450FBA20976}"/>
                </a:ext>
              </a:extLst>
            </p:cNvPr>
            <p:cNvSpPr/>
            <p:nvPr/>
          </p:nvSpPr>
          <p:spPr>
            <a:xfrm>
              <a:off x="8317948" y="2886640"/>
              <a:ext cx="181675" cy="100033"/>
            </a:xfrm>
            <a:custGeom>
              <a:avLst/>
              <a:gdLst>
                <a:gd name="connsiteX0" fmla="*/ 181675 w 181675"/>
                <a:gd name="connsiteY0" fmla="*/ 83205 h 99877"/>
                <a:gd name="connsiteX1" fmla="*/ 88784 w 181675"/>
                <a:gd name="connsiteY1" fmla="*/ 47313 h 99877"/>
                <a:gd name="connsiteX2" fmla="*/ 0 w 181675"/>
                <a:gd name="connsiteY2" fmla="*/ 2223 h 99877"/>
                <a:gd name="connsiteX3" fmla="*/ 65048 w 181675"/>
                <a:gd name="connsiteY3" fmla="*/ 63247 h 99877"/>
                <a:gd name="connsiteX4" fmla="*/ 42873 w 181675"/>
                <a:gd name="connsiteY4" fmla="*/ 74909 h 99877"/>
                <a:gd name="connsiteX5" fmla="*/ 98969 w 181675"/>
                <a:gd name="connsiteY5" fmla="*/ 99877 h 99877"/>
                <a:gd name="connsiteX6" fmla="*/ 93794 w 181675"/>
                <a:gd name="connsiteY6" fmla="*/ 76059 h 99877"/>
                <a:gd name="connsiteX7" fmla="*/ 181675 w 181675"/>
                <a:gd name="connsiteY7" fmla="*/ 83123 h 99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675" h="99877">
                  <a:moveTo>
                    <a:pt x="181675" y="83205"/>
                  </a:moveTo>
                  <a:cubicBezTo>
                    <a:pt x="164756" y="50188"/>
                    <a:pt x="123362" y="38032"/>
                    <a:pt x="88784" y="47313"/>
                  </a:cubicBezTo>
                  <a:cubicBezTo>
                    <a:pt x="72522" y="15364"/>
                    <a:pt x="35809" y="-7387"/>
                    <a:pt x="0" y="2223"/>
                  </a:cubicBezTo>
                  <a:cubicBezTo>
                    <a:pt x="30389" y="13228"/>
                    <a:pt x="52893" y="34993"/>
                    <a:pt x="65048" y="63247"/>
                  </a:cubicBezTo>
                  <a:lnTo>
                    <a:pt x="42873" y="74909"/>
                  </a:lnTo>
                  <a:lnTo>
                    <a:pt x="98969" y="99877"/>
                  </a:lnTo>
                  <a:lnTo>
                    <a:pt x="93794" y="76059"/>
                  </a:lnTo>
                  <a:cubicBezTo>
                    <a:pt x="122623" y="66696"/>
                    <a:pt x="153669" y="68092"/>
                    <a:pt x="181675" y="83123"/>
                  </a:cubicBezTo>
                  <a:close/>
                </a:path>
              </a:pathLst>
            </a:custGeom>
            <a:solidFill>
              <a:schemeClr val="tx1"/>
            </a:solidFill>
            <a:ln w="0" cap="flat">
              <a:noFill/>
              <a:prstDash val="solid"/>
              <a:miter/>
            </a:ln>
          </p:spPr>
          <p:txBody>
            <a:bodyPr rtlCol="0" anchor="ctr"/>
            <a:lstStyle/>
            <a:p>
              <a:endParaRPr lang="en-IN"/>
            </a:p>
          </p:txBody>
        </p:sp>
        <p:sp>
          <p:nvSpPr>
            <p:cNvPr id="1549" name="Freeform: Shape 1548">
              <a:extLst>
                <a:ext uri="{FF2B5EF4-FFF2-40B4-BE49-F238E27FC236}">
                  <a16:creationId xmlns:a16="http://schemas.microsoft.com/office/drawing/2014/main" id="{5572FF29-9A9F-B26E-860B-80F520187859}"/>
                </a:ext>
              </a:extLst>
            </p:cNvPr>
            <p:cNvSpPr/>
            <p:nvPr/>
          </p:nvSpPr>
          <p:spPr>
            <a:xfrm>
              <a:off x="11477974" y="2542276"/>
              <a:ext cx="198594" cy="69627"/>
            </a:xfrm>
            <a:custGeom>
              <a:avLst/>
              <a:gdLst>
                <a:gd name="connsiteX0" fmla="*/ 198513 w 198594"/>
                <a:gd name="connsiteY0" fmla="*/ 24922 h 69519"/>
                <a:gd name="connsiteX1" fmla="*/ 98969 w 198594"/>
                <a:gd name="connsiteY1" fmla="*/ 23608 h 69519"/>
                <a:gd name="connsiteX2" fmla="*/ 0 w 198594"/>
                <a:gd name="connsiteY2" fmla="*/ 12274 h 69519"/>
                <a:gd name="connsiteX3" fmla="*/ 82296 w 198594"/>
                <a:gd name="connsiteY3" fmla="*/ 46852 h 69519"/>
                <a:gd name="connsiteX4" fmla="*/ 65541 w 198594"/>
                <a:gd name="connsiteY4" fmla="*/ 65578 h 69519"/>
                <a:gd name="connsiteX5" fmla="*/ 126811 w 198594"/>
                <a:gd name="connsiteY5" fmla="*/ 69520 h 69519"/>
                <a:gd name="connsiteX6" fmla="*/ 113671 w 198594"/>
                <a:gd name="connsiteY6" fmla="*/ 48987 h 69519"/>
                <a:gd name="connsiteX7" fmla="*/ 198594 w 198594"/>
                <a:gd name="connsiteY7" fmla="*/ 25005 h 69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594" h="69519">
                  <a:moveTo>
                    <a:pt x="198513" y="24922"/>
                  </a:moveTo>
                  <a:cubicBezTo>
                    <a:pt x="171163" y="-128"/>
                    <a:pt x="128126" y="2911"/>
                    <a:pt x="98969" y="23608"/>
                  </a:cubicBezTo>
                  <a:cubicBezTo>
                    <a:pt x="72605" y="-703"/>
                    <a:pt x="30307" y="-9162"/>
                    <a:pt x="0" y="12274"/>
                  </a:cubicBezTo>
                  <a:cubicBezTo>
                    <a:pt x="32360" y="12028"/>
                    <a:pt x="60942" y="24594"/>
                    <a:pt x="82296" y="46852"/>
                  </a:cubicBezTo>
                  <a:lnTo>
                    <a:pt x="65541" y="65578"/>
                  </a:lnTo>
                  <a:lnTo>
                    <a:pt x="126811" y="69520"/>
                  </a:lnTo>
                  <a:lnTo>
                    <a:pt x="113671" y="48987"/>
                  </a:lnTo>
                  <a:cubicBezTo>
                    <a:pt x="137407" y="30179"/>
                    <a:pt x="166974" y="20734"/>
                    <a:pt x="198594" y="25005"/>
                  </a:cubicBezTo>
                  <a:close/>
                </a:path>
              </a:pathLst>
            </a:custGeom>
            <a:solidFill>
              <a:schemeClr val="tx1"/>
            </a:solidFill>
            <a:ln w="0" cap="flat">
              <a:noFill/>
              <a:prstDash val="solid"/>
              <a:miter/>
            </a:ln>
          </p:spPr>
          <p:txBody>
            <a:bodyPr rtlCol="0" anchor="ctr"/>
            <a:lstStyle/>
            <a:p>
              <a:endParaRPr lang="en-IN"/>
            </a:p>
          </p:txBody>
        </p:sp>
        <p:sp>
          <p:nvSpPr>
            <p:cNvPr id="1691" name="Freeform: Shape 1690">
              <a:extLst>
                <a:ext uri="{FF2B5EF4-FFF2-40B4-BE49-F238E27FC236}">
                  <a16:creationId xmlns:a16="http://schemas.microsoft.com/office/drawing/2014/main" id="{66C47DAF-2088-92F0-2C22-60464AC589E1}"/>
                </a:ext>
              </a:extLst>
            </p:cNvPr>
            <p:cNvSpPr/>
            <p:nvPr/>
          </p:nvSpPr>
          <p:spPr>
            <a:xfrm>
              <a:off x="0" y="3803768"/>
              <a:ext cx="7483958" cy="3066649"/>
            </a:xfrm>
            <a:custGeom>
              <a:avLst/>
              <a:gdLst>
                <a:gd name="connsiteX0" fmla="*/ 0 w 7483958"/>
                <a:gd name="connsiteY0" fmla="*/ 0 h 3066649"/>
                <a:gd name="connsiteX1" fmla="*/ 396866 w 7483958"/>
                <a:gd name="connsiteY1" fmla="*/ 16268 h 3066649"/>
                <a:gd name="connsiteX2" fmla="*/ 805619 w 7483958"/>
                <a:gd name="connsiteY2" fmla="*/ 35932 h 3066649"/>
                <a:gd name="connsiteX3" fmla="*/ 1346930 w 7483958"/>
                <a:gd name="connsiteY3" fmla="*/ 66502 h 3066649"/>
                <a:gd name="connsiteX4" fmla="*/ 1347019 w 7483958"/>
                <a:gd name="connsiteY4" fmla="*/ 66502 h 3066649"/>
                <a:gd name="connsiteX5" fmla="*/ 1781426 w 7483958"/>
                <a:gd name="connsiteY5" fmla="*/ 95194 h 3066649"/>
                <a:gd name="connsiteX6" fmla="*/ 2346871 w 7483958"/>
                <a:gd name="connsiteY6" fmla="*/ 138277 h 3066649"/>
                <a:gd name="connsiteX7" fmla="*/ 2797814 w 7483958"/>
                <a:gd name="connsiteY7" fmla="*/ 177606 h 3066649"/>
                <a:gd name="connsiteX8" fmla="*/ 3385693 w 7483958"/>
                <a:gd name="connsiteY8" fmla="*/ 236153 h 3066649"/>
                <a:gd name="connsiteX9" fmla="*/ 3859072 w 7483958"/>
                <a:gd name="connsiteY9" fmla="*/ 289694 h 3066649"/>
                <a:gd name="connsiteX10" fmla="*/ 4489499 w 7483958"/>
                <a:gd name="connsiteY10" fmla="*/ 370497 h 3066649"/>
                <a:gd name="connsiteX11" fmla="*/ 5014183 w 7483958"/>
                <a:gd name="connsiteY11" fmla="*/ 446742 h 3066649"/>
                <a:gd name="connsiteX12" fmla="*/ 5014273 w 7483958"/>
                <a:gd name="connsiteY12" fmla="*/ 446742 h 3066649"/>
                <a:gd name="connsiteX13" fmla="*/ 5751157 w 7483958"/>
                <a:gd name="connsiteY13" fmla="*/ 569020 h 3066649"/>
                <a:gd name="connsiteX14" fmla="*/ 6420733 w 7483958"/>
                <a:gd name="connsiteY14" fmla="*/ 697107 h 3066649"/>
                <a:gd name="connsiteX15" fmla="*/ 6420823 w 7483958"/>
                <a:gd name="connsiteY15" fmla="*/ 697107 h 3066649"/>
                <a:gd name="connsiteX16" fmla="*/ 6513871 w 7483958"/>
                <a:gd name="connsiteY16" fmla="*/ 716325 h 3066649"/>
                <a:gd name="connsiteX17" fmla="*/ 7483868 w 7483958"/>
                <a:gd name="connsiteY17" fmla="*/ 938802 h 3066649"/>
                <a:gd name="connsiteX18" fmla="*/ 7483958 w 7483958"/>
                <a:gd name="connsiteY18" fmla="*/ 938802 h 3066649"/>
                <a:gd name="connsiteX19" fmla="*/ 7475198 w 7483958"/>
                <a:gd name="connsiteY19" fmla="*/ 1262283 h 3066649"/>
                <a:gd name="connsiteX20" fmla="*/ 7465455 w 7483958"/>
                <a:gd name="connsiteY20" fmla="*/ 1622770 h 3066649"/>
                <a:gd name="connsiteX21" fmla="*/ 7446953 w 7483958"/>
                <a:gd name="connsiteY21" fmla="*/ 2303341 h 3066649"/>
                <a:gd name="connsiteX22" fmla="*/ 7427344 w 7483958"/>
                <a:gd name="connsiteY22" fmla="*/ 3027504 h 3066649"/>
                <a:gd name="connsiteX23" fmla="*/ 7426284 w 7483958"/>
                <a:gd name="connsiteY23" fmla="*/ 3066649 h 3066649"/>
                <a:gd name="connsiteX24" fmla="*/ 0 w 7483958"/>
                <a:gd name="connsiteY24" fmla="*/ 3066649 h 306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83958" h="3066649">
                  <a:moveTo>
                    <a:pt x="0" y="0"/>
                  </a:moveTo>
                  <a:cubicBezTo>
                    <a:pt x="132735" y="5006"/>
                    <a:pt x="265024" y="10458"/>
                    <a:pt x="396866" y="16268"/>
                  </a:cubicBezTo>
                  <a:cubicBezTo>
                    <a:pt x="533623" y="22346"/>
                    <a:pt x="669934" y="28871"/>
                    <a:pt x="805619" y="35932"/>
                  </a:cubicBezTo>
                  <a:cubicBezTo>
                    <a:pt x="987069" y="45228"/>
                    <a:pt x="1167447" y="55418"/>
                    <a:pt x="1346930" y="66502"/>
                  </a:cubicBezTo>
                  <a:lnTo>
                    <a:pt x="1347019" y="66502"/>
                  </a:lnTo>
                  <a:cubicBezTo>
                    <a:pt x="1492537" y="75440"/>
                    <a:pt x="1637250" y="85004"/>
                    <a:pt x="1781426" y="95194"/>
                  </a:cubicBezTo>
                  <a:cubicBezTo>
                    <a:pt x="1971100" y="108423"/>
                    <a:pt x="2159522" y="122814"/>
                    <a:pt x="2346871" y="138277"/>
                  </a:cubicBezTo>
                  <a:cubicBezTo>
                    <a:pt x="2498019" y="150612"/>
                    <a:pt x="2648274" y="163752"/>
                    <a:pt x="2797814" y="177606"/>
                  </a:cubicBezTo>
                  <a:cubicBezTo>
                    <a:pt x="2995264" y="195841"/>
                    <a:pt x="3191104" y="215326"/>
                    <a:pt x="3385693" y="236153"/>
                  </a:cubicBezTo>
                  <a:cubicBezTo>
                    <a:pt x="3544440" y="253136"/>
                    <a:pt x="3702292" y="270923"/>
                    <a:pt x="3859072" y="289694"/>
                  </a:cubicBezTo>
                  <a:cubicBezTo>
                    <a:pt x="4071091" y="314900"/>
                    <a:pt x="4281234" y="341805"/>
                    <a:pt x="4489499" y="370497"/>
                  </a:cubicBezTo>
                  <a:cubicBezTo>
                    <a:pt x="4665764" y="394631"/>
                    <a:pt x="4840600" y="420106"/>
                    <a:pt x="5014183" y="446742"/>
                  </a:cubicBezTo>
                  <a:lnTo>
                    <a:pt x="5014273" y="446742"/>
                  </a:lnTo>
                  <a:cubicBezTo>
                    <a:pt x="5262762" y="484909"/>
                    <a:pt x="5508478" y="525579"/>
                    <a:pt x="5751157" y="569020"/>
                  </a:cubicBezTo>
                  <a:cubicBezTo>
                    <a:pt x="5977030" y="609332"/>
                    <a:pt x="6200222" y="652058"/>
                    <a:pt x="6420733" y="697107"/>
                  </a:cubicBezTo>
                  <a:lnTo>
                    <a:pt x="6420823" y="697107"/>
                  </a:lnTo>
                  <a:cubicBezTo>
                    <a:pt x="6451928" y="703453"/>
                    <a:pt x="6482944" y="709889"/>
                    <a:pt x="6513871" y="716325"/>
                  </a:cubicBezTo>
                  <a:cubicBezTo>
                    <a:pt x="6843431" y="784972"/>
                    <a:pt x="7166822" y="858982"/>
                    <a:pt x="7483868" y="938802"/>
                  </a:cubicBezTo>
                  <a:lnTo>
                    <a:pt x="7483958" y="938802"/>
                  </a:lnTo>
                  <a:lnTo>
                    <a:pt x="7475198" y="1262283"/>
                  </a:lnTo>
                  <a:lnTo>
                    <a:pt x="7465455" y="1622770"/>
                  </a:lnTo>
                  <a:lnTo>
                    <a:pt x="7446953" y="2303341"/>
                  </a:lnTo>
                  <a:cubicBezTo>
                    <a:pt x="7446953" y="2303341"/>
                    <a:pt x="7433880" y="2786116"/>
                    <a:pt x="7427344" y="3027504"/>
                  </a:cubicBezTo>
                  <a:lnTo>
                    <a:pt x="7426284" y="3066649"/>
                  </a:lnTo>
                  <a:lnTo>
                    <a:pt x="0" y="3066649"/>
                  </a:lnTo>
                  <a:close/>
                </a:path>
              </a:pathLst>
            </a:custGeom>
            <a:solidFill>
              <a:schemeClr val="accent3"/>
            </a:solidFill>
            <a:ln w="0" cap="flat">
              <a:noFill/>
              <a:prstDash val="solid"/>
              <a:miter/>
            </a:ln>
          </p:spPr>
          <p:txBody>
            <a:bodyPr rtlCol="0" anchor="ctr"/>
            <a:lstStyle/>
            <a:p>
              <a:endParaRPr lang="en-IN" dirty="0"/>
            </a:p>
          </p:txBody>
        </p:sp>
        <p:sp>
          <p:nvSpPr>
            <p:cNvPr id="16" name="Freeform: Shape 15">
              <a:extLst>
                <a:ext uri="{FF2B5EF4-FFF2-40B4-BE49-F238E27FC236}">
                  <a16:creationId xmlns:a16="http://schemas.microsoft.com/office/drawing/2014/main" id="{37820FDB-5905-8AEB-62E9-F0660045D53D}"/>
                </a:ext>
              </a:extLst>
            </p:cNvPr>
            <p:cNvSpPr/>
            <p:nvPr/>
          </p:nvSpPr>
          <p:spPr>
            <a:xfrm>
              <a:off x="5832270" y="4367692"/>
              <a:ext cx="1723952" cy="1053750"/>
            </a:xfrm>
            <a:custGeom>
              <a:avLst/>
              <a:gdLst>
                <a:gd name="connsiteX0" fmla="*/ 1723952 w 1723952"/>
                <a:gd name="connsiteY0" fmla="*/ 693264 h 1053750"/>
                <a:gd name="connsiteX1" fmla="*/ 1714210 w 1723952"/>
                <a:gd name="connsiteY1" fmla="*/ 1053750 h 1053750"/>
                <a:gd name="connsiteX2" fmla="*/ 0 w 1723952"/>
                <a:gd name="connsiteY2" fmla="*/ 0 h 1053750"/>
                <a:gd name="connsiteX3" fmla="*/ 669577 w 1723952"/>
                <a:gd name="connsiteY3" fmla="*/ 128088 h 1053750"/>
                <a:gd name="connsiteX4" fmla="*/ 669666 w 1723952"/>
                <a:gd name="connsiteY4" fmla="*/ 128088 h 1053750"/>
                <a:gd name="connsiteX5" fmla="*/ 1723952 w 1723952"/>
                <a:gd name="connsiteY5" fmla="*/ 693264 h 105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3952" h="1053750">
                  <a:moveTo>
                    <a:pt x="1723952" y="693264"/>
                  </a:moveTo>
                  <a:lnTo>
                    <a:pt x="1714210" y="1053750"/>
                  </a:lnTo>
                  <a:cubicBezTo>
                    <a:pt x="1113369" y="673331"/>
                    <a:pt x="540148" y="322319"/>
                    <a:pt x="0" y="0"/>
                  </a:cubicBezTo>
                  <a:cubicBezTo>
                    <a:pt x="225874" y="40312"/>
                    <a:pt x="449066" y="83038"/>
                    <a:pt x="669577" y="128088"/>
                  </a:cubicBezTo>
                  <a:lnTo>
                    <a:pt x="669666" y="128088"/>
                  </a:lnTo>
                  <a:cubicBezTo>
                    <a:pt x="1012186" y="309180"/>
                    <a:pt x="1364092" y="497780"/>
                    <a:pt x="1723952" y="693264"/>
                  </a:cubicBezTo>
                  <a:close/>
                </a:path>
              </a:pathLst>
            </a:custGeom>
            <a:solidFill>
              <a:schemeClr val="accent2"/>
            </a:solidFill>
            <a:ln w="0" cap="flat">
              <a:noFill/>
              <a:prstDash val="solid"/>
              <a:miter/>
            </a:ln>
          </p:spPr>
          <p:txBody>
            <a:bodyPr rtlCol="0" anchor="ctr"/>
            <a:lstStyle/>
            <a:p>
              <a:endParaRPr lang="en-IN"/>
            </a:p>
          </p:txBody>
        </p:sp>
        <p:sp>
          <p:nvSpPr>
            <p:cNvPr id="1695" name="Freeform: Shape 1694">
              <a:extLst>
                <a:ext uri="{FF2B5EF4-FFF2-40B4-BE49-F238E27FC236}">
                  <a16:creationId xmlns:a16="http://schemas.microsoft.com/office/drawing/2014/main" id="{FF57A4B8-C456-0482-538A-BB4BA16B3A0F}"/>
                </a:ext>
              </a:extLst>
            </p:cNvPr>
            <p:cNvSpPr/>
            <p:nvPr/>
          </p:nvSpPr>
          <p:spPr>
            <a:xfrm>
              <a:off x="4570612" y="4169171"/>
              <a:ext cx="2957365" cy="2701247"/>
            </a:xfrm>
            <a:custGeom>
              <a:avLst/>
              <a:gdLst>
                <a:gd name="connsiteX0" fmla="*/ 0 w 2957365"/>
                <a:gd name="connsiteY0" fmla="*/ 0 h 2701247"/>
                <a:gd name="connsiteX1" fmla="*/ 524685 w 2957365"/>
                <a:gd name="connsiteY1" fmla="*/ 76245 h 2701247"/>
                <a:gd name="connsiteX2" fmla="*/ 524774 w 2957365"/>
                <a:gd name="connsiteY2" fmla="*/ 76245 h 2701247"/>
                <a:gd name="connsiteX3" fmla="*/ 2957365 w 2957365"/>
                <a:gd name="connsiteY3" fmla="*/ 1932843 h 2701247"/>
                <a:gd name="connsiteX4" fmla="*/ 2937757 w 2957365"/>
                <a:gd name="connsiteY4" fmla="*/ 2657006 h 2701247"/>
                <a:gd name="connsiteX5" fmla="*/ 2936559 w 2957365"/>
                <a:gd name="connsiteY5" fmla="*/ 2701247 h 2701247"/>
                <a:gd name="connsiteX6" fmla="*/ 2847346 w 2957365"/>
                <a:gd name="connsiteY6" fmla="*/ 2701247 h 2701247"/>
                <a:gd name="connsiteX7" fmla="*/ 2785747 w 2957365"/>
                <a:gd name="connsiteY7" fmla="*/ 2637459 h 2701247"/>
                <a:gd name="connsiteX8" fmla="*/ 0 w 2957365"/>
                <a:gd name="connsiteY8" fmla="*/ 0 h 2701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7365" h="2701247">
                  <a:moveTo>
                    <a:pt x="0" y="0"/>
                  </a:moveTo>
                  <a:cubicBezTo>
                    <a:pt x="176266" y="24134"/>
                    <a:pt x="351101" y="49608"/>
                    <a:pt x="524685" y="76245"/>
                  </a:cubicBezTo>
                  <a:lnTo>
                    <a:pt x="524774" y="76245"/>
                  </a:lnTo>
                  <a:cubicBezTo>
                    <a:pt x="1253255" y="601734"/>
                    <a:pt x="2069691" y="1214284"/>
                    <a:pt x="2957365" y="1932843"/>
                  </a:cubicBezTo>
                  <a:cubicBezTo>
                    <a:pt x="2957365" y="1932843"/>
                    <a:pt x="2944293" y="2415618"/>
                    <a:pt x="2937757" y="2657006"/>
                  </a:cubicBezTo>
                  <a:lnTo>
                    <a:pt x="2936559" y="2701247"/>
                  </a:lnTo>
                  <a:lnTo>
                    <a:pt x="2847346" y="2701247"/>
                  </a:lnTo>
                  <a:lnTo>
                    <a:pt x="2785747" y="2637459"/>
                  </a:lnTo>
                  <a:cubicBezTo>
                    <a:pt x="1735572" y="1555106"/>
                    <a:pt x="797665" y="696303"/>
                    <a:pt x="0" y="0"/>
                  </a:cubicBezTo>
                  <a:close/>
                </a:path>
              </a:pathLst>
            </a:custGeom>
            <a:solidFill>
              <a:schemeClr val="accent2"/>
            </a:solidFill>
            <a:ln w="0" cap="flat">
              <a:noFill/>
              <a:prstDash val="solid"/>
              <a:miter/>
            </a:ln>
          </p:spPr>
          <p:txBody>
            <a:bodyPr rtlCol="0" anchor="ctr"/>
            <a:lstStyle/>
            <a:p>
              <a:endParaRPr lang="en-IN"/>
            </a:p>
          </p:txBody>
        </p:sp>
        <p:sp>
          <p:nvSpPr>
            <p:cNvPr id="1693" name="Freeform: Shape 1692">
              <a:extLst>
                <a:ext uri="{FF2B5EF4-FFF2-40B4-BE49-F238E27FC236}">
                  <a16:creationId xmlns:a16="http://schemas.microsoft.com/office/drawing/2014/main" id="{60D30EC5-5F6E-4482-B6D9-97226CE937AF}"/>
                </a:ext>
              </a:extLst>
            </p:cNvPr>
            <p:cNvSpPr/>
            <p:nvPr/>
          </p:nvSpPr>
          <p:spPr>
            <a:xfrm>
              <a:off x="3466807" y="4034825"/>
              <a:ext cx="2561095" cy="2835592"/>
            </a:xfrm>
            <a:custGeom>
              <a:avLst/>
              <a:gdLst>
                <a:gd name="connsiteX0" fmla="*/ 0 w 2561095"/>
                <a:gd name="connsiteY0" fmla="*/ 0 h 2835592"/>
                <a:gd name="connsiteX1" fmla="*/ 473378 w 2561095"/>
                <a:gd name="connsiteY1" fmla="*/ 53541 h 2835592"/>
                <a:gd name="connsiteX2" fmla="*/ 2517417 w 2561095"/>
                <a:gd name="connsiteY2" fmla="*/ 2771803 h 2835592"/>
                <a:gd name="connsiteX3" fmla="*/ 2561095 w 2561095"/>
                <a:gd name="connsiteY3" fmla="*/ 2835592 h 2835592"/>
                <a:gd name="connsiteX4" fmla="*/ 1404591 w 2561095"/>
                <a:gd name="connsiteY4" fmla="*/ 2835592 h 2835592"/>
                <a:gd name="connsiteX5" fmla="*/ 1375533 w 2561095"/>
                <a:gd name="connsiteY5" fmla="*/ 2771803 h 2835592"/>
                <a:gd name="connsiteX6" fmla="*/ 0 w 2561095"/>
                <a:gd name="connsiteY6" fmla="*/ 0 h 283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1095" h="2835592">
                  <a:moveTo>
                    <a:pt x="0" y="0"/>
                  </a:moveTo>
                  <a:cubicBezTo>
                    <a:pt x="158746" y="16983"/>
                    <a:pt x="316599" y="34770"/>
                    <a:pt x="473378" y="53541"/>
                  </a:cubicBezTo>
                  <a:cubicBezTo>
                    <a:pt x="1049817" y="760391"/>
                    <a:pt x="1736913" y="1641898"/>
                    <a:pt x="2517417" y="2771803"/>
                  </a:cubicBezTo>
                  <a:lnTo>
                    <a:pt x="2561095" y="2835592"/>
                  </a:lnTo>
                  <a:lnTo>
                    <a:pt x="1404591" y="2835592"/>
                  </a:lnTo>
                  <a:lnTo>
                    <a:pt x="1375533" y="2771803"/>
                  </a:lnTo>
                  <a:cubicBezTo>
                    <a:pt x="846736" y="1614189"/>
                    <a:pt x="384620" y="716504"/>
                    <a:pt x="0" y="0"/>
                  </a:cubicBezTo>
                  <a:close/>
                </a:path>
              </a:pathLst>
            </a:custGeom>
            <a:solidFill>
              <a:schemeClr val="accent2"/>
            </a:solidFill>
            <a:ln w="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6D17169-359F-AFF4-DE95-4E946A312A0B}"/>
                </a:ext>
              </a:extLst>
            </p:cNvPr>
            <p:cNvSpPr/>
            <p:nvPr/>
          </p:nvSpPr>
          <p:spPr>
            <a:xfrm>
              <a:off x="2035946" y="3936950"/>
              <a:ext cx="1240652" cy="2781814"/>
            </a:xfrm>
            <a:custGeom>
              <a:avLst/>
              <a:gdLst>
                <a:gd name="connsiteX0" fmla="*/ 1240652 w 1240652"/>
                <a:gd name="connsiteY0" fmla="*/ 2781814 h 2781814"/>
                <a:gd name="connsiteX1" fmla="*/ 0 w 1240652"/>
                <a:gd name="connsiteY1" fmla="*/ 2637280 h 2781814"/>
                <a:gd name="connsiteX2" fmla="*/ 391949 w 1240652"/>
                <a:gd name="connsiteY2" fmla="*/ 0 h 2781814"/>
                <a:gd name="connsiteX3" fmla="*/ 842893 w 1240652"/>
                <a:gd name="connsiteY3" fmla="*/ 39329 h 2781814"/>
                <a:gd name="connsiteX4" fmla="*/ 1240652 w 1240652"/>
                <a:gd name="connsiteY4" fmla="*/ 2781814 h 278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0652" h="2781814">
                  <a:moveTo>
                    <a:pt x="1240652" y="2781814"/>
                  </a:moveTo>
                  <a:cubicBezTo>
                    <a:pt x="824301" y="2728720"/>
                    <a:pt x="410720" y="2679737"/>
                    <a:pt x="0" y="2637280"/>
                  </a:cubicBezTo>
                  <a:cubicBezTo>
                    <a:pt x="150791" y="1544022"/>
                    <a:pt x="282096" y="687990"/>
                    <a:pt x="391949" y="0"/>
                  </a:cubicBezTo>
                  <a:cubicBezTo>
                    <a:pt x="543098" y="12335"/>
                    <a:pt x="693353" y="25474"/>
                    <a:pt x="842893" y="39329"/>
                  </a:cubicBezTo>
                  <a:cubicBezTo>
                    <a:pt x="953819" y="749844"/>
                    <a:pt x="1087269" y="1638859"/>
                    <a:pt x="1240652" y="2781814"/>
                  </a:cubicBezTo>
                  <a:close/>
                </a:path>
              </a:pathLst>
            </a:custGeom>
            <a:solidFill>
              <a:schemeClr val="accent2"/>
            </a:solidFill>
            <a:ln w="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C02FB618-6909-04D6-6F7C-37CA9D2A9E4C}"/>
                </a:ext>
              </a:extLst>
            </p:cNvPr>
            <p:cNvSpPr/>
            <p:nvPr/>
          </p:nvSpPr>
          <p:spPr>
            <a:xfrm>
              <a:off x="81025" y="3865174"/>
              <a:ext cx="1781426" cy="2584364"/>
            </a:xfrm>
            <a:custGeom>
              <a:avLst/>
              <a:gdLst>
                <a:gd name="connsiteX0" fmla="*/ 1781426 w 1781426"/>
                <a:gd name="connsiteY0" fmla="*/ 28692 h 2584364"/>
                <a:gd name="connsiteX1" fmla="*/ 412150 w 1781426"/>
                <a:gd name="connsiteY1" fmla="*/ 2584365 h 2584364"/>
                <a:gd name="connsiteX2" fmla="*/ 0 w 1781426"/>
                <a:gd name="connsiteY2" fmla="*/ 2565236 h 2584364"/>
                <a:gd name="connsiteX3" fmla="*/ 0 w 1781426"/>
                <a:gd name="connsiteY3" fmla="*/ 1564938 h 2584364"/>
                <a:gd name="connsiteX4" fmla="*/ 1346930 w 1781426"/>
                <a:gd name="connsiteY4" fmla="*/ 0 h 2584364"/>
                <a:gd name="connsiteX5" fmla="*/ 1347019 w 1781426"/>
                <a:gd name="connsiteY5" fmla="*/ 0 h 2584364"/>
                <a:gd name="connsiteX6" fmla="*/ 1781426 w 1781426"/>
                <a:gd name="connsiteY6" fmla="*/ 28692 h 258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1426" h="2584364">
                  <a:moveTo>
                    <a:pt x="1781426" y="28692"/>
                  </a:moveTo>
                  <a:cubicBezTo>
                    <a:pt x="1396449" y="694694"/>
                    <a:pt x="937729" y="1523106"/>
                    <a:pt x="412150" y="2584365"/>
                  </a:cubicBezTo>
                  <a:cubicBezTo>
                    <a:pt x="274588" y="2576856"/>
                    <a:pt x="137294" y="2570421"/>
                    <a:pt x="0" y="2565236"/>
                  </a:cubicBezTo>
                  <a:lnTo>
                    <a:pt x="0" y="1564938"/>
                  </a:lnTo>
                  <a:cubicBezTo>
                    <a:pt x="497959" y="952299"/>
                    <a:pt x="947740" y="439144"/>
                    <a:pt x="1346930" y="0"/>
                  </a:cubicBezTo>
                  <a:lnTo>
                    <a:pt x="1347019" y="0"/>
                  </a:lnTo>
                  <a:cubicBezTo>
                    <a:pt x="1492537" y="8938"/>
                    <a:pt x="1637250" y="18503"/>
                    <a:pt x="1781426" y="28692"/>
                  </a:cubicBezTo>
                  <a:close/>
                </a:path>
              </a:pathLst>
            </a:custGeom>
            <a:solidFill>
              <a:schemeClr val="accent2"/>
            </a:solidFill>
            <a:ln w="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77F8D568-3E17-4F5B-CBA3-2B3AF06E3383}"/>
                </a:ext>
              </a:extLst>
            </p:cNvPr>
            <p:cNvSpPr/>
            <p:nvPr/>
          </p:nvSpPr>
          <p:spPr>
            <a:xfrm>
              <a:off x="-8183" y="3815030"/>
              <a:ext cx="805619" cy="647230"/>
            </a:xfrm>
            <a:custGeom>
              <a:avLst/>
              <a:gdLst>
                <a:gd name="connsiteX0" fmla="*/ 805619 w 805619"/>
                <a:gd name="connsiteY0" fmla="*/ 19575 h 647230"/>
                <a:gd name="connsiteX1" fmla="*/ 0 w 805619"/>
                <a:gd name="connsiteY1" fmla="*/ 647231 h 647230"/>
                <a:gd name="connsiteX2" fmla="*/ 0 w 805619"/>
                <a:gd name="connsiteY2" fmla="*/ 247058 h 647230"/>
                <a:gd name="connsiteX3" fmla="*/ 395257 w 805619"/>
                <a:gd name="connsiteY3" fmla="*/ 0 h 647230"/>
                <a:gd name="connsiteX4" fmla="*/ 396866 w 805619"/>
                <a:gd name="connsiteY4" fmla="*/ 0 h 647230"/>
                <a:gd name="connsiteX5" fmla="*/ 805619 w 805619"/>
                <a:gd name="connsiteY5" fmla="*/ 19665 h 647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619" h="647230">
                  <a:moveTo>
                    <a:pt x="805619" y="19575"/>
                  </a:moveTo>
                  <a:cubicBezTo>
                    <a:pt x="551500" y="211930"/>
                    <a:pt x="282901" y="420106"/>
                    <a:pt x="0" y="647231"/>
                  </a:cubicBezTo>
                  <a:lnTo>
                    <a:pt x="0" y="247058"/>
                  </a:lnTo>
                  <a:cubicBezTo>
                    <a:pt x="134881" y="161517"/>
                    <a:pt x="266633" y="79284"/>
                    <a:pt x="395257" y="0"/>
                  </a:cubicBezTo>
                  <a:cubicBezTo>
                    <a:pt x="395793" y="0"/>
                    <a:pt x="396329" y="0"/>
                    <a:pt x="396866" y="0"/>
                  </a:cubicBezTo>
                  <a:cubicBezTo>
                    <a:pt x="533623" y="6078"/>
                    <a:pt x="669934" y="12603"/>
                    <a:pt x="805619" y="19665"/>
                  </a:cubicBezTo>
                  <a:close/>
                </a:path>
              </a:pathLst>
            </a:custGeom>
            <a:solidFill>
              <a:schemeClr val="accent2"/>
            </a:solidFill>
            <a:ln w="0"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668F3DCD-A17C-6062-D1C4-88FA967801A9}"/>
                </a:ext>
              </a:extLst>
            </p:cNvPr>
            <p:cNvSpPr/>
            <p:nvPr/>
          </p:nvSpPr>
          <p:spPr>
            <a:xfrm>
              <a:off x="81025" y="4730176"/>
              <a:ext cx="7484575" cy="1527633"/>
            </a:xfrm>
            <a:custGeom>
              <a:avLst/>
              <a:gdLst>
                <a:gd name="connsiteX0" fmla="*/ 0 w 7484575"/>
                <a:gd name="connsiteY0" fmla="*/ 639334 h 1527633"/>
                <a:gd name="connsiteX1" fmla="*/ 7483958 w 7484575"/>
                <a:gd name="connsiteY1" fmla="*/ 7299 h 1527633"/>
                <a:gd name="connsiteX2" fmla="*/ 0 w 7484575"/>
                <a:gd name="connsiteY2" fmla="*/ 1527634 h 1527633"/>
                <a:gd name="connsiteX3" fmla="*/ 0 w 7484575"/>
                <a:gd name="connsiteY3" fmla="*/ 639334 h 1527633"/>
              </a:gdLst>
              <a:ahLst/>
              <a:cxnLst>
                <a:cxn ang="0">
                  <a:pos x="connsiteX0" y="connsiteY0"/>
                </a:cxn>
                <a:cxn ang="0">
                  <a:pos x="connsiteX1" y="connsiteY1"/>
                </a:cxn>
                <a:cxn ang="0">
                  <a:pos x="connsiteX2" y="connsiteY2"/>
                </a:cxn>
                <a:cxn ang="0">
                  <a:pos x="connsiteX3" y="connsiteY3"/>
                </a:cxn>
              </a:cxnLst>
              <a:rect l="l" t="t" r="r" b="b"/>
              <a:pathLst>
                <a:path w="7484575" h="1527633">
                  <a:moveTo>
                    <a:pt x="0" y="639334"/>
                  </a:moveTo>
                  <a:cubicBezTo>
                    <a:pt x="0" y="639334"/>
                    <a:pt x="5470668" y="-79672"/>
                    <a:pt x="7483958" y="7299"/>
                  </a:cubicBezTo>
                  <a:cubicBezTo>
                    <a:pt x="7563152" y="10695"/>
                    <a:pt x="0" y="1527634"/>
                    <a:pt x="0" y="1527634"/>
                  </a:cubicBezTo>
                  <a:lnTo>
                    <a:pt x="0" y="639334"/>
                  </a:lnTo>
                  <a:close/>
                </a:path>
              </a:pathLst>
            </a:custGeom>
            <a:gradFill flip="none" rotWithShape="1">
              <a:gsLst>
                <a:gs pos="97000">
                  <a:schemeClr val="accent5"/>
                </a:gs>
                <a:gs pos="6000">
                  <a:schemeClr val="accent3"/>
                </a:gs>
              </a:gsLst>
              <a:lin ang="10800000" scaled="1"/>
              <a:tileRect/>
            </a:gradFill>
            <a:ln w="0" cap="flat">
              <a:noFill/>
              <a:prstDash val="solid"/>
              <a:miter/>
            </a:ln>
          </p:spPr>
          <p:txBody>
            <a:bodyPr rtlCol="0" anchor="ctr"/>
            <a:lstStyle/>
            <a:p>
              <a:endParaRPr lang="en-IN"/>
            </a:p>
          </p:txBody>
        </p:sp>
        <p:sp>
          <p:nvSpPr>
            <p:cNvPr id="1697" name="Freeform: Shape 1696">
              <a:extLst>
                <a:ext uri="{FF2B5EF4-FFF2-40B4-BE49-F238E27FC236}">
                  <a16:creationId xmlns:a16="http://schemas.microsoft.com/office/drawing/2014/main" id="{5EA777E0-B92F-865B-4269-EECDF1D4D782}"/>
                </a:ext>
              </a:extLst>
            </p:cNvPr>
            <p:cNvSpPr/>
            <p:nvPr/>
          </p:nvSpPr>
          <p:spPr>
            <a:xfrm>
              <a:off x="0" y="4377347"/>
              <a:ext cx="12192000" cy="2493070"/>
            </a:xfrm>
            <a:custGeom>
              <a:avLst/>
              <a:gdLst>
                <a:gd name="connsiteX0" fmla="*/ 12192000 w 12192000"/>
                <a:gd name="connsiteY0" fmla="*/ 0 h 2493070"/>
                <a:gd name="connsiteX1" fmla="*/ 12192000 w 12192000"/>
                <a:gd name="connsiteY1" fmla="*/ 2493070 h 2493070"/>
                <a:gd name="connsiteX2" fmla="*/ 0 w 12192000"/>
                <a:gd name="connsiteY2" fmla="*/ 2493070 h 2493070"/>
                <a:gd name="connsiteX3" fmla="*/ 0 w 12192000"/>
                <a:gd name="connsiteY3" fmla="*/ 1580938 h 2493070"/>
                <a:gd name="connsiteX4" fmla="*/ 1499866 w 12192000"/>
                <a:gd name="connsiteY4" fmla="*/ 1296339 h 2493070"/>
                <a:gd name="connsiteX5" fmla="*/ 1500939 w 12192000"/>
                <a:gd name="connsiteY5" fmla="*/ 1296160 h 2493070"/>
                <a:gd name="connsiteX6" fmla="*/ 12192000 w 12192000"/>
                <a:gd name="connsiteY6" fmla="*/ 0 h 2493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493070">
                  <a:moveTo>
                    <a:pt x="12192000" y="0"/>
                  </a:moveTo>
                  <a:lnTo>
                    <a:pt x="12192000" y="2493070"/>
                  </a:lnTo>
                  <a:lnTo>
                    <a:pt x="0" y="2493070"/>
                  </a:lnTo>
                  <a:lnTo>
                    <a:pt x="0" y="1580938"/>
                  </a:lnTo>
                  <a:cubicBezTo>
                    <a:pt x="486250" y="1487174"/>
                    <a:pt x="986444" y="1391712"/>
                    <a:pt x="1499866" y="1296339"/>
                  </a:cubicBezTo>
                  <a:cubicBezTo>
                    <a:pt x="1499866" y="1296339"/>
                    <a:pt x="1500224" y="1296249"/>
                    <a:pt x="1500939" y="1296160"/>
                  </a:cubicBezTo>
                  <a:cubicBezTo>
                    <a:pt x="4634927" y="714180"/>
                    <a:pt x="8260438" y="137384"/>
                    <a:pt x="12192000" y="0"/>
                  </a:cubicBezTo>
                  <a:close/>
                </a:path>
              </a:pathLst>
            </a:custGeom>
            <a:gradFill>
              <a:gsLst>
                <a:gs pos="48000">
                  <a:schemeClr val="accent2"/>
                </a:gs>
                <a:gs pos="96000">
                  <a:schemeClr val="accent4"/>
                </a:gs>
                <a:gs pos="59000">
                  <a:schemeClr val="accent3"/>
                </a:gs>
              </a:gsLst>
              <a:lin ang="540000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24" name="Freeform: Shape 23">
              <a:extLst>
                <a:ext uri="{FF2B5EF4-FFF2-40B4-BE49-F238E27FC236}">
                  <a16:creationId xmlns:a16="http://schemas.microsoft.com/office/drawing/2014/main" id="{AB9D64C3-A9D0-2867-EBEE-B511923C0B23}"/>
                </a:ext>
              </a:extLst>
            </p:cNvPr>
            <p:cNvSpPr/>
            <p:nvPr/>
          </p:nvSpPr>
          <p:spPr>
            <a:xfrm>
              <a:off x="1500938" y="4372251"/>
              <a:ext cx="10691061" cy="1352388"/>
            </a:xfrm>
            <a:custGeom>
              <a:avLst/>
              <a:gdLst>
                <a:gd name="connsiteX0" fmla="*/ 10691061 w 10691061"/>
                <a:gd name="connsiteY0" fmla="*/ 0 h 1352388"/>
                <a:gd name="connsiteX1" fmla="*/ 10691061 w 10691061"/>
                <a:gd name="connsiteY1" fmla="*/ 1156721 h 1352388"/>
                <a:gd name="connsiteX2" fmla="*/ 9738226 w 10691061"/>
                <a:gd name="connsiteY2" fmla="*/ 1049192 h 1352388"/>
                <a:gd name="connsiteX3" fmla="*/ 9592619 w 10691061"/>
                <a:gd name="connsiteY3" fmla="*/ 777910 h 1352388"/>
                <a:gd name="connsiteX4" fmla="*/ 3090190 w 10691061"/>
                <a:gd name="connsiteY4" fmla="*/ 1351936 h 1352388"/>
                <a:gd name="connsiteX5" fmla="*/ 4134554 w 10691061"/>
                <a:gd name="connsiteY5" fmla="*/ 828591 h 1352388"/>
                <a:gd name="connsiteX6" fmla="*/ 0 w 10691061"/>
                <a:gd name="connsiteY6" fmla="*/ 1296160 h 1352388"/>
                <a:gd name="connsiteX7" fmla="*/ 10691061 w 10691061"/>
                <a:gd name="connsiteY7" fmla="*/ 0 h 135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91061" h="1352388">
                  <a:moveTo>
                    <a:pt x="10691061" y="0"/>
                  </a:moveTo>
                  <a:lnTo>
                    <a:pt x="10691061" y="1156721"/>
                  </a:lnTo>
                  <a:cubicBezTo>
                    <a:pt x="10253437" y="1127224"/>
                    <a:pt x="9833956" y="1089504"/>
                    <a:pt x="9738226" y="1049192"/>
                  </a:cubicBezTo>
                  <a:cubicBezTo>
                    <a:pt x="9521826" y="958198"/>
                    <a:pt x="10227426" y="777910"/>
                    <a:pt x="9592619" y="777910"/>
                  </a:cubicBezTo>
                  <a:cubicBezTo>
                    <a:pt x="6766113" y="777910"/>
                    <a:pt x="3484016" y="1371064"/>
                    <a:pt x="3090190" y="1351936"/>
                  </a:cubicBezTo>
                  <a:cubicBezTo>
                    <a:pt x="2696363" y="1332718"/>
                    <a:pt x="4003338" y="992701"/>
                    <a:pt x="4134554" y="828591"/>
                  </a:cubicBezTo>
                  <a:cubicBezTo>
                    <a:pt x="4264429" y="666180"/>
                    <a:pt x="69362" y="1286507"/>
                    <a:pt x="0" y="1296160"/>
                  </a:cubicBezTo>
                  <a:cubicBezTo>
                    <a:pt x="3133988" y="714180"/>
                    <a:pt x="6759499" y="137384"/>
                    <a:pt x="10691061" y="0"/>
                  </a:cubicBezTo>
                  <a:close/>
                </a:path>
              </a:pathLst>
            </a:custGeom>
            <a:gradFill>
              <a:gsLst>
                <a:gs pos="25000">
                  <a:schemeClr val="accent5"/>
                </a:gs>
                <a:gs pos="81000">
                  <a:schemeClr val="accent6"/>
                </a:gs>
              </a:gsLst>
              <a:lin ang="5400000" scaled="1"/>
            </a:gradFill>
            <a:ln w="0"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31B19DF2-8B88-B7A8-B034-216FDFBE6867}"/>
                </a:ext>
              </a:extLst>
            </p:cNvPr>
            <p:cNvSpPr/>
            <p:nvPr/>
          </p:nvSpPr>
          <p:spPr>
            <a:xfrm>
              <a:off x="0" y="5827246"/>
              <a:ext cx="12192000" cy="986711"/>
            </a:xfrm>
            <a:custGeom>
              <a:avLst/>
              <a:gdLst>
                <a:gd name="connsiteX0" fmla="*/ 0 w 12192000"/>
                <a:gd name="connsiteY0" fmla="*/ 523255 h 986711"/>
                <a:gd name="connsiteX1" fmla="*/ 0 w 12192000"/>
                <a:gd name="connsiteY1" fmla="*/ 986712 h 986711"/>
                <a:gd name="connsiteX2" fmla="*/ 12192000 w 12192000"/>
                <a:gd name="connsiteY2" fmla="*/ 986712 h 986711"/>
                <a:gd name="connsiteX3" fmla="*/ 12192000 w 12192000"/>
                <a:gd name="connsiteY3" fmla="*/ 0 h 986711"/>
                <a:gd name="connsiteX4" fmla="*/ 0 w 12192000"/>
                <a:gd name="connsiteY4" fmla="*/ 523255 h 986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986711">
                  <a:moveTo>
                    <a:pt x="0" y="523255"/>
                  </a:moveTo>
                  <a:lnTo>
                    <a:pt x="0" y="986712"/>
                  </a:lnTo>
                  <a:lnTo>
                    <a:pt x="12192000" y="986712"/>
                  </a:lnTo>
                  <a:lnTo>
                    <a:pt x="12192000" y="0"/>
                  </a:lnTo>
                  <a:cubicBezTo>
                    <a:pt x="8457619" y="61764"/>
                    <a:pt x="6640439" y="655901"/>
                    <a:pt x="0" y="523255"/>
                  </a:cubicBezTo>
                  <a:close/>
                </a:path>
              </a:pathLst>
            </a:custGeom>
            <a:gradFill flip="none" rotWithShape="1">
              <a:gsLst>
                <a:gs pos="88000">
                  <a:schemeClr val="accent5"/>
                </a:gs>
                <a:gs pos="30000">
                  <a:schemeClr val="accent3"/>
                </a:gs>
              </a:gsLst>
              <a:lin ang="54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26" name="Freeform: Shape 25">
              <a:extLst>
                <a:ext uri="{FF2B5EF4-FFF2-40B4-BE49-F238E27FC236}">
                  <a16:creationId xmlns:a16="http://schemas.microsoft.com/office/drawing/2014/main" id="{5EBD8177-9135-4D03-1A8F-C6350CDB80B7}"/>
                </a:ext>
              </a:extLst>
            </p:cNvPr>
            <p:cNvSpPr/>
            <p:nvPr/>
          </p:nvSpPr>
          <p:spPr>
            <a:xfrm>
              <a:off x="0" y="5391416"/>
              <a:ext cx="12192000" cy="1108721"/>
            </a:xfrm>
            <a:custGeom>
              <a:avLst/>
              <a:gdLst>
                <a:gd name="connsiteX0" fmla="*/ 0 w 12192000"/>
                <a:gd name="connsiteY0" fmla="*/ 0 h 1108721"/>
                <a:gd name="connsiteX1" fmla="*/ 12192000 w 12192000"/>
                <a:gd name="connsiteY1" fmla="*/ 0 h 1108721"/>
                <a:gd name="connsiteX2" fmla="*/ 12192000 w 12192000"/>
                <a:gd name="connsiteY2" fmla="*/ 1108722 h 1108721"/>
                <a:gd name="connsiteX3" fmla="*/ 0 w 12192000"/>
                <a:gd name="connsiteY3" fmla="*/ 1108722 h 1108721"/>
              </a:gdLst>
              <a:ahLst/>
              <a:cxnLst>
                <a:cxn ang="0">
                  <a:pos x="connsiteX0" y="connsiteY0"/>
                </a:cxn>
                <a:cxn ang="0">
                  <a:pos x="connsiteX1" y="connsiteY1"/>
                </a:cxn>
                <a:cxn ang="0">
                  <a:pos x="connsiteX2" y="connsiteY2"/>
                </a:cxn>
                <a:cxn ang="0">
                  <a:pos x="connsiteX3" y="connsiteY3"/>
                </a:cxn>
              </a:cxnLst>
              <a:rect l="l" t="t" r="r" b="b"/>
              <a:pathLst>
                <a:path w="12192000" h="1108721">
                  <a:moveTo>
                    <a:pt x="0" y="0"/>
                  </a:moveTo>
                  <a:lnTo>
                    <a:pt x="12192000" y="0"/>
                  </a:lnTo>
                  <a:lnTo>
                    <a:pt x="12192000" y="1108722"/>
                  </a:lnTo>
                  <a:lnTo>
                    <a:pt x="0" y="1108722"/>
                  </a:lnTo>
                  <a:close/>
                </a:path>
              </a:pathLst>
            </a:custGeom>
            <a:gradFill>
              <a:gsLst>
                <a:gs pos="12000">
                  <a:schemeClr val="accent2"/>
                </a:gs>
                <a:gs pos="77000">
                  <a:schemeClr val="accent4"/>
                </a:gs>
                <a:gs pos="37000">
                  <a:schemeClr val="accent3"/>
                </a:gs>
              </a:gsLst>
              <a:lin ang="5400000" scaled="1"/>
            </a:gradFill>
            <a:ln w="0"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EE6DA67-9915-75C3-583D-2D0A47BFAE88}"/>
                </a:ext>
              </a:extLst>
            </p:cNvPr>
            <p:cNvSpPr/>
            <p:nvPr/>
          </p:nvSpPr>
          <p:spPr>
            <a:xfrm>
              <a:off x="0" y="3798673"/>
              <a:ext cx="6513960" cy="716324"/>
            </a:xfrm>
            <a:custGeom>
              <a:avLst/>
              <a:gdLst>
                <a:gd name="connsiteX0" fmla="*/ 6513961 w 6513960"/>
                <a:gd name="connsiteY0" fmla="*/ 716325 h 716324"/>
                <a:gd name="connsiteX1" fmla="*/ 2697882 w 6513960"/>
                <a:gd name="connsiteY1" fmla="*/ 573578 h 716324"/>
                <a:gd name="connsiteX2" fmla="*/ 0 w 6513960"/>
                <a:gd name="connsiteY2" fmla="*/ 370497 h 716324"/>
                <a:gd name="connsiteX3" fmla="*/ 0 w 6513960"/>
                <a:gd name="connsiteY3" fmla="*/ 0 h 716324"/>
                <a:gd name="connsiteX4" fmla="*/ 396866 w 6513960"/>
                <a:gd name="connsiteY4" fmla="*/ 16268 h 716324"/>
                <a:gd name="connsiteX5" fmla="*/ 805619 w 6513960"/>
                <a:gd name="connsiteY5" fmla="*/ 35932 h 716324"/>
                <a:gd name="connsiteX6" fmla="*/ 1346930 w 6513960"/>
                <a:gd name="connsiteY6" fmla="*/ 66502 h 716324"/>
                <a:gd name="connsiteX7" fmla="*/ 1347019 w 6513960"/>
                <a:gd name="connsiteY7" fmla="*/ 66502 h 716324"/>
                <a:gd name="connsiteX8" fmla="*/ 1781426 w 6513960"/>
                <a:gd name="connsiteY8" fmla="*/ 95194 h 716324"/>
                <a:gd name="connsiteX9" fmla="*/ 2346871 w 6513960"/>
                <a:gd name="connsiteY9" fmla="*/ 138277 h 716324"/>
                <a:gd name="connsiteX10" fmla="*/ 2797814 w 6513960"/>
                <a:gd name="connsiteY10" fmla="*/ 177606 h 716324"/>
                <a:gd name="connsiteX11" fmla="*/ 3385693 w 6513960"/>
                <a:gd name="connsiteY11" fmla="*/ 236153 h 716324"/>
                <a:gd name="connsiteX12" fmla="*/ 3385693 w 6513960"/>
                <a:gd name="connsiteY12" fmla="*/ 236153 h 716324"/>
                <a:gd name="connsiteX13" fmla="*/ 3859072 w 6513960"/>
                <a:gd name="connsiteY13" fmla="*/ 289694 h 716324"/>
                <a:gd name="connsiteX14" fmla="*/ 4489499 w 6513960"/>
                <a:gd name="connsiteY14" fmla="*/ 370497 h 716324"/>
                <a:gd name="connsiteX15" fmla="*/ 5014183 w 6513960"/>
                <a:gd name="connsiteY15" fmla="*/ 446742 h 716324"/>
                <a:gd name="connsiteX16" fmla="*/ 5014273 w 6513960"/>
                <a:gd name="connsiteY16" fmla="*/ 446742 h 716324"/>
                <a:gd name="connsiteX17" fmla="*/ 5751156 w 6513960"/>
                <a:gd name="connsiteY17" fmla="*/ 569020 h 716324"/>
                <a:gd name="connsiteX18" fmla="*/ 6420733 w 6513960"/>
                <a:gd name="connsiteY18" fmla="*/ 697107 h 716324"/>
                <a:gd name="connsiteX19" fmla="*/ 6420823 w 6513960"/>
                <a:gd name="connsiteY19" fmla="*/ 697107 h 716324"/>
                <a:gd name="connsiteX20" fmla="*/ 6513871 w 6513960"/>
                <a:gd name="connsiteY20" fmla="*/ 716325 h 716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13960" h="716324">
                  <a:moveTo>
                    <a:pt x="6513961" y="716325"/>
                  </a:moveTo>
                  <a:cubicBezTo>
                    <a:pt x="4364718" y="508149"/>
                    <a:pt x="2286447" y="788547"/>
                    <a:pt x="2697882" y="573578"/>
                  </a:cubicBezTo>
                  <a:cubicBezTo>
                    <a:pt x="3154725" y="334923"/>
                    <a:pt x="0" y="370497"/>
                    <a:pt x="0" y="370497"/>
                  </a:cubicBezTo>
                  <a:lnTo>
                    <a:pt x="0" y="0"/>
                  </a:lnTo>
                  <a:cubicBezTo>
                    <a:pt x="132735" y="5006"/>
                    <a:pt x="265024" y="10458"/>
                    <a:pt x="396866" y="16268"/>
                  </a:cubicBezTo>
                  <a:cubicBezTo>
                    <a:pt x="533623" y="22346"/>
                    <a:pt x="669934" y="28871"/>
                    <a:pt x="805619" y="35932"/>
                  </a:cubicBezTo>
                  <a:cubicBezTo>
                    <a:pt x="987069" y="45228"/>
                    <a:pt x="1167447" y="55418"/>
                    <a:pt x="1346930" y="66502"/>
                  </a:cubicBezTo>
                  <a:lnTo>
                    <a:pt x="1347019" y="66502"/>
                  </a:lnTo>
                  <a:cubicBezTo>
                    <a:pt x="1492537" y="75440"/>
                    <a:pt x="1637250" y="85004"/>
                    <a:pt x="1781426" y="95194"/>
                  </a:cubicBezTo>
                  <a:cubicBezTo>
                    <a:pt x="1971100" y="108423"/>
                    <a:pt x="2159522" y="122814"/>
                    <a:pt x="2346871" y="138277"/>
                  </a:cubicBezTo>
                  <a:cubicBezTo>
                    <a:pt x="2498019" y="150612"/>
                    <a:pt x="2648274" y="163752"/>
                    <a:pt x="2797814" y="177606"/>
                  </a:cubicBezTo>
                  <a:cubicBezTo>
                    <a:pt x="2995264" y="195841"/>
                    <a:pt x="3191104" y="215326"/>
                    <a:pt x="3385693" y="236153"/>
                  </a:cubicBezTo>
                  <a:lnTo>
                    <a:pt x="3385693" y="236153"/>
                  </a:lnTo>
                  <a:cubicBezTo>
                    <a:pt x="3544440" y="253136"/>
                    <a:pt x="3702292" y="270923"/>
                    <a:pt x="3859072" y="289694"/>
                  </a:cubicBezTo>
                  <a:cubicBezTo>
                    <a:pt x="4071091" y="314900"/>
                    <a:pt x="4281234" y="341805"/>
                    <a:pt x="4489499" y="370497"/>
                  </a:cubicBezTo>
                  <a:cubicBezTo>
                    <a:pt x="4665764" y="394631"/>
                    <a:pt x="4840600" y="420106"/>
                    <a:pt x="5014183" y="446742"/>
                  </a:cubicBezTo>
                  <a:lnTo>
                    <a:pt x="5014273" y="446742"/>
                  </a:lnTo>
                  <a:cubicBezTo>
                    <a:pt x="5262761" y="484909"/>
                    <a:pt x="5508478" y="525579"/>
                    <a:pt x="5751156" y="569020"/>
                  </a:cubicBezTo>
                  <a:cubicBezTo>
                    <a:pt x="5977030" y="609332"/>
                    <a:pt x="6200222" y="652058"/>
                    <a:pt x="6420733" y="697107"/>
                  </a:cubicBezTo>
                  <a:lnTo>
                    <a:pt x="6420823" y="697107"/>
                  </a:lnTo>
                  <a:cubicBezTo>
                    <a:pt x="6451928" y="703453"/>
                    <a:pt x="6482944" y="709889"/>
                    <a:pt x="6513871" y="716325"/>
                  </a:cubicBezTo>
                  <a:close/>
                </a:path>
              </a:pathLst>
            </a:custGeom>
            <a:gradFill>
              <a:gsLst>
                <a:gs pos="9000">
                  <a:schemeClr val="accent2"/>
                </a:gs>
                <a:gs pos="63000">
                  <a:schemeClr val="accent4"/>
                </a:gs>
              </a:gsLst>
              <a:lin ang="5400000" scaled="1"/>
            </a:gradFill>
            <a:ln w="0" cap="flat">
              <a:noFill/>
              <a:prstDash val="solid"/>
              <a:miter/>
            </a:ln>
          </p:spPr>
          <p:txBody>
            <a:bodyPr rtlCol="0" anchor="ctr"/>
            <a:lstStyle/>
            <a:p>
              <a:endParaRPr lang="en-IN"/>
            </a:p>
          </p:txBody>
        </p:sp>
        <p:grpSp>
          <p:nvGrpSpPr>
            <p:cNvPr id="1024" name="Group 1023">
              <a:extLst>
                <a:ext uri="{FF2B5EF4-FFF2-40B4-BE49-F238E27FC236}">
                  <a16:creationId xmlns:a16="http://schemas.microsoft.com/office/drawing/2014/main" id="{A895EACA-158D-0B4F-4E7E-B0705ACDCD18}"/>
                </a:ext>
              </a:extLst>
            </p:cNvPr>
            <p:cNvGrpSpPr/>
            <p:nvPr/>
          </p:nvGrpSpPr>
          <p:grpSpPr>
            <a:xfrm>
              <a:off x="10576808" y="5643609"/>
              <a:ext cx="707400" cy="973799"/>
              <a:chOff x="3103853" y="821773"/>
              <a:chExt cx="1650436" cy="2271972"/>
            </a:xfrm>
          </p:grpSpPr>
          <p:sp>
            <p:nvSpPr>
              <p:cNvPr id="57" name="Freeform: Shape 56">
                <a:extLst>
                  <a:ext uri="{FF2B5EF4-FFF2-40B4-BE49-F238E27FC236}">
                    <a16:creationId xmlns:a16="http://schemas.microsoft.com/office/drawing/2014/main" id="{592C287B-C7DD-FAE6-6C12-895CCD64789E}"/>
                  </a:ext>
                </a:extLst>
              </p:cNvPr>
              <p:cNvSpPr/>
              <p:nvPr/>
            </p:nvSpPr>
            <p:spPr>
              <a:xfrm>
                <a:off x="3104000" y="821848"/>
                <a:ext cx="1650289" cy="1461894"/>
              </a:xfrm>
              <a:custGeom>
                <a:avLst/>
                <a:gdLst>
                  <a:gd name="connsiteX0" fmla="*/ 51475 w 1650289"/>
                  <a:gd name="connsiteY0" fmla="*/ 864831 h 1461894"/>
                  <a:gd name="connsiteX1" fmla="*/ 138722 w 1650289"/>
                  <a:gd name="connsiteY1" fmla="*/ 1198078 h 1461894"/>
                  <a:gd name="connsiteX2" fmla="*/ 367434 w 1650289"/>
                  <a:gd name="connsiteY2" fmla="*/ 1315413 h 1461894"/>
                  <a:gd name="connsiteX3" fmla="*/ 780425 w 1650289"/>
                  <a:gd name="connsiteY3" fmla="*/ 1436427 h 1461894"/>
                  <a:gd name="connsiteX4" fmla="*/ 1205186 w 1650289"/>
                  <a:gd name="connsiteY4" fmla="*/ 1377501 h 1461894"/>
                  <a:gd name="connsiteX5" fmla="*/ 1451700 w 1650289"/>
                  <a:gd name="connsiteY5" fmla="*/ 1065441 h 1461894"/>
                  <a:gd name="connsiteX6" fmla="*/ 1514598 w 1650289"/>
                  <a:gd name="connsiteY6" fmla="*/ 668561 h 1461894"/>
                  <a:gd name="connsiteX7" fmla="*/ 1257637 w 1650289"/>
                  <a:gd name="connsiteY7" fmla="*/ 224820 h 1461894"/>
                  <a:gd name="connsiteX8" fmla="*/ 1219899 w 1650289"/>
                  <a:gd name="connsiteY8" fmla="*/ 220995 h 1461894"/>
                  <a:gd name="connsiteX9" fmla="*/ 675596 w 1650289"/>
                  <a:gd name="connsiteY9" fmla="*/ 66878 h 1461894"/>
                  <a:gd name="connsiteX10" fmla="*/ 256058 w 1650289"/>
                  <a:gd name="connsiteY10" fmla="*/ 361650 h 1461894"/>
                  <a:gd name="connsiteX11" fmla="*/ 51549 w 1650289"/>
                  <a:gd name="connsiteY11" fmla="*/ 864905 h 1461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0289" h="1461894">
                    <a:moveTo>
                      <a:pt x="51475" y="864831"/>
                    </a:moveTo>
                    <a:cubicBezTo>
                      <a:pt x="163734" y="959656"/>
                      <a:pt x="81195" y="1095897"/>
                      <a:pt x="138722" y="1198078"/>
                    </a:cubicBezTo>
                    <a:cubicBezTo>
                      <a:pt x="167192" y="1248617"/>
                      <a:pt x="229942" y="1290769"/>
                      <a:pt x="367434" y="1315413"/>
                    </a:cubicBezTo>
                    <a:cubicBezTo>
                      <a:pt x="506103" y="1340278"/>
                      <a:pt x="507722" y="1529265"/>
                      <a:pt x="780425" y="1436427"/>
                    </a:cubicBezTo>
                    <a:cubicBezTo>
                      <a:pt x="780425" y="1436427"/>
                      <a:pt x="1058351" y="1494469"/>
                      <a:pt x="1205186" y="1377501"/>
                    </a:cubicBezTo>
                    <a:cubicBezTo>
                      <a:pt x="1352020" y="1260534"/>
                      <a:pt x="1226225" y="1138344"/>
                      <a:pt x="1451700" y="1065441"/>
                    </a:cubicBezTo>
                    <a:cubicBezTo>
                      <a:pt x="1714987" y="980180"/>
                      <a:pt x="1695934" y="726824"/>
                      <a:pt x="1514598" y="668561"/>
                    </a:cubicBezTo>
                    <a:cubicBezTo>
                      <a:pt x="1199963" y="567557"/>
                      <a:pt x="1543214" y="235414"/>
                      <a:pt x="1257637" y="224820"/>
                    </a:cubicBezTo>
                    <a:cubicBezTo>
                      <a:pt x="1244837" y="224305"/>
                      <a:pt x="1232258" y="223055"/>
                      <a:pt x="1219899" y="220995"/>
                    </a:cubicBezTo>
                    <a:cubicBezTo>
                      <a:pt x="979858" y="181123"/>
                      <a:pt x="825005" y="-135130"/>
                      <a:pt x="675596" y="66878"/>
                    </a:cubicBezTo>
                    <a:cubicBezTo>
                      <a:pt x="497275" y="307875"/>
                      <a:pt x="240241" y="52827"/>
                      <a:pt x="256058" y="361650"/>
                    </a:cubicBezTo>
                    <a:cubicBezTo>
                      <a:pt x="271800" y="668561"/>
                      <a:pt x="-141705" y="701665"/>
                      <a:pt x="51549" y="864905"/>
                    </a:cubicBezTo>
                    <a:close/>
                  </a:path>
                </a:pathLst>
              </a:custGeom>
              <a:solidFill>
                <a:schemeClr val="accent2">
                  <a:lumMod val="75000"/>
                </a:schemeClr>
              </a:solidFill>
              <a:ln w="0"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23E332F9-8943-FEDD-F36F-8FD50434BE0C}"/>
                  </a:ext>
                </a:extLst>
              </p:cNvPr>
              <p:cNvSpPr/>
              <p:nvPr/>
            </p:nvSpPr>
            <p:spPr>
              <a:xfrm>
                <a:off x="3103927" y="821773"/>
                <a:ext cx="1606185" cy="1461996"/>
              </a:xfrm>
              <a:custGeom>
                <a:avLst/>
                <a:gdLst>
                  <a:gd name="connsiteX0" fmla="*/ 256058 w 1606185"/>
                  <a:gd name="connsiteY0" fmla="*/ 361651 h 1461996"/>
                  <a:gd name="connsiteX1" fmla="*/ 675596 w 1606185"/>
                  <a:gd name="connsiteY1" fmla="*/ 66878 h 1461996"/>
                  <a:gd name="connsiteX2" fmla="*/ 911296 w 1606185"/>
                  <a:gd name="connsiteY2" fmla="*/ 51577 h 1461996"/>
                  <a:gd name="connsiteX3" fmla="*/ 752176 w 1606185"/>
                  <a:gd name="connsiteY3" fmla="*/ 380483 h 1461996"/>
                  <a:gd name="connsiteX4" fmla="*/ 839424 w 1606185"/>
                  <a:gd name="connsiteY4" fmla="*/ 713730 h 1461996"/>
                  <a:gd name="connsiteX5" fmla="*/ 1068135 w 1606185"/>
                  <a:gd name="connsiteY5" fmla="*/ 831066 h 1461996"/>
                  <a:gd name="connsiteX6" fmla="*/ 1481126 w 1606185"/>
                  <a:gd name="connsiteY6" fmla="*/ 952079 h 1461996"/>
                  <a:gd name="connsiteX7" fmla="*/ 1606185 w 1606185"/>
                  <a:gd name="connsiteY7" fmla="*/ 965909 h 1461996"/>
                  <a:gd name="connsiteX8" fmla="*/ 1451774 w 1606185"/>
                  <a:gd name="connsiteY8" fmla="*/ 1065515 h 1461996"/>
                  <a:gd name="connsiteX9" fmla="*/ 1205259 w 1606185"/>
                  <a:gd name="connsiteY9" fmla="*/ 1377576 h 1461996"/>
                  <a:gd name="connsiteX10" fmla="*/ 780498 w 1606185"/>
                  <a:gd name="connsiteY10" fmla="*/ 1436501 h 1461996"/>
                  <a:gd name="connsiteX11" fmla="*/ 367508 w 1606185"/>
                  <a:gd name="connsiteY11" fmla="*/ 1315487 h 1461996"/>
                  <a:gd name="connsiteX12" fmla="*/ 138796 w 1606185"/>
                  <a:gd name="connsiteY12" fmla="*/ 1198152 h 1461996"/>
                  <a:gd name="connsiteX13" fmla="*/ 51549 w 1606185"/>
                  <a:gd name="connsiteY13" fmla="*/ 864905 h 1461996"/>
                  <a:gd name="connsiteX14" fmla="*/ 256058 w 1606185"/>
                  <a:gd name="connsiteY14" fmla="*/ 361651 h 146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06185" h="1461996">
                    <a:moveTo>
                      <a:pt x="256058" y="361651"/>
                    </a:moveTo>
                    <a:cubicBezTo>
                      <a:pt x="240241" y="52827"/>
                      <a:pt x="497275" y="307875"/>
                      <a:pt x="675596" y="66878"/>
                    </a:cubicBezTo>
                    <a:cubicBezTo>
                      <a:pt x="749601" y="-33169"/>
                      <a:pt x="824931" y="-6098"/>
                      <a:pt x="911296" y="51577"/>
                    </a:cubicBezTo>
                    <a:cubicBezTo>
                      <a:pt x="813308" y="206504"/>
                      <a:pt x="603723" y="255056"/>
                      <a:pt x="752176" y="380483"/>
                    </a:cubicBezTo>
                    <a:cubicBezTo>
                      <a:pt x="864435" y="475308"/>
                      <a:pt x="781896" y="611549"/>
                      <a:pt x="839424" y="713730"/>
                    </a:cubicBezTo>
                    <a:cubicBezTo>
                      <a:pt x="867893" y="764269"/>
                      <a:pt x="930643" y="806422"/>
                      <a:pt x="1068135" y="831066"/>
                    </a:cubicBezTo>
                    <a:cubicBezTo>
                      <a:pt x="1206804" y="855930"/>
                      <a:pt x="1208423" y="1044917"/>
                      <a:pt x="1481126" y="952079"/>
                    </a:cubicBezTo>
                    <a:cubicBezTo>
                      <a:pt x="1481126" y="952079"/>
                      <a:pt x="1534166" y="963187"/>
                      <a:pt x="1606185" y="965909"/>
                    </a:cubicBezTo>
                    <a:cubicBezTo>
                      <a:pt x="1573964" y="1006664"/>
                      <a:pt x="1523352" y="1042343"/>
                      <a:pt x="1451774" y="1065515"/>
                    </a:cubicBezTo>
                    <a:cubicBezTo>
                      <a:pt x="1226299" y="1138491"/>
                      <a:pt x="1352168" y="1260608"/>
                      <a:pt x="1205259" y="1377576"/>
                    </a:cubicBezTo>
                    <a:cubicBezTo>
                      <a:pt x="1058425" y="1494543"/>
                      <a:pt x="780498" y="1436501"/>
                      <a:pt x="780498" y="1436501"/>
                    </a:cubicBezTo>
                    <a:cubicBezTo>
                      <a:pt x="507795" y="1529413"/>
                      <a:pt x="506250" y="1340352"/>
                      <a:pt x="367508" y="1315487"/>
                    </a:cubicBezTo>
                    <a:cubicBezTo>
                      <a:pt x="230016" y="1290843"/>
                      <a:pt x="167192" y="1248691"/>
                      <a:pt x="138796" y="1198152"/>
                    </a:cubicBezTo>
                    <a:cubicBezTo>
                      <a:pt x="81269" y="1095971"/>
                      <a:pt x="163808" y="959730"/>
                      <a:pt x="51549" y="864905"/>
                    </a:cubicBezTo>
                    <a:cubicBezTo>
                      <a:pt x="-141705" y="701739"/>
                      <a:pt x="271800" y="668635"/>
                      <a:pt x="256058" y="361651"/>
                    </a:cubicBezTo>
                    <a:close/>
                  </a:path>
                </a:pathLst>
              </a:custGeom>
              <a:solidFill>
                <a:schemeClr val="accent2"/>
              </a:solidFill>
              <a:ln w="0" cap="flat">
                <a:noFill/>
                <a:prstDash val="solid"/>
                <a:miter/>
              </a:ln>
            </p:spPr>
            <p:txBody>
              <a:bodyPr rtlCol="0" anchor="ctr"/>
              <a:lstStyle/>
              <a:p>
                <a:endParaRPr lang="en-IN"/>
              </a:p>
            </p:txBody>
          </p:sp>
          <p:grpSp>
            <p:nvGrpSpPr>
              <p:cNvPr id="60" name="Graphic 54">
                <a:extLst>
                  <a:ext uri="{FF2B5EF4-FFF2-40B4-BE49-F238E27FC236}">
                    <a16:creationId xmlns:a16="http://schemas.microsoft.com/office/drawing/2014/main" id="{BA004F6A-ADC2-3C26-716A-432AA95DF8B6}"/>
                  </a:ext>
                </a:extLst>
              </p:cNvPr>
              <p:cNvGrpSpPr/>
              <p:nvPr/>
            </p:nvGrpSpPr>
            <p:grpSpPr>
              <a:xfrm>
                <a:off x="3103853" y="821804"/>
                <a:ext cx="1269701" cy="1461966"/>
                <a:chOff x="3103853" y="821804"/>
                <a:chExt cx="1269701" cy="1461966"/>
              </a:xfrm>
              <a:solidFill>
                <a:schemeClr val="accent4"/>
              </a:solidFill>
            </p:grpSpPr>
            <p:sp>
              <p:nvSpPr>
                <p:cNvPr id="61" name="Freeform: Shape 60">
                  <a:extLst>
                    <a:ext uri="{FF2B5EF4-FFF2-40B4-BE49-F238E27FC236}">
                      <a16:creationId xmlns:a16="http://schemas.microsoft.com/office/drawing/2014/main" id="{CC06FC67-E9CF-7A51-80FD-BC1A6F1D046F}"/>
                    </a:ext>
                  </a:extLst>
                </p:cNvPr>
                <p:cNvSpPr/>
                <p:nvPr/>
              </p:nvSpPr>
              <p:spPr>
                <a:xfrm>
                  <a:off x="3804534" y="821804"/>
                  <a:ext cx="134696" cy="37863"/>
                </a:xfrm>
                <a:custGeom>
                  <a:avLst/>
                  <a:gdLst>
                    <a:gd name="connsiteX0" fmla="*/ 0 w 134696"/>
                    <a:gd name="connsiteY0" fmla="*/ 37864 h 37863"/>
                    <a:gd name="connsiteX1" fmla="*/ 134696 w 134696"/>
                    <a:gd name="connsiteY1" fmla="*/ 10130 h 37863"/>
                    <a:gd name="connsiteX2" fmla="*/ 0 w 134696"/>
                    <a:gd name="connsiteY2" fmla="*/ 37864 h 37863"/>
                  </a:gdLst>
                  <a:ahLst/>
                  <a:cxnLst>
                    <a:cxn ang="0">
                      <a:pos x="connsiteX0" y="connsiteY0"/>
                    </a:cxn>
                    <a:cxn ang="0">
                      <a:pos x="connsiteX1" y="connsiteY1"/>
                    </a:cxn>
                    <a:cxn ang="0">
                      <a:pos x="connsiteX2" y="connsiteY2"/>
                    </a:cxn>
                  </a:cxnLst>
                  <a:rect l="l" t="t" r="r" b="b"/>
                  <a:pathLst>
                    <a:path w="134696" h="37863">
                      <a:moveTo>
                        <a:pt x="0" y="37864"/>
                      </a:moveTo>
                      <a:cubicBezTo>
                        <a:pt x="43403" y="-4509"/>
                        <a:pt x="87689" y="-7452"/>
                        <a:pt x="134696" y="10130"/>
                      </a:cubicBezTo>
                      <a:cubicBezTo>
                        <a:pt x="88866" y="30728"/>
                        <a:pt x="42447" y="35436"/>
                        <a:pt x="0" y="37864"/>
                      </a:cubicBezTo>
                      <a:close/>
                    </a:path>
                  </a:pathLst>
                </a:custGeom>
                <a:grpFill/>
                <a:ln w="0"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46F66075-8579-E9A1-5125-780508319AE1}"/>
                    </a:ext>
                  </a:extLst>
                </p:cNvPr>
                <p:cNvSpPr/>
                <p:nvPr/>
              </p:nvSpPr>
              <p:spPr>
                <a:xfrm>
                  <a:off x="3103853" y="994805"/>
                  <a:ext cx="1269701" cy="1288964"/>
                </a:xfrm>
                <a:custGeom>
                  <a:avLst/>
                  <a:gdLst>
                    <a:gd name="connsiteX0" fmla="*/ 256131 w 1269701"/>
                    <a:gd name="connsiteY0" fmla="*/ 188619 h 1288964"/>
                    <a:gd name="connsiteX1" fmla="*/ 526113 w 1269701"/>
                    <a:gd name="connsiteY1" fmla="*/ 0 h 1288964"/>
                    <a:gd name="connsiteX2" fmla="*/ 526554 w 1269701"/>
                    <a:gd name="connsiteY2" fmla="*/ 39651 h 1288964"/>
                    <a:gd name="connsiteX3" fmla="*/ 322045 w 1269701"/>
                    <a:gd name="connsiteY3" fmla="*/ 542906 h 1288964"/>
                    <a:gd name="connsiteX4" fmla="*/ 409292 w 1269701"/>
                    <a:gd name="connsiteY4" fmla="*/ 876152 h 1288964"/>
                    <a:gd name="connsiteX5" fmla="*/ 638004 w 1269701"/>
                    <a:gd name="connsiteY5" fmla="*/ 993488 h 1288964"/>
                    <a:gd name="connsiteX6" fmla="*/ 1050995 w 1269701"/>
                    <a:gd name="connsiteY6" fmla="*/ 1114501 h 1288964"/>
                    <a:gd name="connsiteX7" fmla="*/ 1269702 w 1269701"/>
                    <a:gd name="connsiteY7" fmla="*/ 1126272 h 1288964"/>
                    <a:gd name="connsiteX8" fmla="*/ 1205259 w 1269701"/>
                    <a:gd name="connsiteY8" fmla="*/ 1204544 h 1288964"/>
                    <a:gd name="connsiteX9" fmla="*/ 780498 w 1269701"/>
                    <a:gd name="connsiteY9" fmla="*/ 1263469 h 1288964"/>
                    <a:gd name="connsiteX10" fmla="*/ 367508 w 1269701"/>
                    <a:gd name="connsiteY10" fmla="*/ 1142456 h 1288964"/>
                    <a:gd name="connsiteX11" fmla="*/ 138796 w 1269701"/>
                    <a:gd name="connsiteY11" fmla="*/ 1025120 h 1288964"/>
                    <a:gd name="connsiteX12" fmla="*/ 51549 w 1269701"/>
                    <a:gd name="connsiteY12" fmla="*/ 691874 h 1288964"/>
                    <a:gd name="connsiteX13" fmla="*/ 256058 w 1269701"/>
                    <a:gd name="connsiteY13" fmla="*/ 188619 h 128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9701" h="1288964">
                      <a:moveTo>
                        <a:pt x="256131" y="188619"/>
                      </a:moveTo>
                      <a:cubicBezTo>
                        <a:pt x="244435" y="-39504"/>
                        <a:pt x="381706" y="40019"/>
                        <a:pt x="526113" y="0"/>
                      </a:cubicBezTo>
                      <a:cubicBezTo>
                        <a:pt x="525671" y="12065"/>
                        <a:pt x="525818" y="25233"/>
                        <a:pt x="526554" y="39651"/>
                      </a:cubicBezTo>
                      <a:cubicBezTo>
                        <a:pt x="542297" y="346636"/>
                        <a:pt x="128791" y="379666"/>
                        <a:pt x="322045" y="542906"/>
                      </a:cubicBezTo>
                      <a:cubicBezTo>
                        <a:pt x="434304" y="637730"/>
                        <a:pt x="351765" y="773971"/>
                        <a:pt x="409292" y="876152"/>
                      </a:cubicBezTo>
                      <a:cubicBezTo>
                        <a:pt x="437762" y="926691"/>
                        <a:pt x="500512" y="968844"/>
                        <a:pt x="638004" y="993488"/>
                      </a:cubicBezTo>
                      <a:cubicBezTo>
                        <a:pt x="776673" y="1018352"/>
                        <a:pt x="778292" y="1207340"/>
                        <a:pt x="1050995" y="1114501"/>
                      </a:cubicBezTo>
                      <a:cubicBezTo>
                        <a:pt x="1050995" y="1114501"/>
                        <a:pt x="1155236" y="1136203"/>
                        <a:pt x="1269702" y="1126272"/>
                      </a:cubicBezTo>
                      <a:cubicBezTo>
                        <a:pt x="1257122" y="1152240"/>
                        <a:pt x="1237996" y="1178502"/>
                        <a:pt x="1205259" y="1204544"/>
                      </a:cubicBezTo>
                      <a:cubicBezTo>
                        <a:pt x="1058425" y="1321512"/>
                        <a:pt x="780498" y="1263469"/>
                        <a:pt x="780498" y="1263469"/>
                      </a:cubicBezTo>
                      <a:cubicBezTo>
                        <a:pt x="507795" y="1356381"/>
                        <a:pt x="506250" y="1167320"/>
                        <a:pt x="367508" y="1142456"/>
                      </a:cubicBezTo>
                      <a:cubicBezTo>
                        <a:pt x="230016" y="1117812"/>
                        <a:pt x="167192" y="1075659"/>
                        <a:pt x="138796" y="1025120"/>
                      </a:cubicBezTo>
                      <a:cubicBezTo>
                        <a:pt x="81269" y="922939"/>
                        <a:pt x="163808" y="786698"/>
                        <a:pt x="51549" y="691874"/>
                      </a:cubicBezTo>
                      <a:cubicBezTo>
                        <a:pt x="-141705" y="528708"/>
                        <a:pt x="271800" y="495604"/>
                        <a:pt x="256058" y="188619"/>
                      </a:cubicBezTo>
                      <a:close/>
                    </a:path>
                  </a:pathLst>
                </a:custGeom>
                <a:grpFill/>
                <a:ln w="0" cap="flat">
                  <a:noFill/>
                  <a:prstDash val="solid"/>
                  <a:miter/>
                </a:ln>
              </p:spPr>
              <p:txBody>
                <a:bodyPr rtlCol="0" anchor="ctr"/>
                <a:lstStyle/>
                <a:p>
                  <a:endParaRPr lang="en-IN"/>
                </a:p>
              </p:txBody>
            </p:sp>
          </p:grpSp>
          <p:sp>
            <p:nvSpPr>
              <p:cNvPr id="63" name="Freeform: Shape 62">
                <a:extLst>
                  <a:ext uri="{FF2B5EF4-FFF2-40B4-BE49-F238E27FC236}">
                    <a16:creationId xmlns:a16="http://schemas.microsoft.com/office/drawing/2014/main" id="{3EBBD80A-53A3-67AD-36C5-DE5E9EBEF5EF}"/>
                  </a:ext>
                </a:extLst>
              </p:cNvPr>
              <p:cNvSpPr/>
              <p:nvPr/>
            </p:nvSpPr>
            <p:spPr>
              <a:xfrm>
                <a:off x="3443774" y="1250074"/>
                <a:ext cx="864602" cy="1843671"/>
              </a:xfrm>
              <a:custGeom>
                <a:avLst/>
                <a:gdLst>
                  <a:gd name="connsiteX0" fmla="*/ 2722 w 864602"/>
                  <a:gd name="connsiteY0" fmla="*/ 159414 h 1843671"/>
                  <a:gd name="connsiteX1" fmla="*/ 90999 w 864602"/>
                  <a:gd name="connsiteY1" fmla="*/ 196858 h 1843671"/>
                  <a:gd name="connsiteX2" fmla="*/ 170596 w 864602"/>
                  <a:gd name="connsiteY2" fmla="*/ 250928 h 1843671"/>
                  <a:gd name="connsiteX3" fmla="*/ 241438 w 864602"/>
                  <a:gd name="connsiteY3" fmla="*/ 316180 h 1843671"/>
                  <a:gd name="connsiteX4" fmla="*/ 304557 w 864602"/>
                  <a:gd name="connsiteY4" fmla="*/ 388935 h 1843671"/>
                  <a:gd name="connsiteX5" fmla="*/ 411887 w 864602"/>
                  <a:gd name="connsiteY5" fmla="*/ 548717 h 1843671"/>
                  <a:gd name="connsiteX6" fmla="*/ 447713 w 864602"/>
                  <a:gd name="connsiteY6" fmla="*/ 614704 h 1843671"/>
                  <a:gd name="connsiteX7" fmla="*/ 471327 w 864602"/>
                  <a:gd name="connsiteY7" fmla="*/ 507962 h 1843671"/>
                  <a:gd name="connsiteX8" fmla="*/ 520248 w 864602"/>
                  <a:gd name="connsiteY8" fmla="*/ 372015 h 1843671"/>
                  <a:gd name="connsiteX9" fmla="*/ 516349 w 864602"/>
                  <a:gd name="connsiteY9" fmla="*/ 323978 h 1843671"/>
                  <a:gd name="connsiteX10" fmla="*/ 511935 w 864602"/>
                  <a:gd name="connsiteY10" fmla="*/ 297642 h 1843671"/>
                  <a:gd name="connsiteX11" fmla="*/ 506050 w 864602"/>
                  <a:gd name="connsiteY11" fmla="*/ 271526 h 1843671"/>
                  <a:gd name="connsiteX12" fmla="*/ 468752 w 864602"/>
                  <a:gd name="connsiteY12" fmla="*/ 170964 h 1843671"/>
                  <a:gd name="connsiteX13" fmla="*/ 462794 w 864602"/>
                  <a:gd name="connsiteY13" fmla="*/ 158826 h 1843671"/>
                  <a:gd name="connsiteX14" fmla="*/ 456026 w 864602"/>
                  <a:gd name="connsiteY14" fmla="*/ 147129 h 1843671"/>
                  <a:gd name="connsiteX15" fmla="*/ 442122 w 864602"/>
                  <a:gd name="connsiteY15" fmla="*/ 123956 h 1843671"/>
                  <a:gd name="connsiteX16" fmla="*/ 409754 w 864602"/>
                  <a:gd name="connsiteY16" fmla="*/ 80627 h 1843671"/>
                  <a:gd name="connsiteX17" fmla="*/ 331187 w 864602"/>
                  <a:gd name="connsiteY17" fmla="*/ 5517 h 1843671"/>
                  <a:gd name="connsiteX18" fmla="*/ 335012 w 864602"/>
                  <a:gd name="connsiteY18" fmla="*/ 0 h 1843671"/>
                  <a:gd name="connsiteX19" fmla="*/ 420053 w 864602"/>
                  <a:gd name="connsiteY19" fmla="*/ 71431 h 1843671"/>
                  <a:gd name="connsiteX20" fmla="*/ 456320 w 864602"/>
                  <a:gd name="connsiteY20" fmla="*/ 114025 h 1843671"/>
                  <a:gd name="connsiteX21" fmla="*/ 472284 w 864602"/>
                  <a:gd name="connsiteY21" fmla="*/ 137124 h 1843671"/>
                  <a:gd name="connsiteX22" fmla="*/ 480081 w 864602"/>
                  <a:gd name="connsiteY22" fmla="*/ 148821 h 1843671"/>
                  <a:gd name="connsiteX23" fmla="*/ 487070 w 864602"/>
                  <a:gd name="connsiteY23" fmla="*/ 160959 h 1843671"/>
                  <a:gd name="connsiteX24" fmla="*/ 532901 w 864602"/>
                  <a:gd name="connsiteY24" fmla="*/ 263728 h 1843671"/>
                  <a:gd name="connsiteX25" fmla="*/ 540846 w 864602"/>
                  <a:gd name="connsiteY25" fmla="*/ 290874 h 1843671"/>
                  <a:gd name="connsiteX26" fmla="*/ 546142 w 864602"/>
                  <a:gd name="connsiteY26" fmla="*/ 313164 h 1843671"/>
                  <a:gd name="connsiteX27" fmla="*/ 552910 w 864602"/>
                  <a:gd name="connsiteY27" fmla="*/ 298598 h 1843671"/>
                  <a:gd name="connsiteX28" fmla="*/ 658107 w 864602"/>
                  <a:gd name="connsiteY28" fmla="*/ 101887 h 1843671"/>
                  <a:gd name="connsiteX29" fmla="*/ 671643 w 864602"/>
                  <a:gd name="connsiteY29" fmla="*/ 109685 h 1843671"/>
                  <a:gd name="connsiteX30" fmla="*/ 580938 w 864602"/>
                  <a:gd name="connsiteY30" fmla="*/ 310663 h 1843671"/>
                  <a:gd name="connsiteX31" fmla="*/ 515245 w 864602"/>
                  <a:gd name="connsiteY31" fmla="*/ 519218 h 1843671"/>
                  <a:gd name="connsiteX32" fmla="*/ 500385 w 864602"/>
                  <a:gd name="connsiteY32" fmla="*/ 614704 h 1843671"/>
                  <a:gd name="connsiteX33" fmla="*/ 593223 w 864602"/>
                  <a:gd name="connsiteY33" fmla="*/ 498399 h 1843671"/>
                  <a:gd name="connsiteX34" fmla="*/ 719166 w 864602"/>
                  <a:gd name="connsiteY34" fmla="*/ 401073 h 1843671"/>
                  <a:gd name="connsiteX35" fmla="*/ 861734 w 864602"/>
                  <a:gd name="connsiteY35" fmla="*/ 333983 h 1843671"/>
                  <a:gd name="connsiteX36" fmla="*/ 864603 w 864602"/>
                  <a:gd name="connsiteY36" fmla="*/ 342222 h 1843671"/>
                  <a:gd name="connsiteX37" fmla="*/ 732334 w 864602"/>
                  <a:gd name="connsiteY37" fmla="*/ 420641 h 1843671"/>
                  <a:gd name="connsiteX38" fmla="*/ 621325 w 864602"/>
                  <a:gd name="connsiteY38" fmla="*/ 524662 h 1843671"/>
                  <a:gd name="connsiteX39" fmla="*/ 540993 w 864602"/>
                  <a:gd name="connsiteY39" fmla="*/ 650457 h 1843671"/>
                  <a:gd name="connsiteX40" fmla="*/ 500017 w 864602"/>
                  <a:gd name="connsiteY40" fmla="*/ 791259 h 1843671"/>
                  <a:gd name="connsiteX41" fmla="*/ 497443 w 864602"/>
                  <a:gd name="connsiteY41" fmla="*/ 790744 h 1843671"/>
                  <a:gd name="connsiteX42" fmla="*/ 501268 w 864602"/>
                  <a:gd name="connsiteY42" fmla="*/ 955087 h 1843671"/>
                  <a:gd name="connsiteX43" fmla="*/ 520395 w 864602"/>
                  <a:gd name="connsiteY43" fmla="*/ 1397577 h 1843671"/>
                  <a:gd name="connsiteX44" fmla="*/ 545627 w 864602"/>
                  <a:gd name="connsiteY44" fmla="*/ 1839847 h 1843671"/>
                  <a:gd name="connsiteX45" fmla="*/ 404163 w 864602"/>
                  <a:gd name="connsiteY45" fmla="*/ 1843672 h 1843671"/>
                  <a:gd name="connsiteX46" fmla="*/ 411152 w 864602"/>
                  <a:gd name="connsiteY46" fmla="*/ 1399122 h 1843671"/>
                  <a:gd name="connsiteX47" fmla="*/ 424246 w 864602"/>
                  <a:gd name="connsiteY47" fmla="*/ 954646 h 1843671"/>
                  <a:gd name="connsiteX48" fmla="*/ 433074 w 864602"/>
                  <a:gd name="connsiteY48" fmla="*/ 778459 h 1843671"/>
                  <a:gd name="connsiteX49" fmla="*/ 433074 w 864602"/>
                  <a:gd name="connsiteY49" fmla="*/ 778459 h 1843671"/>
                  <a:gd name="connsiteX50" fmla="*/ 433074 w 864602"/>
                  <a:gd name="connsiteY50" fmla="*/ 778312 h 1843671"/>
                  <a:gd name="connsiteX51" fmla="*/ 435281 w 864602"/>
                  <a:gd name="connsiteY51" fmla="*/ 744325 h 1843671"/>
                  <a:gd name="connsiteX52" fmla="*/ 435060 w 864602"/>
                  <a:gd name="connsiteY52" fmla="*/ 744325 h 1843671"/>
                  <a:gd name="connsiteX53" fmla="*/ 403354 w 864602"/>
                  <a:gd name="connsiteY53" fmla="*/ 658181 h 1843671"/>
                  <a:gd name="connsiteX54" fmla="*/ 365762 w 864602"/>
                  <a:gd name="connsiteY54" fmla="*/ 573141 h 1843671"/>
                  <a:gd name="connsiteX55" fmla="*/ 274175 w 864602"/>
                  <a:gd name="connsiteY55" fmla="*/ 411225 h 1843671"/>
                  <a:gd name="connsiteX56" fmla="*/ 218781 w 864602"/>
                  <a:gd name="connsiteY56" fmla="*/ 336484 h 1843671"/>
                  <a:gd name="connsiteX57" fmla="*/ 155442 w 864602"/>
                  <a:gd name="connsiteY57" fmla="*/ 268510 h 1843671"/>
                  <a:gd name="connsiteX58" fmla="*/ 82760 w 864602"/>
                  <a:gd name="connsiteY58" fmla="*/ 210541 h 1843671"/>
                  <a:gd name="connsiteX59" fmla="*/ 0 w 864602"/>
                  <a:gd name="connsiteY59" fmla="*/ 167727 h 1843671"/>
                  <a:gd name="connsiteX60" fmla="*/ 2722 w 864602"/>
                  <a:gd name="connsiteY60" fmla="*/ 159414 h 1843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64602" h="1843671">
                    <a:moveTo>
                      <a:pt x="2722" y="159414"/>
                    </a:moveTo>
                    <a:cubicBezTo>
                      <a:pt x="33325" y="168610"/>
                      <a:pt x="62824" y="181410"/>
                      <a:pt x="90999" y="196858"/>
                    </a:cubicBezTo>
                    <a:cubicBezTo>
                      <a:pt x="119248" y="212160"/>
                      <a:pt x="145437" y="230992"/>
                      <a:pt x="170596" y="250928"/>
                    </a:cubicBezTo>
                    <a:cubicBezTo>
                      <a:pt x="195828" y="270864"/>
                      <a:pt x="219148" y="293081"/>
                      <a:pt x="241438" y="316180"/>
                    </a:cubicBezTo>
                    <a:cubicBezTo>
                      <a:pt x="263802" y="339279"/>
                      <a:pt x="284694" y="363703"/>
                      <a:pt x="304557" y="388935"/>
                    </a:cubicBezTo>
                    <a:cubicBezTo>
                      <a:pt x="344429" y="439327"/>
                      <a:pt x="379666" y="493176"/>
                      <a:pt x="411887" y="548717"/>
                    </a:cubicBezTo>
                    <a:cubicBezTo>
                      <a:pt x="424393" y="570345"/>
                      <a:pt x="436237" y="592414"/>
                      <a:pt x="447713" y="614704"/>
                    </a:cubicBezTo>
                    <a:cubicBezTo>
                      <a:pt x="452936" y="578290"/>
                      <a:pt x="461102" y="542538"/>
                      <a:pt x="471327" y="507962"/>
                    </a:cubicBezTo>
                    <a:cubicBezTo>
                      <a:pt x="485010" y="461396"/>
                      <a:pt x="501709" y="416228"/>
                      <a:pt x="520248" y="372015"/>
                    </a:cubicBezTo>
                    <a:cubicBezTo>
                      <a:pt x="520027" y="356714"/>
                      <a:pt x="518556" y="340015"/>
                      <a:pt x="516349" y="323978"/>
                    </a:cubicBezTo>
                    <a:cubicBezTo>
                      <a:pt x="515098" y="315150"/>
                      <a:pt x="513480" y="306396"/>
                      <a:pt x="511935" y="297642"/>
                    </a:cubicBezTo>
                    <a:cubicBezTo>
                      <a:pt x="509949" y="288961"/>
                      <a:pt x="508257" y="280207"/>
                      <a:pt x="506050" y="271526"/>
                    </a:cubicBezTo>
                    <a:cubicBezTo>
                      <a:pt x="497443" y="236804"/>
                      <a:pt x="484937" y="203038"/>
                      <a:pt x="468752" y="170964"/>
                    </a:cubicBezTo>
                    <a:lnTo>
                      <a:pt x="462794" y="158826"/>
                    </a:lnTo>
                    <a:cubicBezTo>
                      <a:pt x="460734" y="154853"/>
                      <a:pt x="458306" y="151028"/>
                      <a:pt x="456026" y="147129"/>
                    </a:cubicBezTo>
                    <a:cubicBezTo>
                      <a:pt x="451391" y="139405"/>
                      <a:pt x="447051" y="131460"/>
                      <a:pt x="442122" y="123956"/>
                    </a:cubicBezTo>
                    <a:cubicBezTo>
                      <a:pt x="431676" y="109317"/>
                      <a:pt x="421892" y="94015"/>
                      <a:pt x="409754" y="80627"/>
                    </a:cubicBezTo>
                    <a:cubicBezTo>
                      <a:pt x="387170" y="52231"/>
                      <a:pt x="359583" y="28396"/>
                      <a:pt x="331187" y="5517"/>
                    </a:cubicBezTo>
                    <a:lnTo>
                      <a:pt x="335012" y="0"/>
                    </a:lnTo>
                    <a:cubicBezTo>
                      <a:pt x="365174" y="21187"/>
                      <a:pt x="394967" y="43771"/>
                      <a:pt x="420053" y="71431"/>
                    </a:cubicBezTo>
                    <a:cubicBezTo>
                      <a:pt x="433442" y="84452"/>
                      <a:pt x="444550" y="99459"/>
                      <a:pt x="456320" y="114025"/>
                    </a:cubicBezTo>
                    <a:cubicBezTo>
                      <a:pt x="461911" y="121528"/>
                      <a:pt x="466913" y="129400"/>
                      <a:pt x="472284" y="137124"/>
                    </a:cubicBezTo>
                    <a:cubicBezTo>
                      <a:pt x="474858" y="141023"/>
                      <a:pt x="477654" y="144848"/>
                      <a:pt x="480081" y="148821"/>
                    </a:cubicBezTo>
                    <a:lnTo>
                      <a:pt x="487070" y="160959"/>
                    </a:lnTo>
                    <a:cubicBezTo>
                      <a:pt x="506050" y="193254"/>
                      <a:pt x="521498" y="227829"/>
                      <a:pt x="532901" y="263728"/>
                    </a:cubicBezTo>
                    <a:cubicBezTo>
                      <a:pt x="535770" y="272703"/>
                      <a:pt x="538197" y="281825"/>
                      <a:pt x="540846" y="290874"/>
                    </a:cubicBezTo>
                    <a:cubicBezTo>
                      <a:pt x="542685" y="298304"/>
                      <a:pt x="544450" y="305734"/>
                      <a:pt x="546142" y="313164"/>
                    </a:cubicBezTo>
                    <a:cubicBezTo>
                      <a:pt x="548349" y="308309"/>
                      <a:pt x="550630" y="303380"/>
                      <a:pt x="552910" y="298598"/>
                    </a:cubicBezTo>
                    <a:cubicBezTo>
                      <a:pt x="584764" y="231213"/>
                      <a:pt x="619560" y="165667"/>
                      <a:pt x="658107" y="101887"/>
                    </a:cubicBezTo>
                    <a:lnTo>
                      <a:pt x="671643" y="109685"/>
                    </a:lnTo>
                    <a:cubicBezTo>
                      <a:pt x="637951" y="174936"/>
                      <a:pt x="607716" y="242395"/>
                      <a:pt x="580938" y="310663"/>
                    </a:cubicBezTo>
                    <a:cubicBezTo>
                      <a:pt x="554308" y="379004"/>
                      <a:pt x="530914" y="448669"/>
                      <a:pt x="515245" y="519218"/>
                    </a:cubicBezTo>
                    <a:cubicBezTo>
                      <a:pt x="508183" y="550998"/>
                      <a:pt x="502960" y="582851"/>
                      <a:pt x="500385" y="614704"/>
                    </a:cubicBezTo>
                    <a:cubicBezTo>
                      <a:pt x="526427" y="571816"/>
                      <a:pt x="557986" y="532827"/>
                      <a:pt x="593223" y="498399"/>
                    </a:cubicBezTo>
                    <a:cubicBezTo>
                      <a:pt x="631477" y="460808"/>
                      <a:pt x="674144" y="428586"/>
                      <a:pt x="719166" y="401073"/>
                    </a:cubicBezTo>
                    <a:cubicBezTo>
                      <a:pt x="764408" y="373781"/>
                      <a:pt x="811636" y="350535"/>
                      <a:pt x="861734" y="333983"/>
                    </a:cubicBezTo>
                    <a:lnTo>
                      <a:pt x="864603" y="342222"/>
                    </a:lnTo>
                    <a:cubicBezTo>
                      <a:pt x="817669" y="362893"/>
                      <a:pt x="773309" y="390186"/>
                      <a:pt x="732334" y="420641"/>
                    </a:cubicBezTo>
                    <a:cubicBezTo>
                      <a:pt x="691432" y="451391"/>
                      <a:pt x="653767" y="486040"/>
                      <a:pt x="621325" y="524662"/>
                    </a:cubicBezTo>
                    <a:cubicBezTo>
                      <a:pt x="588810" y="563209"/>
                      <a:pt x="561444" y="605509"/>
                      <a:pt x="540993" y="650457"/>
                    </a:cubicBezTo>
                    <a:cubicBezTo>
                      <a:pt x="520174" y="695331"/>
                      <a:pt x="507080" y="743074"/>
                      <a:pt x="500017" y="791259"/>
                    </a:cubicBezTo>
                    <a:lnTo>
                      <a:pt x="497443" y="790744"/>
                    </a:lnTo>
                    <a:cubicBezTo>
                      <a:pt x="498105" y="845476"/>
                      <a:pt x="499576" y="900282"/>
                      <a:pt x="501268" y="955087"/>
                    </a:cubicBezTo>
                    <a:cubicBezTo>
                      <a:pt x="505976" y="1102510"/>
                      <a:pt x="512891" y="1250080"/>
                      <a:pt x="520395" y="1397577"/>
                    </a:cubicBezTo>
                    <a:cubicBezTo>
                      <a:pt x="528045" y="1545074"/>
                      <a:pt x="536432" y="1692718"/>
                      <a:pt x="545627" y="1839847"/>
                    </a:cubicBezTo>
                    <a:lnTo>
                      <a:pt x="404163" y="1843672"/>
                    </a:lnTo>
                    <a:cubicBezTo>
                      <a:pt x="405708" y="1695293"/>
                      <a:pt x="407988" y="1547354"/>
                      <a:pt x="411152" y="1399122"/>
                    </a:cubicBezTo>
                    <a:cubicBezTo>
                      <a:pt x="414315" y="1250963"/>
                      <a:pt x="418214" y="1102878"/>
                      <a:pt x="424246" y="954646"/>
                    </a:cubicBezTo>
                    <a:cubicBezTo>
                      <a:pt x="426674" y="895941"/>
                      <a:pt x="429396" y="837237"/>
                      <a:pt x="433074" y="778459"/>
                    </a:cubicBezTo>
                    <a:lnTo>
                      <a:pt x="433074" y="778459"/>
                    </a:lnTo>
                    <a:cubicBezTo>
                      <a:pt x="433074" y="778459"/>
                      <a:pt x="433074" y="778385"/>
                      <a:pt x="433074" y="778312"/>
                    </a:cubicBezTo>
                    <a:cubicBezTo>
                      <a:pt x="433809" y="766983"/>
                      <a:pt x="434545" y="755654"/>
                      <a:pt x="435281" y="744325"/>
                    </a:cubicBezTo>
                    <a:lnTo>
                      <a:pt x="435060" y="744325"/>
                    </a:lnTo>
                    <a:cubicBezTo>
                      <a:pt x="426085" y="716223"/>
                      <a:pt x="414903" y="686650"/>
                      <a:pt x="403354" y="658181"/>
                    </a:cubicBezTo>
                    <a:cubicBezTo>
                      <a:pt x="391731" y="629491"/>
                      <a:pt x="379151" y="601095"/>
                      <a:pt x="365762" y="573141"/>
                    </a:cubicBezTo>
                    <a:cubicBezTo>
                      <a:pt x="338838" y="517232"/>
                      <a:pt x="308823" y="462647"/>
                      <a:pt x="274175" y="411225"/>
                    </a:cubicBezTo>
                    <a:cubicBezTo>
                      <a:pt x="256960" y="385478"/>
                      <a:pt x="238643" y="360319"/>
                      <a:pt x="218781" y="336484"/>
                    </a:cubicBezTo>
                    <a:cubicBezTo>
                      <a:pt x="198992" y="312575"/>
                      <a:pt x="178173" y="289476"/>
                      <a:pt x="155442" y="268510"/>
                    </a:cubicBezTo>
                    <a:cubicBezTo>
                      <a:pt x="132710" y="247471"/>
                      <a:pt x="108875" y="227388"/>
                      <a:pt x="82760" y="210541"/>
                    </a:cubicBezTo>
                    <a:cubicBezTo>
                      <a:pt x="56792" y="193622"/>
                      <a:pt x="29132" y="179056"/>
                      <a:pt x="0" y="167727"/>
                    </a:cubicBezTo>
                    <a:lnTo>
                      <a:pt x="2722" y="159414"/>
                    </a:lnTo>
                    <a:close/>
                  </a:path>
                </a:pathLst>
              </a:custGeom>
              <a:solidFill>
                <a:schemeClr val="accent6"/>
              </a:solidFill>
              <a:ln w="0" cap="flat">
                <a:noFill/>
                <a:prstDash val="solid"/>
                <a:miter/>
              </a:ln>
            </p:spPr>
            <p:txBody>
              <a:bodyPr rtlCol="0" anchor="ctr"/>
              <a:lstStyle/>
              <a:p>
                <a:endParaRPr lang="en-IN"/>
              </a:p>
            </p:txBody>
          </p:sp>
        </p:grpSp>
        <p:grpSp>
          <p:nvGrpSpPr>
            <p:cNvPr id="1243" name="Group 1242">
              <a:extLst>
                <a:ext uri="{FF2B5EF4-FFF2-40B4-BE49-F238E27FC236}">
                  <a16:creationId xmlns:a16="http://schemas.microsoft.com/office/drawing/2014/main" id="{B608871F-90CD-00F5-EFBF-7FB1368BDA5E}"/>
                </a:ext>
              </a:extLst>
            </p:cNvPr>
            <p:cNvGrpSpPr/>
            <p:nvPr/>
          </p:nvGrpSpPr>
          <p:grpSpPr>
            <a:xfrm>
              <a:off x="2199538" y="4442262"/>
              <a:ext cx="799112" cy="853961"/>
              <a:chOff x="9972981" y="2826311"/>
              <a:chExt cx="1334427" cy="1426019"/>
            </a:xfrm>
          </p:grpSpPr>
          <p:sp>
            <p:nvSpPr>
              <p:cNvPr id="1031" name="Freeform: Shape 1030">
                <a:extLst>
                  <a:ext uri="{FF2B5EF4-FFF2-40B4-BE49-F238E27FC236}">
                    <a16:creationId xmlns:a16="http://schemas.microsoft.com/office/drawing/2014/main" id="{760D8C43-E776-1890-4C7D-14896F4B6AEE}"/>
                  </a:ext>
                </a:extLst>
              </p:cNvPr>
              <p:cNvSpPr/>
              <p:nvPr/>
            </p:nvSpPr>
            <p:spPr>
              <a:xfrm>
                <a:off x="9972981" y="2826311"/>
                <a:ext cx="1334427" cy="650854"/>
              </a:xfrm>
              <a:custGeom>
                <a:avLst/>
                <a:gdLst>
                  <a:gd name="connsiteX0" fmla="*/ 1519809 w 1550003"/>
                  <a:gd name="connsiteY0" fmla="*/ 751618 h 755999"/>
                  <a:gd name="connsiteX1" fmla="*/ 1550003 w 1550003"/>
                  <a:gd name="connsiteY1" fmla="*/ 715042 h 755999"/>
                  <a:gd name="connsiteX2" fmla="*/ 776954 w 1550003"/>
                  <a:gd name="connsiteY2" fmla="*/ 0 h 755999"/>
                  <a:gd name="connsiteX3" fmla="*/ 0 w 1550003"/>
                  <a:gd name="connsiteY3" fmla="*/ 715042 h 755999"/>
                  <a:gd name="connsiteX4" fmla="*/ 30861 w 1550003"/>
                  <a:gd name="connsiteY4" fmla="*/ 755999 h 755999"/>
                  <a:gd name="connsiteX5" fmla="*/ 771239 w 1550003"/>
                  <a:gd name="connsiteY5" fmla="*/ 99822 h 755999"/>
                  <a:gd name="connsiteX6" fmla="*/ 1519904 w 1550003"/>
                  <a:gd name="connsiteY6" fmla="*/ 751618 h 75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0003" h="755999">
                    <a:moveTo>
                      <a:pt x="1519809" y="751618"/>
                    </a:moveTo>
                    <a:cubicBezTo>
                      <a:pt x="1529906" y="739426"/>
                      <a:pt x="1539907" y="727234"/>
                      <a:pt x="1550003" y="715042"/>
                    </a:cubicBezTo>
                    <a:cubicBezTo>
                      <a:pt x="1292257" y="476726"/>
                      <a:pt x="1034605" y="238316"/>
                      <a:pt x="776954" y="0"/>
                    </a:cubicBezTo>
                    <a:cubicBezTo>
                      <a:pt x="517970" y="238316"/>
                      <a:pt x="258985" y="476726"/>
                      <a:pt x="0" y="715042"/>
                    </a:cubicBezTo>
                    <a:cubicBezTo>
                      <a:pt x="10287" y="728663"/>
                      <a:pt x="20574" y="742379"/>
                      <a:pt x="30861" y="755999"/>
                    </a:cubicBezTo>
                    <a:cubicBezTo>
                      <a:pt x="277654" y="537305"/>
                      <a:pt x="524447" y="318611"/>
                      <a:pt x="771239" y="99822"/>
                    </a:cubicBezTo>
                    <a:cubicBezTo>
                      <a:pt x="1020794" y="317087"/>
                      <a:pt x="1270349" y="534353"/>
                      <a:pt x="1519904" y="751618"/>
                    </a:cubicBezTo>
                    <a:close/>
                  </a:path>
                </a:pathLst>
              </a:custGeom>
              <a:solidFill>
                <a:schemeClr val="tx1"/>
              </a:solidFill>
              <a:ln w="0" cap="flat">
                <a:noFill/>
                <a:prstDash val="solid"/>
                <a:miter/>
              </a:ln>
            </p:spPr>
            <p:txBody>
              <a:bodyPr rtlCol="0" anchor="ctr"/>
              <a:lstStyle/>
              <a:p>
                <a:endParaRPr lang="en-IN"/>
              </a:p>
            </p:txBody>
          </p:sp>
          <p:sp>
            <p:nvSpPr>
              <p:cNvPr id="1033" name="Freeform: Shape 1032">
                <a:extLst>
                  <a:ext uri="{FF2B5EF4-FFF2-40B4-BE49-F238E27FC236}">
                    <a16:creationId xmlns:a16="http://schemas.microsoft.com/office/drawing/2014/main" id="{9EC9B044-0057-3A01-D780-AE798C96E5BD}"/>
                  </a:ext>
                </a:extLst>
              </p:cNvPr>
              <p:cNvSpPr/>
              <p:nvPr/>
            </p:nvSpPr>
            <p:spPr>
              <a:xfrm>
                <a:off x="10038091" y="2912250"/>
                <a:ext cx="1209947" cy="1281289"/>
              </a:xfrm>
              <a:custGeom>
                <a:avLst/>
                <a:gdLst>
                  <a:gd name="connsiteX0" fmla="*/ 0 w 1405413"/>
                  <a:gd name="connsiteY0" fmla="*/ 618458 h 1488281"/>
                  <a:gd name="connsiteX1" fmla="*/ 695515 w 1405413"/>
                  <a:gd name="connsiteY1" fmla="*/ 0 h 1488281"/>
                  <a:gd name="connsiteX2" fmla="*/ 1405414 w 1405413"/>
                  <a:gd name="connsiteY2" fmla="*/ 618458 h 1488281"/>
                  <a:gd name="connsiteX3" fmla="*/ 1385888 w 1405413"/>
                  <a:gd name="connsiteY3" fmla="*/ 1488281 h 1488281"/>
                  <a:gd name="connsiteX4" fmla="*/ 28194 w 1405413"/>
                  <a:gd name="connsiteY4" fmla="*/ 1488281 h 1488281"/>
                  <a:gd name="connsiteX5" fmla="*/ 0 w 1405413"/>
                  <a:gd name="connsiteY5" fmla="*/ 618458 h 148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5413" h="1488281">
                    <a:moveTo>
                      <a:pt x="0" y="618458"/>
                    </a:moveTo>
                    <a:cubicBezTo>
                      <a:pt x="231838" y="412337"/>
                      <a:pt x="463677" y="206121"/>
                      <a:pt x="695515" y="0"/>
                    </a:cubicBezTo>
                    <a:cubicBezTo>
                      <a:pt x="932116" y="206121"/>
                      <a:pt x="1168813" y="412337"/>
                      <a:pt x="1405414" y="618458"/>
                    </a:cubicBezTo>
                    <a:lnTo>
                      <a:pt x="1385888" y="1488281"/>
                    </a:lnTo>
                    <a:lnTo>
                      <a:pt x="28194" y="1488281"/>
                    </a:lnTo>
                    <a:lnTo>
                      <a:pt x="0" y="618458"/>
                    </a:lnTo>
                    <a:close/>
                  </a:path>
                </a:pathLst>
              </a:custGeom>
              <a:solidFill>
                <a:schemeClr val="accent6">
                  <a:lumMod val="50000"/>
                </a:schemeClr>
              </a:solidFill>
              <a:ln w="0" cap="flat">
                <a:noFill/>
                <a:prstDash val="solid"/>
                <a:miter/>
              </a:ln>
            </p:spPr>
            <p:txBody>
              <a:bodyPr rtlCol="0" anchor="ctr"/>
              <a:lstStyle/>
              <a:p>
                <a:endParaRPr lang="en-IN"/>
              </a:p>
            </p:txBody>
          </p:sp>
          <p:sp>
            <p:nvSpPr>
              <p:cNvPr id="1034" name="Freeform: Shape 1033">
                <a:extLst>
                  <a:ext uri="{FF2B5EF4-FFF2-40B4-BE49-F238E27FC236}">
                    <a16:creationId xmlns:a16="http://schemas.microsoft.com/office/drawing/2014/main" id="{AB3C232E-A64C-8789-337D-D9937D1324A8}"/>
                  </a:ext>
                </a:extLst>
              </p:cNvPr>
              <p:cNvSpPr/>
              <p:nvPr/>
            </p:nvSpPr>
            <p:spPr>
              <a:xfrm>
                <a:off x="10086964" y="3002699"/>
                <a:ext cx="1112200" cy="1190922"/>
              </a:xfrm>
              <a:custGeom>
                <a:avLst/>
                <a:gdLst>
                  <a:gd name="connsiteX0" fmla="*/ 0 w 1291875"/>
                  <a:gd name="connsiteY0" fmla="*/ 583692 h 1383315"/>
                  <a:gd name="connsiteX1" fmla="*/ 638746 w 1291875"/>
                  <a:gd name="connsiteY1" fmla="*/ 0 h 1383315"/>
                  <a:gd name="connsiteX2" fmla="*/ 1291876 w 1291875"/>
                  <a:gd name="connsiteY2" fmla="*/ 583692 h 1383315"/>
                  <a:gd name="connsiteX3" fmla="*/ 1273874 w 1291875"/>
                  <a:gd name="connsiteY3" fmla="*/ 1383316 h 1383315"/>
                  <a:gd name="connsiteX4" fmla="*/ 25908 w 1291875"/>
                  <a:gd name="connsiteY4" fmla="*/ 1383316 h 1383315"/>
                  <a:gd name="connsiteX5" fmla="*/ 0 w 1291875"/>
                  <a:gd name="connsiteY5" fmla="*/ 583692 h 138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1875" h="1383315">
                    <a:moveTo>
                      <a:pt x="0" y="583692"/>
                    </a:moveTo>
                    <a:cubicBezTo>
                      <a:pt x="212884" y="389096"/>
                      <a:pt x="425767" y="194596"/>
                      <a:pt x="638746" y="0"/>
                    </a:cubicBezTo>
                    <a:cubicBezTo>
                      <a:pt x="856488" y="194596"/>
                      <a:pt x="1074134" y="389096"/>
                      <a:pt x="1291876" y="583692"/>
                    </a:cubicBezTo>
                    <a:lnTo>
                      <a:pt x="1273874" y="1383316"/>
                    </a:lnTo>
                    <a:lnTo>
                      <a:pt x="25908" y="1383316"/>
                    </a:lnTo>
                    <a:lnTo>
                      <a:pt x="0" y="583692"/>
                    </a:lnTo>
                    <a:close/>
                  </a:path>
                </a:pathLst>
              </a:custGeom>
              <a:solidFill>
                <a:schemeClr val="accent5"/>
              </a:solidFill>
              <a:ln w="0" cap="flat">
                <a:noFill/>
                <a:prstDash val="solid"/>
                <a:miter/>
              </a:ln>
            </p:spPr>
            <p:txBody>
              <a:bodyPr rtlCol="0" anchor="ctr"/>
              <a:lstStyle/>
              <a:p>
                <a:endParaRPr lang="en-IN"/>
              </a:p>
            </p:txBody>
          </p:sp>
          <p:sp>
            <p:nvSpPr>
              <p:cNvPr id="1035" name="Freeform: Shape 1034">
                <a:extLst>
                  <a:ext uri="{FF2B5EF4-FFF2-40B4-BE49-F238E27FC236}">
                    <a16:creationId xmlns:a16="http://schemas.microsoft.com/office/drawing/2014/main" id="{D3DB41DC-0C14-28D4-E1AF-C5E3CFE7839E}"/>
                  </a:ext>
                </a:extLst>
              </p:cNvPr>
              <p:cNvSpPr/>
              <p:nvPr/>
            </p:nvSpPr>
            <p:spPr>
              <a:xfrm>
                <a:off x="10086964" y="3002781"/>
                <a:ext cx="1112200" cy="566063"/>
              </a:xfrm>
              <a:custGeom>
                <a:avLst/>
                <a:gdLst>
                  <a:gd name="connsiteX0" fmla="*/ 638746 w 1291875"/>
                  <a:gd name="connsiteY0" fmla="*/ 75343 h 657510"/>
                  <a:gd name="connsiteX1" fmla="*/ 1290257 w 1291875"/>
                  <a:gd name="connsiteY1" fmla="*/ 657511 h 657510"/>
                  <a:gd name="connsiteX2" fmla="*/ 1291876 w 1291875"/>
                  <a:gd name="connsiteY2" fmla="*/ 583692 h 657510"/>
                  <a:gd name="connsiteX3" fmla="*/ 638746 w 1291875"/>
                  <a:gd name="connsiteY3" fmla="*/ 0 h 657510"/>
                  <a:gd name="connsiteX4" fmla="*/ 0 w 1291875"/>
                  <a:gd name="connsiteY4" fmla="*/ 583692 h 657510"/>
                  <a:gd name="connsiteX5" fmla="*/ 2381 w 1291875"/>
                  <a:gd name="connsiteY5" fmla="*/ 656844 h 657510"/>
                  <a:gd name="connsiteX6" fmla="*/ 638746 w 1291875"/>
                  <a:gd name="connsiteY6" fmla="*/ 75343 h 657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1875" h="657510">
                    <a:moveTo>
                      <a:pt x="638746" y="75343"/>
                    </a:moveTo>
                    <a:cubicBezTo>
                      <a:pt x="855917" y="269367"/>
                      <a:pt x="1073086" y="463486"/>
                      <a:pt x="1290257" y="657511"/>
                    </a:cubicBezTo>
                    <a:lnTo>
                      <a:pt x="1291876" y="583692"/>
                    </a:lnTo>
                    <a:cubicBezTo>
                      <a:pt x="1074134" y="389096"/>
                      <a:pt x="856488" y="194596"/>
                      <a:pt x="638746" y="0"/>
                    </a:cubicBezTo>
                    <a:cubicBezTo>
                      <a:pt x="425863" y="194596"/>
                      <a:pt x="212979" y="389096"/>
                      <a:pt x="0" y="583692"/>
                    </a:cubicBezTo>
                    <a:lnTo>
                      <a:pt x="2381" y="656844"/>
                    </a:lnTo>
                    <a:cubicBezTo>
                      <a:pt x="214503" y="463010"/>
                      <a:pt x="426625" y="269176"/>
                      <a:pt x="638746" y="75343"/>
                    </a:cubicBezTo>
                    <a:close/>
                  </a:path>
                </a:pathLst>
              </a:custGeom>
              <a:solidFill>
                <a:schemeClr val="accent6"/>
              </a:solidFill>
              <a:ln w="0" cap="flat">
                <a:noFill/>
                <a:prstDash val="solid"/>
                <a:miter/>
              </a:ln>
            </p:spPr>
            <p:txBody>
              <a:bodyPr rtlCol="0" anchor="ctr"/>
              <a:lstStyle/>
              <a:p>
                <a:endParaRPr lang="en-IN"/>
              </a:p>
            </p:txBody>
          </p:sp>
          <p:sp>
            <p:nvSpPr>
              <p:cNvPr id="1037" name="Freeform: Shape 1036">
                <a:extLst>
                  <a:ext uri="{FF2B5EF4-FFF2-40B4-BE49-F238E27FC236}">
                    <a16:creationId xmlns:a16="http://schemas.microsoft.com/office/drawing/2014/main" id="{ED2DF7F7-5400-71CE-0D4A-C1863E806F65}"/>
                  </a:ext>
                </a:extLst>
              </p:cNvPr>
              <p:cNvSpPr/>
              <p:nvPr/>
            </p:nvSpPr>
            <p:spPr>
              <a:xfrm>
                <a:off x="10526908" y="3343420"/>
                <a:ext cx="229524" cy="209516"/>
              </a:xfrm>
              <a:custGeom>
                <a:avLst/>
                <a:gdLst>
                  <a:gd name="connsiteX0" fmla="*/ 0 w 266604"/>
                  <a:gd name="connsiteY0" fmla="*/ 0 h 243363"/>
                  <a:gd name="connsiteX1" fmla="*/ 266605 w 266604"/>
                  <a:gd name="connsiteY1" fmla="*/ 0 h 243363"/>
                  <a:gd name="connsiteX2" fmla="*/ 266605 w 266604"/>
                  <a:gd name="connsiteY2" fmla="*/ 243364 h 243363"/>
                  <a:gd name="connsiteX3" fmla="*/ 0 w 266604"/>
                  <a:gd name="connsiteY3" fmla="*/ 243364 h 243363"/>
                </a:gdLst>
                <a:ahLst/>
                <a:cxnLst>
                  <a:cxn ang="0">
                    <a:pos x="connsiteX0" y="connsiteY0"/>
                  </a:cxn>
                  <a:cxn ang="0">
                    <a:pos x="connsiteX1" y="connsiteY1"/>
                  </a:cxn>
                  <a:cxn ang="0">
                    <a:pos x="connsiteX2" y="connsiteY2"/>
                  </a:cxn>
                  <a:cxn ang="0">
                    <a:pos x="connsiteX3" y="connsiteY3"/>
                  </a:cxn>
                </a:cxnLst>
                <a:rect l="l" t="t" r="r" b="b"/>
                <a:pathLst>
                  <a:path w="266604" h="243363">
                    <a:moveTo>
                      <a:pt x="0" y="0"/>
                    </a:moveTo>
                    <a:lnTo>
                      <a:pt x="266605" y="0"/>
                    </a:lnTo>
                    <a:lnTo>
                      <a:pt x="266605" y="243364"/>
                    </a:lnTo>
                    <a:lnTo>
                      <a:pt x="0" y="243364"/>
                    </a:lnTo>
                    <a:close/>
                  </a:path>
                </a:pathLst>
              </a:custGeom>
              <a:solidFill>
                <a:schemeClr val="accent6">
                  <a:lumMod val="50000"/>
                </a:schemeClr>
              </a:solidFill>
              <a:ln w="0" cap="flat">
                <a:noFill/>
                <a:prstDash val="solid"/>
                <a:miter/>
              </a:ln>
            </p:spPr>
            <p:txBody>
              <a:bodyPr rtlCol="0" anchor="ctr"/>
              <a:lstStyle/>
              <a:p>
                <a:endParaRPr lang="en-IN"/>
              </a:p>
            </p:txBody>
          </p:sp>
          <p:sp>
            <p:nvSpPr>
              <p:cNvPr id="1039" name="Freeform: Shape 1038">
                <a:extLst>
                  <a:ext uri="{FF2B5EF4-FFF2-40B4-BE49-F238E27FC236}">
                    <a16:creationId xmlns:a16="http://schemas.microsoft.com/office/drawing/2014/main" id="{F1418FC0-A790-5028-3153-747982D10459}"/>
                  </a:ext>
                </a:extLst>
              </p:cNvPr>
              <p:cNvSpPr/>
              <p:nvPr/>
            </p:nvSpPr>
            <p:spPr>
              <a:xfrm>
                <a:off x="10550525" y="3364658"/>
                <a:ext cx="179257" cy="163676"/>
              </a:xfrm>
              <a:custGeom>
                <a:avLst/>
                <a:gdLst>
                  <a:gd name="connsiteX0" fmla="*/ 0 w 208216"/>
                  <a:gd name="connsiteY0" fmla="*/ 0 h 190118"/>
                  <a:gd name="connsiteX1" fmla="*/ 208216 w 208216"/>
                  <a:gd name="connsiteY1" fmla="*/ 0 h 190118"/>
                  <a:gd name="connsiteX2" fmla="*/ 208216 w 208216"/>
                  <a:gd name="connsiteY2" fmla="*/ 190119 h 190118"/>
                  <a:gd name="connsiteX3" fmla="*/ 0 w 208216"/>
                  <a:gd name="connsiteY3" fmla="*/ 190119 h 190118"/>
                </a:gdLst>
                <a:ahLst/>
                <a:cxnLst>
                  <a:cxn ang="0">
                    <a:pos x="connsiteX0" y="connsiteY0"/>
                  </a:cxn>
                  <a:cxn ang="0">
                    <a:pos x="connsiteX1" y="connsiteY1"/>
                  </a:cxn>
                  <a:cxn ang="0">
                    <a:pos x="connsiteX2" y="connsiteY2"/>
                  </a:cxn>
                  <a:cxn ang="0">
                    <a:pos x="connsiteX3" y="connsiteY3"/>
                  </a:cxn>
                </a:cxnLst>
                <a:rect l="l" t="t" r="r" b="b"/>
                <a:pathLst>
                  <a:path w="208216" h="190118">
                    <a:moveTo>
                      <a:pt x="0" y="0"/>
                    </a:moveTo>
                    <a:lnTo>
                      <a:pt x="208216" y="0"/>
                    </a:lnTo>
                    <a:lnTo>
                      <a:pt x="208216" y="190119"/>
                    </a:lnTo>
                    <a:lnTo>
                      <a:pt x="0" y="190119"/>
                    </a:lnTo>
                    <a:close/>
                  </a:path>
                </a:pathLst>
              </a:custGeom>
              <a:solidFill>
                <a:schemeClr val="accent6"/>
              </a:solidFill>
              <a:ln w="0" cap="flat">
                <a:noFill/>
                <a:prstDash val="solid"/>
                <a:miter/>
              </a:ln>
            </p:spPr>
            <p:txBody>
              <a:bodyPr rtlCol="0" anchor="ctr"/>
              <a:lstStyle/>
              <a:p>
                <a:endParaRPr lang="en-IN"/>
              </a:p>
            </p:txBody>
          </p:sp>
          <p:sp>
            <p:nvSpPr>
              <p:cNvPr id="1040" name="Freeform: Shape 1039">
                <a:extLst>
                  <a:ext uri="{FF2B5EF4-FFF2-40B4-BE49-F238E27FC236}">
                    <a16:creationId xmlns:a16="http://schemas.microsoft.com/office/drawing/2014/main" id="{48EADEB6-CBDA-D1D4-7F76-138BAC66C6BE}"/>
                  </a:ext>
                </a:extLst>
              </p:cNvPr>
              <p:cNvSpPr/>
              <p:nvPr/>
            </p:nvSpPr>
            <p:spPr>
              <a:xfrm>
                <a:off x="10540685" y="3349569"/>
                <a:ext cx="199019" cy="199840"/>
              </a:xfrm>
              <a:custGeom>
                <a:avLst/>
                <a:gdLst>
                  <a:gd name="connsiteX0" fmla="*/ 205645 w 231171"/>
                  <a:gd name="connsiteY0" fmla="*/ 232124 h 232124"/>
                  <a:gd name="connsiteX1" fmla="*/ 0 w 231171"/>
                  <a:gd name="connsiteY1" fmla="*/ 25527 h 232124"/>
                  <a:gd name="connsiteX2" fmla="*/ 25432 w 231171"/>
                  <a:gd name="connsiteY2" fmla="*/ 0 h 232124"/>
                  <a:gd name="connsiteX3" fmla="*/ 231172 w 231171"/>
                  <a:gd name="connsiteY3" fmla="*/ 206502 h 232124"/>
                  <a:gd name="connsiteX4" fmla="*/ 205645 w 231171"/>
                  <a:gd name="connsiteY4" fmla="*/ 232124 h 232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71" h="232124">
                    <a:moveTo>
                      <a:pt x="205645" y="232124"/>
                    </a:moveTo>
                    <a:lnTo>
                      <a:pt x="0" y="25527"/>
                    </a:lnTo>
                    <a:lnTo>
                      <a:pt x="25432" y="0"/>
                    </a:lnTo>
                    <a:lnTo>
                      <a:pt x="231172" y="206502"/>
                    </a:lnTo>
                    <a:lnTo>
                      <a:pt x="205645" y="232124"/>
                    </a:lnTo>
                    <a:close/>
                  </a:path>
                </a:pathLst>
              </a:custGeom>
              <a:solidFill>
                <a:schemeClr val="accent6">
                  <a:lumMod val="50000"/>
                </a:schemeClr>
              </a:solidFill>
              <a:ln w="0" cap="flat">
                <a:noFill/>
                <a:prstDash val="solid"/>
                <a:miter/>
              </a:ln>
            </p:spPr>
            <p:txBody>
              <a:bodyPr rtlCol="0" anchor="ctr"/>
              <a:lstStyle/>
              <a:p>
                <a:endParaRPr lang="en-IN"/>
              </a:p>
            </p:txBody>
          </p:sp>
          <p:sp>
            <p:nvSpPr>
              <p:cNvPr id="1041" name="Freeform: Shape 1040">
                <a:extLst>
                  <a:ext uri="{FF2B5EF4-FFF2-40B4-BE49-F238E27FC236}">
                    <a16:creationId xmlns:a16="http://schemas.microsoft.com/office/drawing/2014/main" id="{40D58E3D-C4CA-384D-BB49-64AC62E03E8F}"/>
                  </a:ext>
                </a:extLst>
              </p:cNvPr>
              <p:cNvSpPr/>
              <p:nvPr/>
            </p:nvSpPr>
            <p:spPr>
              <a:xfrm>
                <a:off x="10543554" y="3346617"/>
                <a:ext cx="199019" cy="199840"/>
              </a:xfrm>
              <a:custGeom>
                <a:avLst/>
                <a:gdLst>
                  <a:gd name="connsiteX0" fmla="*/ 25527 w 231171"/>
                  <a:gd name="connsiteY0" fmla="*/ 232124 h 232124"/>
                  <a:gd name="connsiteX1" fmla="*/ 231172 w 231171"/>
                  <a:gd name="connsiteY1" fmla="*/ 25622 h 232124"/>
                  <a:gd name="connsiteX2" fmla="*/ 205740 w 231171"/>
                  <a:gd name="connsiteY2" fmla="*/ 0 h 232124"/>
                  <a:gd name="connsiteX3" fmla="*/ 0 w 231171"/>
                  <a:gd name="connsiteY3" fmla="*/ 206502 h 232124"/>
                  <a:gd name="connsiteX4" fmla="*/ 25527 w 231171"/>
                  <a:gd name="connsiteY4" fmla="*/ 232124 h 232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71" h="232124">
                    <a:moveTo>
                      <a:pt x="25527" y="232124"/>
                    </a:moveTo>
                    <a:lnTo>
                      <a:pt x="231172" y="25622"/>
                    </a:lnTo>
                    <a:lnTo>
                      <a:pt x="205740" y="0"/>
                    </a:lnTo>
                    <a:lnTo>
                      <a:pt x="0" y="206502"/>
                    </a:lnTo>
                    <a:lnTo>
                      <a:pt x="25527" y="232124"/>
                    </a:lnTo>
                    <a:close/>
                  </a:path>
                </a:pathLst>
              </a:custGeom>
              <a:solidFill>
                <a:schemeClr val="accent6">
                  <a:lumMod val="50000"/>
                </a:schemeClr>
              </a:solidFill>
              <a:ln w="0" cap="flat">
                <a:noFill/>
                <a:prstDash val="solid"/>
                <a:miter/>
              </a:ln>
            </p:spPr>
            <p:txBody>
              <a:bodyPr rtlCol="0" anchor="ctr"/>
              <a:lstStyle/>
              <a:p>
                <a:endParaRPr lang="en-IN"/>
              </a:p>
            </p:txBody>
          </p:sp>
          <p:sp>
            <p:nvSpPr>
              <p:cNvPr id="1043" name="Freeform: Shape 1042">
                <a:extLst>
                  <a:ext uri="{FF2B5EF4-FFF2-40B4-BE49-F238E27FC236}">
                    <a16:creationId xmlns:a16="http://schemas.microsoft.com/office/drawing/2014/main" id="{75CC3DDE-57A0-5E91-733E-D1410C8DF6CD}"/>
                  </a:ext>
                </a:extLst>
              </p:cNvPr>
              <p:cNvSpPr/>
              <p:nvPr/>
            </p:nvSpPr>
            <p:spPr>
              <a:xfrm>
                <a:off x="10989894" y="3479544"/>
                <a:ext cx="138010" cy="183439"/>
              </a:xfrm>
              <a:custGeom>
                <a:avLst/>
                <a:gdLst>
                  <a:gd name="connsiteX0" fmla="*/ 0 w 160305"/>
                  <a:gd name="connsiteY0" fmla="*/ 0 h 213074"/>
                  <a:gd name="connsiteX1" fmla="*/ 160306 w 160305"/>
                  <a:gd name="connsiteY1" fmla="*/ 0 h 213074"/>
                  <a:gd name="connsiteX2" fmla="*/ 160306 w 160305"/>
                  <a:gd name="connsiteY2" fmla="*/ 213074 h 213074"/>
                  <a:gd name="connsiteX3" fmla="*/ 0 w 160305"/>
                  <a:gd name="connsiteY3" fmla="*/ 213074 h 213074"/>
                </a:gdLst>
                <a:ahLst/>
                <a:cxnLst>
                  <a:cxn ang="0">
                    <a:pos x="connsiteX0" y="connsiteY0"/>
                  </a:cxn>
                  <a:cxn ang="0">
                    <a:pos x="connsiteX1" y="connsiteY1"/>
                  </a:cxn>
                  <a:cxn ang="0">
                    <a:pos x="connsiteX2" y="connsiteY2"/>
                  </a:cxn>
                  <a:cxn ang="0">
                    <a:pos x="connsiteX3" y="connsiteY3"/>
                  </a:cxn>
                </a:cxnLst>
                <a:rect l="l" t="t" r="r" b="b"/>
                <a:pathLst>
                  <a:path w="160305" h="213074">
                    <a:moveTo>
                      <a:pt x="0" y="0"/>
                    </a:moveTo>
                    <a:lnTo>
                      <a:pt x="160306" y="0"/>
                    </a:lnTo>
                    <a:lnTo>
                      <a:pt x="160306" y="213074"/>
                    </a:lnTo>
                    <a:lnTo>
                      <a:pt x="0" y="213074"/>
                    </a:lnTo>
                    <a:close/>
                  </a:path>
                </a:pathLst>
              </a:custGeom>
              <a:solidFill>
                <a:schemeClr val="accent6">
                  <a:lumMod val="50000"/>
                </a:schemeClr>
              </a:solidFill>
              <a:ln w="0" cap="flat">
                <a:noFill/>
                <a:prstDash val="solid"/>
                <a:miter/>
              </a:ln>
            </p:spPr>
            <p:txBody>
              <a:bodyPr rtlCol="0" anchor="ctr"/>
              <a:lstStyle/>
              <a:p>
                <a:endParaRPr lang="en-IN"/>
              </a:p>
            </p:txBody>
          </p:sp>
          <p:sp>
            <p:nvSpPr>
              <p:cNvPr id="1044" name="Freeform: Shape 1043">
                <a:extLst>
                  <a:ext uri="{FF2B5EF4-FFF2-40B4-BE49-F238E27FC236}">
                    <a16:creationId xmlns:a16="http://schemas.microsoft.com/office/drawing/2014/main" id="{588FEA9E-425E-CF69-2E07-B2CFB80A74A9}"/>
                  </a:ext>
                </a:extLst>
              </p:cNvPr>
              <p:cNvSpPr/>
              <p:nvPr/>
            </p:nvSpPr>
            <p:spPr>
              <a:xfrm>
                <a:off x="11001703" y="3495206"/>
                <a:ext cx="114475" cy="152197"/>
              </a:xfrm>
              <a:custGeom>
                <a:avLst/>
                <a:gdLst>
                  <a:gd name="connsiteX0" fmla="*/ 0 w 132968"/>
                  <a:gd name="connsiteY0" fmla="*/ 0 h 176784"/>
                  <a:gd name="connsiteX1" fmla="*/ 132969 w 132968"/>
                  <a:gd name="connsiteY1" fmla="*/ 0 h 176784"/>
                  <a:gd name="connsiteX2" fmla="*/ 132969 w 132968"/>
                  <a:gd name="connsiteY2" fmla="*/ 176784 h 176784"/>
                  <a:gd name="connsiteX3" fmla="*/ 0 w 132968"/>
                  <a:gd name="connsiteY3" fmla="*/ 176784 h 176784"/>
                </a:gdLst>
                <a:ahLst/>
                <a:cxnLst>
                  <a:cxn ang="0">
                    <a:pos x="connsiteX0" y="connsiteY0"/>
                  </a:cxn>
                  <a:cxn ang="0">
                    <a:pos x="connsiteX1" y="connsiteY1"/>
                  </a:cxn>
                  <a:cxn ang="0">
                    <a:pos x="connsiteX2" y="connsiteY2"/>
                  </a:cxn>
                  <a:cxn ang="0">
                    <a:pos x="connsiteX3" y="connsiteY3"/>
                  </a:cxn>
                </a:cxnLst>
                <a:rect l="l" t="t" r="r" b="b"/>
                <a:pathLst>
                  <a:path w="132968" h="176784">
                    <a:moveTo>
                      <a:pt x="0" y="0"/>
                    </a:moveTo>
                    <a:lnTo>
                      <a:pt x="132969" y="0"/>
                    </a:lnTo>
                    <a:lnTo>
                      <a:pt x="132969" y="176784"/>
                    </a:lnTo>
                    <a:lnTo>
                      <a:pt x="0" y="176784"/>
                    </a:lnTo>
                    <a:close/>
                  </a:path>
                </a:pathLst>
              </a:custGeom>
              <a:solidFill>
                <a:schemeClr val="accent6"/>
              </a:solidFill>
              <a:ln w="0" cap="flat">
                <a:noFill/>
                <a:prstDash val="solid"/>
                <a:miter/>
              </a:ln>
            </p:spPr>
            <p:txBody>
              <a:bodyPr rtlCol="0" anchor="ctr"/>
              <a:lstStyle/>
              <a:p>
                <a:endParaRPr lang="en-IN"/>
              </a:p>
            </p:txBody>
          </p:sp>
          <p:sp>
            <p:nvSpPr>
              <p:cNvPr id="1045" name="Freeform: Shape 1044">
                <a:extLst>
                  <a:ext uri="{FF2B5EF4-FFF2-40B4-BE49-F238E27FC236}">
                    <a16:creationId xmlns:a16="http://schemas.microsoft.com/office/drawing/2014/main" id="{21B3D527-5489-9F77-E985-E84AAD534112}"/>
                  </a:ext>
                </a:extLst>
              </p:cNvPr>
              <p:cNvSpPr/>
              <p:nvPr/>
            </p:nvSpPr>
            <p:spPr>
              <a:xfrm>
                <a:off x="11001703" y="3563022"/>
                <a:ext cx="114475" cy="18942"/>
              </a:xfrm>
              <a:custGeom>
                <a:avLst/>
                <a:gdLst>
                  <a:gd name="connsiteX0" fmla="*/ 0 w 132968"/>
                  <a:gd name="connsiteY0" fmla="*/ 0 h 22002"/>
                  <a:gd name="connsiteX1" fmla="*/ 132969 w 132968"/>
                  <a:gd name="connsiteY1" fmla="*/ 0 h 22002"/>
                  <a:gd name="connsiteX2" fmla="*/ 132969 w 132968"/>
                  <a:gd name="connsiteY2" fmla="*/ 22003 h 22002"/>
                  <a:gd name="connsiteX3" fmla="*/ 0 w 132968"/>
                  <a:gd name="connsiteY3" fmla="*/ 22003 h 22002"/>
                </a:gdLst>
                <a:ahLst/>
                <a:cxnLst>
                  <a:cxn ang="0">
                    <a:pos x="connsiteX0" y="connsiteY0"/>
                  </a:cxn>
                  <a:cxn ang="0">
                    <a:pos x="connsiteX1" y="connsiteY1"/>
                  </a:cxn>
                  <a:cxn ang="0">
                    <a:pos x="connsiteX2" y="connsiteY2"/>
                  </a:cxn>
                  <a:cxn ang="0">
                    <a:pos x="connsiteX3" y="connsiteY3"/>
                  </a:cxn>
                </a:cxnLst>
                <a:rect l="l" t="t" r="r" b="b"/>
                <a:pathLst>
                  <a:path w="132968" h="22002">
                    <a:moveTo>
                      <a:pt x="0" y="0"/>
                    </a:moveTo>
                    <a:lnTo>
                      <a:pt x="132969" y="0"/>
                    </a:lnTo>
                    <a:lnTo>
                      <a:pt x="132969" y="22003"/>
                    </a:lnTo>
                    <a:lnTo>
                      <a:pt x="0" y="22003"/>
                    </a:lnTo>
                    <a:close/>
                  </a:path>
                </a:pathLst>
              </a:custGeom>
              <a:solidFill>
                <a:schemeClr val="accent6">
                  <a:lumMod val="50000"/>
                </a:schemeClr>
              </a:solidFill>
              <a:ln w="0" cap="flat">
                <a:noFill/>
                <a:prstDash val="solid"/>
                <a:miter/>
              </a:ln>
            </p:spPr>
            <p:txBody>
              <a:bodyPr rtlCol="0" anchor="ctr"/>
              <a:lstStyle/>
              <a:p>
                <a:endParaRPr lang="en-IN"/>
              </a:p>
            </p:txBody>
          </p:sp>
          <p:sp>
            <p:nvSpPr>
              <p:cNvPr id="1046" name="Freeform: Shape 1045">
                <a:extLst>
                  <a:ext uri="{FF2B5EF4-FFF2-40B4-BE49-F238E27FC236}">
                    <a16:creationId xmlns:a16="http://schemas.microsoft.com/office/drawing/2014/main" id="{A127E5CA-5125-7177-4B21-63B081C97885}"/>
                  </a:ext>
                </a:extLst>
              </p:cNvPr>
              <p:cNvSpPr/>
              <p:nvPr/>
            </p:nvSpPr>
            <p:spPr>
              <a:xfrm>
                <a:off x="11050166" y="3495288"/>
                <a:ext cx="18860" cy="153263"/>
              </a:xfrm>
              <a:custGeom>
                <a:avLst/>
                <a:gdLst>
                  <a:gd name="connsiteX0" fmla="*/ 0 w 21907"/>
                  <a:gd name="connsiteY0" fmla="*/ 0 h 178022"/>
                  <a:gd name="connsiteX1" fmla="*/ 21908 w 21907"/>
                  <a:gd name="connsiteY1" fmla="*/ 0 h 178022"/>
                  <a:gd name="connsiteX2" fmla="*/ 21908 w 21907"/>
                  <a:gd name="connsiteY2" fmla="*/ 178022 h 178022"/>
                  <a:gd name="connsiteX3" fmla="*/ 0 w 21907"/>
                  <a:gd name="connsiteY3" fmla="*/ 178022 h 178022"/>
                </a:gdLst>
                <a:ahLst/>
                <a:cxnLst>
                  <a:cxn ang="0">
                    <a:pos x="connsiteX0" y="connsiteY0"/>
                  </a:cxn>
                  <a:cxn ang="0">
                    <a:pos x="connsiteX1" y="connsiteY1"/>
                  </a:cxn>
                  <a:cxn ang="0">
                    <a:pos x="connsiteX2" y="connsiteY2"/>
                  </a:cxn>
                  <a:cxn ang="0">
                    <a:pos x="connsiteX3" y="connsiteY3"/>
                  </a:cxn>
                </a:cxnLst>
                <a:rect l="l" t="t" r="r" b="b"/>
                <a:pathLst>
                  <a:path w="21907" h="178022">
                    <a:moveTo>
                      <a:pt x="0" y="0"/>
                    </a:moveTo>
                    <a:lnTo>
                      <a:pt x="21908" y="0"/>
                    </a:lnTo>
                    <a:lnTo>
                      <a:pt x="21908" y="178022"/>
                    </a:lnTo>
                    <a:lnTo>
                      <a:pt x="0" y="178022"/>
                    </a:lnTo>
                    <a:close/>
                  </a:path>
                </a:pathLst>
              </a:custGeom>
              <a:solidFill>
                <a:schemeClr val="accent6">
                  <a:lumMod val="50000"/>
                </a:schemeClr>
              </a:solidFill>
              <a:ln w="0" cap="flat">
                <a:noFill/>
                <a:prstDash val="solid"/>
                <a:miter/>
              </a:ln>
            </p:spPr>
            <p:txBody>
              <a:bodyPr rtlCol="0" anchor="ctr"/>
              <a:lstStyle/>
              <a:p>
                <a:endParaRPr lang="en-IN"/>
              </a:p>
            </p:txBody>
          </p:sp>
          <p:sp>
            <p:nvSpPr>
              <p:cNvPr id="1048" name="Freeform: Shape 1047">
                <a:extLst>
                  <a:ext uri="{FF2B5EF4-FFF2-40B4-BE49-F238E27FC236}">
                    <a16:creationId xmlns:a16="http://schemas.microsoft.com/office/drawing/2014/main" id="{70F41ABE-EA9E-975A-F29C-1694236205FC}"/>
                  </a:ext>
                </a:extLst>
              </p:cNvPr>
              <p:cNvSpPr/>
              <p:nvPr/>
            </p:nvSpPr>
            <p:spPr>
              <a:xfrm>
                <a:off x="10173149" y="3479544"/>
                <a:ext cx="138010" cy="183439"/>
              </a:xfrm>
              <a:custGeom>
                <a:avLst/>
                <a:gdLst>
                  <a:gd name="connsiteX0" fmla="*/ 0 w 160305"/>
                  <a:gd name="connsiteY0" fmla="*/ 0 h 213074"/>
                  <a:gd name="connsiteX1" fmla="*/ 160306 w 160305"/>
                  <a:gd name="connsiteY1" fmla="*/ 0 h 213074"/>
                  <a:gd name="connsiteX2" fmla="*/ 160306 w 160305"/>
                  <a:gd name="connsiteY2" fmla="*/ 213074 h 213074"/>
                  <a:gd name="connsiteX3" fmla="*/ 0 w 160305"/>
                  <a:gd name="connsiteY3" fmla="*/ 213074 h 213074"/>
                </a:gdLst>
                <a:ahLst/>
                <a:cxnLst>
                  <a:cxn ang="0">
                    <a:pos x="connsiteX0" y="connsiteY0"/>
                  </a:cxn>
                  <a:cxn ang="0">
                    <a:pos x="connsiteX1" y="connsiteY1"/>
                  </a:cxn>
                  <a:cxn ang="0">
                    <a:pos x="connsiteX2" y="connsiteY2"/>
                  </a:cxn>
                  <a:cxn ang="0">
                    <a:pos x="connsiteX3" y="connsiteY3"/>
                  </a:cxn>
                </a:cxnLst>
                <a:rect l="l" t="t" r="r" b="b"/>
                <a:pathLst>
                  <a:path w="160305" h="213074">
                    <a:moveTo>
                      <a:pt x="0" y="0"/>
                    </a:moveTo>
                    <a:lnTo>
                      <a:pt x="160306" y="0"/>
                    </a:lnTo>
                    <a:lnTo>
                      <a:pt x="160306" y="213074"/>
                    </a:lnTo>
                    <a:lnTo>
                      <a:pt x="0" y="213074"/>
                    </a:lnTo>
                    <a:close/>
                  </a:path>
                </a:pathLst>
              </a:custGeom>
              <a:solidFill>
                <a:schemeClr val="accent6">
                  <a:lumMod val="50000"/>
                </a:schemeClr>
              </a:solidFill>
              <a:ln w="0" cap="flat">
                <a:noFill/>
                <a:prstDash val="solid"/>
                <a:miter/>
              </a:ln>
            </p:spPr>
            <p:txBody>
              <a:bodyPr rtlCol="0" anchor="ctr"/>
              <a:lstStyle/>
              <a:p>
                <a:endParaRPr lang="en-IN"/>
              </a:p>
            </p:txBody>
          </p:sp>
          <p:sp>
            <p:nvSpPr>
              <p:cNvPr id="1049" name="Freeform: Shape 1048">
                <a:extLst>
                  <a:ext uri="{FF2B5EF4-FFF2-40B4-BE49-F238E27FC236}">
                    <a16:creationId xmlns:a16="http://schemas.microsoft.com/office/drawing/2014/main" id="{78BDDCAA-9455-A60E-C6FF-7A6DDE44E6BF}"/>
                  </a:ext>
                </a:extLst>
              </p:cNvPr>
              <p:cNvSpPr/>
              <p:nvPr/>
            </p:nvSpPr>
            <p:spPr>
              <a:xfrm>
                <a:off x="10184876" y="3495206"/>
                <a:ext cx="114476" cy="152197"/>
              </a:xfrm>
              <a:custGeom>
                <a:avLst/>
                <a:gdLst>
                  <a:gd name="connsiteX0" fmla="*/ 0 w 132969"/>
                  <a:gd name="connsiteY0" fmla="*/ 0 h 176784"/>
                  <a:gd name="connsiteX1" fmla="*/ 132969 w 132969"/>
                  <a:gd name="connsiteY1" fmla="*/ 0 h 176784"/>
                  <a:gd name="connsiteX2" fmla="*/ 132969 w 132969"/>
                  <a:gd name="connsiteY2" fmla="*/ 176784 h 176784"/>
                  <a:gd name="connsiteX3" fmla="*/ 0 w 132969"/>
                  <a:gd name="connsiteY3" fmla="*/ 176784 h 176784"/>
                </a:gdLst>
                <a:ahLst/>
                <a:cxnLst>
                  <a:cxn ang="0">
                    <a:pos x="connsiteX0" y="connsiteY0"/>
                  </a:cxn>
                  <a:cxn ang="0">
                    <a:pos x="connsiteX1" y="connsiteY1"/>
                  </a:cxn>
                  <a:cxn ang="0">
                    <a:pos x="connsiteX2" y="connsiteY2"/>
                  </a:cxn>
                  <a:cxn ang="0">
                    <a:pos x="connsiteX3" y="connsiteY3"/>
                  </a:cxn>
                </a:cxnLst>
                <a:rect l="l" t="t" r="r" b="b"/>
                <a:pathLst>
                  <a:path w="132969" h="176784">
                    <a:moveTo>
                      <a:pt x="0" y="0"/>
                    </a:moveTo>
                    <a:lnTo>
                      <a:pt x="132969" y="0"/>
                    </a:lnTo>
                    <a:lnTo>
                      <a:pt x="132969" y="176784"/>
                    </a:lnTo>
                    <a:lnTo>
                      <a:pt x="0" y="176784"/>
                    </a:lnTo>
                    <a:close/>
                  </a:path>
                </a:pathLst>
              </a:custGeom>
              <a:solidFill>
                <a:schemeClr val="accent6"/>
              </a:solidFill>
              <a:ln w="0" cap="flat">
                <a:noFill/>
                <a:prstDash val="solid"/>
                <a:miter/>
              </a:ln>
            </p:spPr>
            <p:txBody>
              <a:bodyPr rtlCol="0" anchor="ctr"/>
              <a:lstStyle/>
              <a:p>
                <a:endParaRPr lang="en-IN"/>
              </a:p>
            </p:txBody>
          </p:sp>
          <p:sp>
            <p:nvSpPr>
              <p:cNvPr id="1050" name="Freeform: Shape 1049">
                <a:extLst>
                  <a:ext uri="{FF2B5EF4-FFF2-40B4-BE49-F238E27FC236}">
                    <a16:creationId xmlns:a16="http://schemas.microsoft.com/office/drawing/2014/main" id="{4E52C1CD-1C46-006A-F0E1-1078E762E79A}"/>
                  </a:ext>
                </a:extLst>
              </p:cNvPr>
              <p:cNvSpPr/>
              <p:nvPr/>
            </p:nvSpPr>
            <p:spPr>
              <a:xfrm>
                <a:off x="10184876" y="3563022"/>
                <a:ext cx="114476" cy="18942"/>
              </a:xfrm>
              <a:custGeom>
                <a:avLst/>
                <a:gdLst>
                  <a:gd name="connsiteX0" fmla="*/ 0 w 132969"/>
                  <a:gd name="connsiteY0" fmla="*/ 0 h 22002"/>
                  <a:gd name="connsiteX1" fmla="*/ 132969 w 132969"/>
                  <a:gd name="connsiteY1" fmla="*/ 0 h 22002"/>
                  <a:gd name="connsiteX2" fmla="*/ 132969 w 132969"/>
                  <a:gd name="connsiteY2" fmla="*/ 22003 h 22002"/>
                  <a:gd name="connsiteX3" fmla="*/ 0 w 132969"/>
                  <a:gd name="connsiteY3" fmla="*/ 22003 h 22002"/>
                </a:gdLst>
                <a:ahLst/>
                <a:cxnLst>
                  <a:cxn ang="0">
                    <a:pos x="connsiteX0" y="connsiteY0"/>
                  </a:cxn>
                  <a:cxn ang="0">
                    <a:pos x="connsiteX1" y="connsiteY1"/>
                  </a:cxn>
                  <a:cxn ang="0">
                    <a:pos x="connsiteX2" y="connsiteY2"/>
                  </a:cxn>
                  <a:cxn ang="0">
                    <a:pos x="connsiteX3" y="connsiteY3"/>
                  </a:cxn>
                </a:cxnLst>
                <a:rect l="l" t="t" r="r" b="b"/>
                <a:pathLst>
                  <a:path w="132969" h="22002">
                    <a:moveTo>
                      <a:pt x="0" y="0"/>
                    </a:moveTo>
                    <a:lnTo>
                      <a:pt x="132969" y="0"/>
                    </a:lnTo>
                    <a:lnTo>
                      <a:pt x="132969" y="22003"/>
                    </a:lnTo>
                    <a:lnTo>
                      <a:pt x="0" y="22003"/>
                    </a:lnTo>
                    <a:close/>
                  </a:path>
                </a:pathLst>
              </a:custGeom>
              <a:solidFill>
                <a:schemeClr val="accent6">
                  <a:lumMod val="50000"/>
                </a:schemeClr>
              </a:solidFill>
              <a:ln w="0" cap="flat">
                <a:noFill/>
                <a:prstDash val="solid"/>
                <a:miter/>
              </a:ln>
            </p:spPr>
            <p:txBody>
              <a:bodyPr rtlCol="0" anchor="ctr"/>
              <a:lstStyle/>
              <a:p>
                <a:endParaRPr lang="en-IN"/>
              </a:p>
            </p:txBody>
          </p:sp>
          <p:sp>
            <p:nvSpPr>
              <p:cNvPr id="1051" name="Freeform: Shape 1050">
                <a:extLst>
                  <a:ext uri="{FF2B5EF4-FFF2-40B4-BE49-F238E27FC236}">
                    <a16:creationId xmlns:a16="http://schemas.microsoft.com/office/drawing/2014/main" id="{176134D5-5BF3-FE82-BC0B-4D5F94E90574}"/>
                  </a:ext>
                </a:extLst>
              </p:cNvPr>
              <p:cNvSpPr/>
              <p:nvPr/>
            </p:nvSpPr>
            <p:spPr>
              <a:xfrm>
                <a:off x="10233421" y="3493138"/>
                <a:ext cx="18860" cy="153263"/>
              </a:xfrm>
              <a:custGeom>
                <a:avLst/>
                <a:gdLst>
                  <a:gd name="connsiteX0" fmla="*/ 0 w 21907"/>
                  <a:gd name="connsiteY0" fmla="*/ 0 h 178022"/>
                  <a:gd name="connsiteX1" fmla="*/ 21908 w 21907"/>
                  <a:gd name="connsiteY1" fmla="*/ 0 h 178022"/>
                  <a:gd name="connsiteX2" fmla="*/ 21908 w 21907"/>
                  <a:gd name="connsiteY2" fmla="*/ 178022 h 178022"/>
                  <a:gd name="connsiteX3" fmla="*/ 0 w 21907"/>
                  <a:gd name="connsiteY3" fmla="*/ 178022 h 178022"/>
                </a:gdLst>
                <a:ahLst/>
                <a:cxnLst>
                  <a:cxn ang="0">
                    <a:pos x="connsiteX0" y="connsiteY0"/>
                  </a:cxn>
                  <a:cxn ang="0">
                    <a:pos x="connsiteX1" y="connsiteY1"/>
                  </a:cxn>
                  <a:cxn ang="0">
                    <a:pos x="connsiteX2" y="connsiteY2"/>
                  </a:cxn>
                  <a:cxn ang="0">
                    <a:pos x="connsiteX3" y="connsiteY3"/>
                  </a:cxn>
                </a:cxnLst>
                <a:rect l="l" t="t" r="r" b="b"/>
                <a:pathLst>
                  <a:path w="21907" h="178022">
                    <a:moveTo>
                      <a:pt x="0" y="0"/>
                    </a:moveTo>
                    <a:lnTo>
                      <a:pt x="21908" y="0"/>
                    </a:lnTo>
                    <a:lnTo>
                      <a:pt x="21908" y="178022"/>
                    </a:lnTo>
                    <a:lnTo>
                      <a:pt x="0" y="178022"/>
                    </a:lnTo>
                    <a:close/>
                  </a:path>
                </a:pathLst>
              </a:custGeom>
              <a:solidFill>
                <a:schemeClr val="accent6">
                  <a:lumMod val="50000"/>
                </a:schemeClr>
              </a:solidFill>
              <a:ln w="0" cap="flat">
                <a:noFill/>
                <a:prstDash val="solid"/>
                <a:miter/>
              </a:ln>
            </p:spPr>
            <p:txBody>
              <a:bodyPr rtlCol="0" anchor="ctr"/>
              <a:lstStyle/>
              <a:p>
                <a:endParaRPr lang="en-IN"/>
              </a:p>
            </p:txBody>
          </p:sp>
          <p:sp>
            <p:nvSpPr>
              <p:cNvPr id="1054" name="Freeform: Shape 1053">
                <a:extLst>
                  <a:ext uri="{FF2B5EF4-FFF2-40B4-BE49-F238E27FC236}">
                    <a16:creationId xmlns:a16="http://schemas.microsoft.com/office/drawing/2014/main" id="{F89FF0D3-E3D3-BD60-6659-3CE7A1962F54}"/>
                  </a:ext>
                </a:extLst>
              </p:cNvPr>
              <p:cNvSpPr/>
              <p:nvPr/>
            </p:nvSpPr>
            <p:spPr>
              <a:xfrm>
                <a:off x="10305419" y="3725059"/>
                <a:ext cx="334324" cy="468562"/>
              </a:xfrm>
              <a:custGeom>
                <a:avLst/>
                <a:gdLst>
                  <a:gd name="connsiteX0" fmla="*/ 0 w 388334"/>
                  <a:gd name="connsiteY0" fmla="*/ 0 h 544258"/>
                  <a:gd name="connsiteX1" fmla="*/ 388334 w 388334"/>
                  <a:gd name="connsiteY1" fmla="*/ 0 h 544258"/>
                  <a:gd name="connsiteX2" fmla="*/ 388334 w 388334"/>
                  <a:gd name="connsiteY2" fmla="*/ 544259 h 544258"/>
                  <a:gd name="connsiteX3" fmla="*/ 0 w 388334"/>
                  <a:gd name="connsiteY3" fmla="*/ 544259 h 544258"/>
                </a:gdLst>
                <a:ahLst/>
                <a:cxnLst>
                  <a:cxn ang="0">
                    <a:pos x="connsiteX0" y="connsiteY0"/>
                  </a:cxn>
                  <a:cxn ang="0">
                    <a:pos x="connsiteX1" y="connsiteY1"/>
                  </a:cxn>
                  <a:cxn ang="0">
                    <a:pos x="connsiteX2" y="connsiteY2"/>
                  </a:cxn>
                  <a:cxn ang="0">
                    <a:pos x="connsiteX3" y="connsiteY3"/>
                  </a:cxn>
                </a:cxnLst>
                <a:rect l="l" t="t" r="r" b="b"/>
                <a:pathLst>
                  <a:path w="388334" h="544258">
                    <a:moveTo>
                      <a:pt x="0" y="0"/>
                    </a:moveTo>
                    <a:lnTo>
                      <a:pt x="388334" y="0"/>
                    </a:lnTo>
                    <a:lnTo>
                      <a:pt x="388334" y="544259"/>
                    </a:lnTo>
                    <a:lnTo>
                      <a:pt x="0" y="544259"/>
                    </a:lnTo>
                    <a:close/>
                  </a:path>
                </a:pathLst>
              </a:custGeom>
              <a:solidFill>
                <a:schemeClr val="accent6"/>
              </a:solidFill>
              <a:ln w="0" cap="flat">
                <a:noFill/>
                <a:prstDash val="solid"/>
                <a:miter/>
              </a:ln>
            </p:spPr>
            <p:txBody>
              <a:bodyPr rtlCol="0" anchor="ctr"/>
              <a:lstStyle/>
              <a:p>
                <a:endParaRPr lang="en-IN"/>
              </a:p>
            </p:txBody>
          </p:sp>
          <p:sp>
            <p:nvSpPr>
              <p:cNvPr id="1055" name="Freeform: Shape 1054">
                <a:extLst>
                  <a:ext uri="{FF2B5EF4-FFF2-40B4-BE49-F238E27FC236}">
                    <a16:creationId xmlns:a16="http://schemas.microsoft.com/office/drawing/2014/main" id="{869C222A-2B80-50E9-FF58-51A69C6C583D}"/>
                  </a:ext>
                </a:extLst>
              </p:cNvPr>
              <p:cNvSpPr/>
              <p:nvPr/>
            </p:nvSpPr>
            <p:spPr>
              <a:xfrm>
                <a:off x="10305419" y="3725059"/>
                <a:ext cx="334324" cy="468562"/>
              </a:xfrm>
              <a:custGeom>
                <a:avLst/>
                <a:gdLst>
                  <a:gd name="connsiteX0" fmla="*/ 0 w 388334"/>
                  <a:gd name="connsiteY0" fmla="*/ 0 h 544258"/>
                  <a:gd name="connsiteX1" fmla="*/ 0 w 388334"/>
                  <a:gd name="connsiteY1" fmla="*/ 544259 h 544258"/>
                  <a:gd name="connsiteX2" fmla="*/ 388334 w 388334"/>
                  <a:gd name="connsiteY2" fmla="*/ 544259 h 544258"/>
                  <a:gd name="connsiteX3" fmla="*/ 388334 w 388334"/>
                  <a:gd name="connsiteY3" fmla="*/ 503492 h 544258"/>
                  <a:gd name="connsiteX4" fmla="*/ 388334 w 388334"/>
                  <a:gd name="connsiteY4" fmla="*/ 503492 h 544258"/>
                  <a:gd name="connsiteX5" fmla="*/ 388334 w 388334"/>
                  <a:gd name="connsiteY5" fmla="*/ 95 h 544258"/>
                  <a:gd name="connsiteX6" fmla="*/ 0 w 388334"/>
                  <a:gd name="connsiteY6" fmla="*/ 95 h 544258"/>
                  <a:gd name="connsiteX7" fmla="*/ 199358 w 388334"/>
                  <a:gd name="connsiteY7" fmla="*/ 236887 h 544258"/>
                  <a:gd name="connsiteX8" fmla="*/ 60388 w 388334"/>
                  <a:gd name="connsiteY8" fmla="*/ 40862 h 544258"/>
                  <a:gd name="connsiteX9" fmla="*/ 338328 w 388334"/>
                  <a:gd name="connsiteY9" fmla="*/ 40862 h 544258"/>
                  <a:gd name="connsiteX10" fmla="*/ 199358 w 388334"/>
                  <a:gd name="connsiteY10" fmla="*/ 236887 h 544258"/>
                  <a:gd name="connsiteX11" fmla="*/ 344424 w 388334"/>
                  <a:gd name="connsiteY11" fmla="*/ 89249 h 544258"/>
                  <a:gd name="connsiteX12" fmla="*/ 344424 w 388334"/>
                  <a:gd name="connsiteY12" fmla="*/ 441579 h 544258"/>
                  <a:gd name="connsiteX13" fmla="*/ 219551 w 388334"/>
                  <a:gd name="connsiteY13" fmla="*/ 265367 h 544258"/>
                  <a:gd name="connsiteX14" fmla="*/ 344424 w 388334"/>
                  <a:gd name="connsiteY14" fmla="*/ 89154 h 544258"/>
                  <a:gd name="connsiteX15" fmla="*/ 179165 w 388334"/>
                  <a:gd name="connsiteY15" fmla="*/ 265462 h 544258"/>
                  <a:gd name="connsiteX16" fmla="*/ 43815 w 388334"/>
                  <a:gd name="connsiteY16" fmla="*/ 456438 h 544258"/>
                  <a:gd name="connsiteX17" fmla="*/ 43815 w 388334"/>
                  <a:gd name="connsiteY17" fmla="*/ 74581 h 544258"/>
                  <a:gd name="connsiteX18" fmla="*/ 179165 w 388334"/>
                  <a:gd name="connsiteY18" fmla="*/ 265557 h 544258"/>
                  <a:gd name="connsiteX19" fmla="*/ 344424 w 388334"/>
                  <a:gd name="connsiteY19" fmla="*/ 503396 h 544258"/>
                  <a:gd name="connsiteX20" fmla="*/ 50863 w 388334"/>
                  <a:gd name="connsiteY20" fmla="*/ 503396 h 544258"/>
                  <a:gd name="connsiteX21" fmla="*/ 199358 w 388334"/>
                  <a:gd name="connsiteY21" fmla="*/ 293942 h 544258"/>
                  <a:gd name="connsiteX22" fmla="*/ 344424 w 388334"/>
                  <a:gd name="connsiteY22" fmla="*/ 498634 h 544258"/>
                  <a:gd name="connsiteX23" fmla="*/ 344424 w 388334"/>
                  <a:gd name="connsiteY23" fmla="*/ 503396 h 544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8334" h="544258">
                    <a:moveTo>
                      <a:pt x="0" y="0"/>
                    </a:moveTo>
                    <a:lnTo>
                      <a:pt x="0" y="544259"/>
                    </a:lnTo>
                    <a:lnTo>
                      <a:pt x="388334" y="544259"/>
                    </a:lnTo>
                    <a:lnTo>
                      <a:pt x="388334" y="503492"/>
                    </a:lnTo>
                    <a:lnTo>
                      <a:pt x="388334" y="503492"/>
                    </a:lnTo>
                    <a:lnTo>
                      <a:pt x="388334" y="95"/>
                    </a:lnTo>
                    <a:lnTo>
                      <a:pt x="0" y="95"/>
                    </a:lnTo>
                    <a:close/>
                    <a:moveTo>
                      <a:pt x="199358" y="236887"/>
                    </a:moveTo>
                    <a:lnTo>
                      <a:pt x="60388" y="40862"/>
                    </a:lnTo>
                    <a:lnTo>
                      <a:pt x="338328" y="40862"/>
                    </a:lnTo>
                    <a:lnTo>
                      <a:pt x="199358" y="236887"/>
                    </a:lnTo>
                    <a:close/>
                    <a:moveTo>
                      <a:pt x="344424" y="89249"/>
                    </a:moveTo>
                    <a:lnTo>
                      <a:pt x="344424" y="441579"/>
                    </a:lnTo>
                    <a:lnTo>
                      <a:pt x="219551" y="265367"/>
                    </a:lnTo>
                    <a:lnTo>
                      <a:pt x="344424" y="89154"/>
                    </a:lnTo>
                    <a:close/>
                    <a:moveTo>
                      <a:pt x="179165" y="265462"/>
                    </a:moveTo>
                    <a:lnTo>
                      <a:pt x="43815" y="456438"/>
                    </a:lnTo>
                    <a:lnTo>
                      <a:pt x="43815" y="74581"/>
                    </a:lnTo>
                    <a:lnTo>
                      <a:pt x="179165" y="265557"/>
                    </a:lnTo>
                    <a:close/>
                    <a:moveTo>
                      <a:pt x="344424" y="503396"/>
                    </a:moveTo>
                    <a:lnTo>
                      <a:pt x="50863" y="503396"/>
                    </a:lnTo>
                    <a:lnTo>
                      <a:pt x="199358" y="293942"/>
                    </a:lnTo>
                    <a:lnTo>
                      <a:pt x="344424" y="498634"/>
                    </a:lnTo>
                    <a:lnTo>
                      <a:pt x="344424" y="503396"/>
                    </a:lnTo>
                    <a:close/>
                  </a:path>
                </a:pathLst>
              </a:custGeom>
              <a:solidFill>
                <a:schemeClr val="accent6">
                  <a:lumMod val="50000"/>
                </a:schemeClr>
              </a:solidFill>
              <a:ln w="0" cap="flat">
                <a:noFill/>
                <a:prstDash val="solid"/>
                <a:miter/>
              </a:ln>
            </p:spPr>
            <p:txBody>
              <a:bodyPr rtlCol="0" anchor="ctr"/>
              <a:lstStyle/>
              <a:p>
                <a:endParaRPr lang="en-IN"/>
              </a:p>
            </p:txBody>
          </p:sp>
          <p:sp>
            <p:nvSpPr>
              <p:cNvPr id="1057" name="Freeform: Shape 1056">
                <a:extLst>
                  <a:ext uri="{FF2B5EF4-FFF2-40B4-BE49-F238E27FC236}">
                    <a16:creationId xmlns:a16="http://schemas.microsoft.com/office/drawing/2014/main" id="{19BB3BC6-0380-34CB-C993-EE9782CFEFC0}"/>
                  </a:ext>
                </a:extLst>
              </p:cNvPr>
              <p:cNvSpPr/>
              <p:nvPr/>
            </p:nvSpPr>
            <p:spPr>
              <a:xfrm>
                <a:off x="10640563" y="3725059"/>
                <a:ext cx="334324" cy="468562"/>
              </a:xfrm>
              <a:custGeom>
                <a:avLst/>
                <a:gdLst>
                  <a:gd name="connsiteX0" fmla="*/ 0 w 388334"/>
                  <a:gd name="connsiteY0" fmla="*/ 0 h 544258"/>
                  <a:gd name="connsiteX1" fmla="*/ 388334 w 388334"/>
                  <a:gd name="connsiteY1" fmla="*/ 0 h 544258"/>
                  <a:gd name="connsiteX2" fmla="*/ 388334 w 388334"/>
                  <a:gd name="connsiteY2" fmla="*/ 544259 h 544258"/>
                  <a:gd name="connsiteX3" fmla="*/ 0 w 388334"/>
                  <a:gd name="connsiteY3" fmla="*/ 544259 h 544258"/>
                </a:gdLst>
                <a:ahLst/>
                <a:cxnLst>
                  <a:cxn ang="0">
                    <a:pos x="connsiteX0" y="connsiteY0"/>
                  </a:cxn>
                  <a:cxn ang="0">
                    <a:pos x="connsiteX1" y="connsiteY1"/>
                  </a:cxn>
                  <a:cxn ang="0">
                    <a:pos x="connsiteX2" y="connsiteY2"/>
                  </a:cxn>
                  <a:cxn ang="0">
                    <a:pos x="connsiteX3" y="connsiteY3"/>
                  </a:cxn>
                </a:cxnLst>
                <a:rect l="l" t="t" r="r" b="b"/>
                <a:pathLst>
                  <a:path w="388334" h="544258">
                    <a:moveTo>
                      <a:pt x="0" y="0"/>
                    </a:moveTo>
                    <a:lnTo>
                      <a:pt x="388334" y="0"/>
                    </a:lnTo>
                    <a:lnTo>
                      <a:pt x="388334" y="544259"/>
                    </a:lnTo>
                    <a:lnTo>
                      <a:pt x="0" y="544259"/>
                    </a:lnTo>
                    <a:close/>
                  </a:path>
                </a:pathLst>
              </a:custGeom>
              <a:solidFill>
                <a:schemeClr val="accent6"/>
              </a:solidFill>
              <a:ln w="0" cap="flat">
                <a:noFill/>
                <a:prstDash val="solid"/>
                <a:miter/>
              </a:ln>
            </p:spPr>
            <p:txBody>
              <a:bodyPr rtlCol="0" anchor="ctr"/>
              <a:lstStyle/>
              <a:p>
                <a:endParaRPr lang="en-IN"/>
              </a:p>
            </p:txBody>
          </p:sp>
          <p:sp>
            <p:nvSpPr>
              <p:cNvPr id="1058" name="Freeform: Shape 1057">
                <a:extLst>
                  <a:ext uri="{FF2B5EF4-FFF2-40B4-BE49-F238E27FC236}">
                    <a16:creationId xmlns:a16="http://schemas.microsoft.com/office/drawing/2014/main" id="{209B5023-E5A6-F667-96CC-B137069EB1DB}"/>
                  </a:ext>
                </a:extLst>
              </p:cNvPr>
              <p:cNvSpPr/>
              <p:nvPr/>
            </p:nvSpPr>
            <p:spPr>
              <a:xfrm>
                <a:off x="10640563" y="3725059"/>
                <a:ext cx="334324" cy="468562"/>
              </a:xfrm>
              <a:custGeom>
                <a:avLst/>
                <a:gdLst>
                  <a:gd name="connsiteX0" fmla="*/ 0 w 388334"/>
                  <a:gd name="connsiteY0" fmla="*/ 0 h 544258"/>
                  <a:gd name="connsiteX1" fmla="*/ 0 w 388334"/>
                  <a:gd name="connsiteY1" fmla="*/ 544259 h 544258"/>
                  <a:gd name="connsiteX2" fmla="*/ 388334 w 388334"/>
                  <a:gd name="connsiteY2" fmla="*/ 544259 h 544258"/>
                  <a:gd name="connsiteX3" fmla="*/ 388334 w 388334"/>
                  <a:gd name="connsiteY3" fmla="*/ 503492 h 544258"/>
                  <a:gd name="connsiteX4" fmla="*/ 388334 w 388334"/>
                  <a:gd name="connsiteY4" fmla="*/ 503492 h 544258"/>
                  <a:gd name="connsiteX5" fmla="*/ 388334 w 388334"/>
                  <a:gd name="connsiteY5" fmla="*/ 95 h 544258"/>
                  <a:gd name="connsiteX6" fmla="*/ 0 w 388334"/>
                  <a:gd name="connsiteY6" fmla="*/ 95 h 544258"/>
                  <a:gd name="connsiteX7" fmla="*/ 199454 w 388334"/>
                  <a:gd name="connsiteY7" fmla="*/ 236887 h 544258"/>
                  <a:gd name="connsiteX8" fmla="*/ 60484 w 388334"/>
                  <a:gd name="connsiteY8" fmla="*/ 40862 h 544258"/>
                  <a:gd name="connsiteX9" fmla="*/ 338423 w 388334"/>
                  <a:gd name="connsiteY9" fmla="*/ 40862 h 544258"/>
                  <a:gd name="connsiteX10" fmla="*/ 199454 w 388334"/>
                  <a:gd name="connsiteY10" fmla="*/ 236887 h 544258"/>
                  <a:gd name="connsiteX11" fmla="*/ 344519 w 388334"/>
                  <a:gd name="connsiteY11" fmla="*/ 89249 h 544258"/>
                  <a:gd name="connsiteX12" fmla="*/ 344519 w 388334"/>
                  <a:gd name="connsiteY12" fmla="*/ 441579 h 544258"/>
                  <a:gd name="connsiteX13" fmla="*/ 219646 w 388334"/>
                  <a:gd name="connsiteY13" fmla="*/ 265367 h 544258"/>
                  <a:gd name="connsiteX14" fmla="*/ 344519 w 388334"/>
                  <a:gd name="connsiteY14" fmla="*/ 89154 h 544258"/>
                  <a:gd name="connsiteX15" fmla="*/ 179261 w 388334"/>
                  <a:gd name="connsiteY15" fmla="*/ 265462 h 544258"/>
                  <a:gd name="connsiteX16" fmla="*/ 43910 w 388334"/>
                  <a:gd name="connsiteY16" fmla="*/ 456438 h 544258"/>
                  <a:gd name="connsiteX17" fmla="*/ 43910 w 388334"/>
                  <a:gd name="connsiteY17" fmla="*/ 74581 h 544258"/>
                  <a:gd name="connsiteX18" fmla="*/ 179261 w 388334"/>
                  <a:gd name="connsiteY18" fmla="*/ 265557 h 544258"/>
                  <a:gd name="connsiteX19" fmla="*/ 344519 w 388334"/>
                  <a:gd name="connsiteY19" fmla="*/ 503396 h 544258"/>
                  <a:gd name="connsiteX20" fmla="*/ 50959 w 388334"/>
                  <a:gd name="connsiteY20" fmla="*/ 503396 h 544258"/>
                  <a:gd name="connsiteX21" fmla="*/ 199454 w 388334"/>
                  <a:gd name="connsiteY21" fmla="*/ 293942 h 544258"/>
                  <a:gd name="connsiteX22" fmla="*/ 344519 w 388334"/>
                  <a:gd name="connsiteY22" fmla="*/ 498634 h 544258"/>
                  <a:gd name="connsiteX23" fmla="*/ 344519 w 388334"/>
                  <a:gd name="connsiteY23" fmla="*/ 503396 h 544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8334" h="544258">
                    <a:moveTo>
                      <a:pt x="0" y="0"/>
                    </a:moveTo>
                    <a:lnTo>
                      <a:pt x="0" y="544259"/>
                    </a:lnTo>
                    <a:lnTo>
                      <a:pt x="388334" y="544259"/>
                    </a:lnTo>
                    <a:lnTo>
                      <a:pt x="388334" y="503492"/>
                    </a:lnTo>
                    <a:lnTo>
                      <a:pt x="388334" y="503492"/>
                    </a:lnTo>
                    <a:lnTo>
                      <a:pt x="388334" y="95"/>
                    </a:lnTo>
                    <a:lnTo>
                      <a:pt x="0" y="95"/>
                    </a:lnTo>
                    <a:close/>
                    <a:moveTo>
                      <a:pt x="199454" y="236887"/>
                    </a:moveTo>
                    <a:lnTo>
                      <a:pt x="60484" y="40862"/>
                    </a:lnTo>
                    <a:lnTo>
                      <a:pt x="338423" y="40862"/>
                    </a:lnTo>
                    <a:lnTo>
                      <a:pt x="199454" y="236887"/>
                    </a:lnTo>
                    <a:close/>
                    <a:moveTo>
                      <a:pt x="344519" y="89249"/>
                    </a:moveTo>
                    <a:lnTo>
                      <a:pt x="344519" y="441579"/>
                    </a:lnTo>
                    <a:lnTo>
                      <a:pt x="219646" y="265367"/>
                    </a:lnTo>
                    <a:lnTo>
                      <a:pt x="344519" y="89154"/>
                    </a:lnTo>
                    <a:close/>
                    <a:moveTo>
                      <a:pt x="179261" y="265462"/>
                    </a:moveTo>
                    <a:lnTo>
                      <a:pt x="43910" y="456438"/>
                    </a:lnTo>
                    <a:lnTo>
                      <a:pt x="43910" y="74581"/>
                    </a:lnTo>
                    <a:lnTo>
                      <a:pt x="179261" y="265557"/>
                    </a:lnTo>
                    <a:close/>
                    <a:moveTo>
                      <a:pt x="344519" y="503396"/>
                    </a:moveTo>
                    <a:lnTo>
                      <a:pt x="50959" y="503396"/>
                    </a:lnTo>
                    <a:lnTo>
                      <a:pt x="199454" y="293942"/>
                    </a:lnTo>
                    <a:lnTo>
                      <a:pt x="344519" y="498634"/>
                    </a:lnTo>
                    <a:lnTo>
                      <a:pt x="344519" y="503396"/>
                    </a:lnTo>
                    <a:close/>
                  </a:path>
                </a:pathLst>
              </a:custGeom>
              <a:solidFill>
                <a:schemeClr val="accent6">
                  <a:lumMod val="50000"/>
                </a:schemeClr>
              </a:solidFill>
              <a:ln w="0" cap="flat">
                <a:noFill/>
                <a:prstDash val="solid"/>
                <a:miter/>
              </a:ln>
            </p:spPr>
            <p:txBody>
              <a:bodyPr rtlCol="0" anchor="ctr"/>
              <a:lstStyle/>
              <a:p>
                <a:endParaRPr lang="en-IN"/>
              </a:p>
            </p:txBody>
          </p:sp>
          <p:sp>
            <p:nvSpPr>
              <p:cNvPr id="1059" name="Freeform: Shape 1058">
                <a:extLst>
                  <a:ext uri="{FF2B5EF4-FFF2-40B4-BE49-F238E27FC236}">
                    <a16:creationId xmlns:a16="http://schemas.microsoft.com/office/drawing/2014/main" id="{6D622C82-29E9-41C8-DA6E-3924FD4F0F7B}"/>
                  </a:ext>
                </a:extLst>
              </p:cNvPr>
              <p:cNvSpPr/>
              <p:nvPr/>
            </p:nvSpPr>
            <p:spPr>
              <a:xfrm>
                <a:off x="10028087" y="4184022"/>
                <a:ext cx="1249636" cy="68308"/>
              </a:xfrm>
              <a:custGeom>
                <a:avLst/>
                <a:gdLst>
                  <a:gd name="connsiteX0" fmla="*/ 0 w 1451514"/>
                  <a:gd name="connsiteY0" fmla="*/ 0 h 79343"/>
                  <a:gd name="connsiteX1" fmla="*/ 1451515 w 1451514"/>
                  <a:gd name="connsiteY1" fmla="*/ 0 h 79343"/>
                  <a:gd name="connsiteX2" fmla="*/ 1451515 w 1451514"/>
                  <a:gd name="connsiteY2" fmla="*/ 79343 h 79343"/>
                  <a:gd name="connsiteX3" fmla="*/ 0 w 1451514"/>
                  <a:gd name="connsiteY3" fmla="*/ 79343 h 79343"/>
                </a:gdLst>
                <a:ahLst/>
                <a:cxnLst>
                  <a:cxn ang="0">
                    <a:pos x="connsiteX0" y="connsiteY0"/>
                  </a:cxn>
                  <a:cxn ang="0">
                    <a:pos x="connsiteX1" y="connsiteY1"/>
                  </a:cxn>
                  <a:cxn ang="0">
                    <a:pos x="connsiteX2" y="connsiteY2"/>
                  </a:cxn>
                  <a:cxn ang="0">
                    <a:pos x="connsiteX3" y="connsiteY3"/>
                  </a:cxn>
                </a:cxnLst>
                <a:rect l="l" t="t" r="r" b="b"/>
                <a:pathLst>
                  <a:path w="1451514" h="79343">
                    <a:moveTo>
                      <a:pt x="0" y="0"/>
                    </a:moveTo>
                    <a:lnTo>
                      <a:pt x="1451515" y="0"/>
                    </a:lnTo>
                    <a:lnTo>
                      <a:pt x="1451515" y="79343"/>
                    </a:lnTo>
                    <a:lnTo>
                      <a:pt x="0" y="79343"/>
                    </a:lnTo>
                    <a:close/>
                  </a:path>
                </a:pathLst>
              </a:custGeom>
              <a:solidFill>
                <a:schemeClr val="tx1"/>
              </a:solidFill>
              <a:ln w="0" cap="flat">
                <a:noFill/>
                <a:prstDash val="solid"/>
                <a:miter/>
              </a:ln>
            </p:spPr>
            <p:txBody>
              <a:bodyPr rtlCol="0" anchor="ctr"/>
              <a:lstStyle/>
              <a:p>
                <a:endParaRPr lang="en-IN"/>
              </a:p>
            </p:txBody>
          </p:sp>
        </p:grpSp>
        <p:grpSp>
          <p:nvGrpSpPr>
            <p:cNvPr id="1244" name="Group 1243">
              <a:extLst>
                <a:ext uri="{FF2B5EF4-FFF2-40B4-BE49-F238E27FC236}">
                  <a16:creationId xmlns:a16="http://schemas.microsoft.com/office/drawing/2014/main" id="{E2A97063-AE4D-FF69-13CD-C339D3228A8C}"/>
                </a:ext>
              </a:extLst>
            </p:cNvPr>
            <p:cNvGrpSpPr/>
            <p:nvPr/>
          </p:nvGrpSpPr>
          <p:grpSpPr>
            <a:xfrm>
              <a:off x="8245105" y="2964429"/>
              <a:ext cx="2223978" cy="2078523"/>
              <a:chOff x="8203285" y="2382351"/>
              <a:chExt cx="2011112" cy="1879579"/>
            </a:xfrm>
          </p:grpSpPr>
          <p:grpSp>
            <p:nvGrpSpPr>
              <p:cNvPr id="1239" name="Group 1238">
                <a:extLst>
                  <a:ext uri="{FF2B5EF4-FFF2-40B4-BE49-F238E27FC236}">
                    <a16:creationId xmlns:a16="http://schemas.microsoft.com/office/drawing/2014/main" id="{966693EE-E460-3786-2F96-A2852A959397}"/>
                  </a:ext>
                </a:extLst>
              </p:cNvPr>
              <p:cNvGrpSpPr/>
              <p:nvPr/>
            </p:nvGrpSpPr>
            <p:grpSpPr>
              <a:xfrm>
                <a:off x="9703685" y="2400308"/>
                <a:ext cx="243711" cy="362369"/>
                <a:chOff x="4652280" y="370841"/>
                <a:chExt cx="283083" cy="420910"/>
              </a:xfrm>
            </p:grpSpPr>
            <p:sp>
              <p:nvSpPr>
                <p:cNvPr id="1061" name="Freeform: Shape 1060">
                  <a:extLst>
                    <a:ext uri="{FF2B5EF4-FFF2-40B4-BE49-F238E27FC236}">
                      <a16:creationId xmlns:a16="http://schemas.microsoft.com/office/drawing/2014/main" id="{9E8605E9-75E4-9C1C-B0C5-66FF356E92D9}"/>
                    </a:ext>
                  </a:extLst>
                </p:cNvPr>
                <p:cNvSpPr/>
                <p:nvPr/>
              </p:nvSpPr>
              <p:spPr>
                <a:xfrm>
                  <a:off x="4675140" y="454090"/>
                  <a:ext cx="233553" cy="337661"/>
                </a:xfrm>
                <a:custGeom>
                  <a:avLst/>
                  <a:gdLst>
                    <a:gd name="connsiteX0" fmla="*/ 0 w 233553"/>
                    <a:gd name="connsiteY0" fmla="*/ 0 h 337661"/>
                    <a:gd name="connsiteX1" fmla="*/ 233553 w 233553"/>
                    <a:gd name="connsiteY1" fmla="*/ 0 h 337661"/>
                    <a:gd name="connsiteX2" fmla="*/ 233553 w 233553"/>
                    <a:gd name="connsiteY2" fmla="*/ 337661 h 337661"/>
                    <a:gd name="connsiteX3" fmla="*/ 0 w 233553"/>
                    <a:gd name="connsiteY3" fmla="*/ 337661 h 337661"/>
                  </a:gdLst>
                  <a:ahLst/>
                  <a:cxnLst>
                    <a:cxn ang="0">
                      <a:pos x="connsiteX0" y="connsiteY0"/>
                    </a:cxn>
                    <a:cxn ang="0">
                      <a:pos x="connsiteX1" y="connsiteY1"/>
                    </a:cxn>
                    <a:cxn ang="0">
                      <a:pos x="connsiteX2" y="connsiteY2"/>
                    </a:cxn>
                    <a:cxn ang="0">
                      <a:pos x="connsiteX3" y="connsiteY3"/>
                    </a:cxn>
                  </a:cxnLst>
                  <a:rect l="l" t="t" r="r" b="b"/>
                  <a:pathLst>
                    <a:path w="233553" h="337661">
                      <a:moveTo>
                        <a:pt x="0" y="0"/>
                      </a:moveTo>
                      <a:lnTo>
                        <a:pt x="233553" y="0"/>
                      </a:lnTo>
                      <a:lnTo>
                        <a:pt x="233553" y="337661"/>
                      </a:lnTo>
                      <a:lnTo>
                        <a:pt x="0" y="337661"/>
                      </a:lnTo>
                      <a:close/>
                    </a:path>
                  </a:pathLst>
                </a:custGeom>
                <a:solidFill>
                  <a:schemeClr val="accent6"/>
                </a:solidFill>
                <a:ln w="0" cap="flat">
                  <a:noFill/>
                  <a:prstDash val="solid"/>
                  <a:miter/>
                </a:ln>
              </p:spPr>
              <p:txBody>
                <a:bodyPr rtlCol="0" anchor="ctr"/>
                <a:lstStyle/>
                <a:p>
                  <a:endParaRPr lang="en-IN"/>
                </a:p>
              </p:txBody>
            </p:sp>
            <p:sp>
              <p:nvSpPr>
                <p:cNvPr id="1063" name="Freeform: Shape 1062">
                  <a:extLst>
                    <a:ext uri="{FF2B5EF4-FFF2-40B4-BE49-F238E27FC236}">
                      <a16:creationId xmlns:a16="http://schemas.microsoft.com/office/drawing/2014/main" id="{FCE891BE-9EF0-0176-B242-CD4D231CF1B7}"/>
                    </a:ext>
                  </a:extLst>
                </p:cNvPr>
                <p:cNvSpPr/>
                <p:nvPr/>
              </p:nvSpPr>
              <p:spPr>
                <a:xfrm>
                  <a:off x="4652280" y="370841"/>
                  <a:ext cx="283083" cy="83248"/>
                </a:xfrm>
                <a:custGeom>
                  <a:avLst/>
                  <a:gdLst>
                    <a:gd name="connsiteX0" fmla="*/ 0 w 283083"/>
                    <a:gd name="connsiteY0" fmla="*/ 0 h 83248"/>
                    <a:gd name="connsiteX1" fmla="*/ 283083 w 283083"/>
                    <a:gd name="connsiteY1" fmla="*/ 0 h 83248"/>
                    <a:gd name="connsiteX2" fmla="*/ 283083 w 283083"/>
                    <a:gd name="connsiteY2" fmla="*/ 83249 h 83248"/>
                    <a:gd name="connsiteX3" fmla="*/ 0 w 283083"/>
                    <a:gd name="connsiteY3" fmla="*/ 83249 h 83248"/>
                  </a:gdLst>
                  <a:ahLst/>
                  <a:cxnLst>
                    <a:cxn ang="0">
                      <a:pos x="connsiteX0" y="connsiteY0"/>
                    </a:cxn>
                    <a:cxn ang="0">
                      <a:pos x="connsiteX1" y="connsiteY1"/>
                    </a:cxn>
                    <a:cxn ang="0">
                      <a:pos x="connsiteX2" y="connsiteY2"/>
                    </a:cxn>
                    <a:cxn ang="0">
                      <a:pos x="connsiteX3" y="connsiteY3"/>
                    </a:cxn>
                  </a:cxnLst>
                  <a:rect l="l" t="t" r="r" b="b"/>
                  <a:pathLst>
                    <a:path w="283083" h="83248">
                      <a:moveTo>
                        <a:pt x="0" y="0"/>
                      </a:moveTo>
                      <a:lnTo>
                        <a:pt x="283083" y="0"/>
                      </a:lnTo>
                      <a:lnTo>
                        <a:pt x="283083" y="83249"/>
                      </a:lnTo>
                      <a:lnTo>
                        <a:pt x="0" y="83249"/>
                      </a:lnTo>
                      <a:close/>
                    </a:path>
                  </a:pathLst>
                </a:custGeom>
                <a:solidFill>
                  <a:schemeClr val="accent5"/>
                </a:solidFill>
                <a:ln w="0" cap="flat">
                  <a:noFill/>
                  <a:prstDash val="solid"/>
                  <a:miter/>
                </a:ln>
              </p:spPr>
              <p:txBody>
                <a:bodyPr rtlCol="0" anchor="ctr"/>
                <a:lstStyle/>
                <a:p>
                  <a:endParaRPr lang="en-IN"/>
                </a:p>
              </p:txBody>
            </p:sp>
            <p:sp>
              <p:nvSpPr>
                <p:cNvPr id="1064" name="Freeform: Shape 1063">
                  <a:extLst>
                    <a:ext uri="{FF2B5EF4-FFF2-40B4-BE49-F238E27FC236}">
                      <a16:creationId xmlns:a16="http://schemas.microsoft.com/office/drawing/2014/main" id="{07FDD64A-7B91-AA79-5823-308100F7DCAE}"/>
                    </a:ext>
                  </a:extLst>
                </p:cNvPr>
                <p:cNvSpPr/>
                <p:nvPr/>
              </p:nvSpPr>
              <p:spPr>
                <a:xfrm>
                  <a:off x="4695714" y="556960"/>
                  <a:ext cx="92011" cy="38862"/>
                </a:xfrm>
                <a:custGeom>
                  <a:avLst/>
                  <a:gdLst>
                    <a:gd name="connsiteX0" fmla="*/ 0 w 92011"/>
                    <a:gd name="connsiteY0" fmla="*/ 0 h 38862"/>
                    <a:gd name="connsiteX1" fmla="*/ 92012 w 92011"/>
                    <a:gd name="connsiteY1" fmla="*/ 0 h 38862"/>
                    <a:gd name="connsiteX2" fmla="*/ 92012 w 92011"/>
                    <a:gd name="connsiteY2" fmla="*/ 38862 h 38862"/>
                    <a:gd name="connsiteX3" fmla="*/ 0 w 92011"/>
                    <a:gd name="connsiteY3" fmla="*/ 38862 h 38862"/>
                  </a:gdLst>
                  <a:ahLst/>
                  <a:cxnLst>
                    <a:cxn ang="0">
                      <a:pos x="connsiteX0" y="connsiteY0"/>
                    </a:cxn>
                    <a:cxn ang="0">
                      <a:pos x="connsiteX1" y="connsiteY1"/>
                    </a:cxn>
                    <a:cxn ang="0">
                      <a:pos x="connsiteX2" y="connsiteY2"/>
                    </a:cxn>
                    <a:cxn ang="0">
                      <a:pos x="connsiteX3" y="connsiteY3"/>
                    </a:cxn>
                  </a:cxnLst>
                  <a:rect l="l" t="t" r="r" b="b"/>
                  <a:pathLst>
                    <a:path w="92011" h="38862">
                      <a:moveTo>
                        <a:pt x="0" y="0"/>
                      </a:moveTo>
                      <a:lnTo>
                        <a:pt x="92012" y="0"/>
                      </a:lnTo>
                      <a:lnTo>
                        <a:pt x="92012" y="38862"/>
                      </a:lnTo>
                      <a:lnTo>
                        <a:pt x="0" y="38862"/>
                      </a:lnTo>
                      <a:close/>
                    </a:path>
                  </a:pathLst>
                </a:custGeom>
                <a:solidFill>
                  <a:schemeClr val="accent5"/>
                </a:solidFill>
                <a:ln w="0" cap="flat">
                  <a:noFill/>
                  <a:prstDash val="solid"/>
                  <a:miter/>
                </a:ln>
              </p:spPr>
              <p:txBody>
                <a:bodyPr rtlCol="0" anchor="ctr"/>
                <a:lstStyle/>
                <a:p>
                  <a:endParaRPr lang="en-IN"/>
                </a:p>
              </p:txBody>
            </p:sp>
            <p:sp>
              <p:nvSpPr>
                <p:cNvPr id="1065" name="Freeform: Shape 1064">
                  <a:extLst>
                    <a:ext uri="{FF2B5EF4-FFF2-40B4-BE49-F238E27FC236}">
                      <a16:creationId xmlns:a16="http://schemas.microsoft.com/office/drawing/2014/main" id="{9B601B66-A3B4-B4EE-F463-9113F0111D1C}"/>
                    </a:ext>
                  </a:extLst>
                </p:cNvPr>
                <p:cNvSpPr/>
                <p:nvPr/>
              </p:nvSpPr>
              <p:spPr>
                <a:xfrm>
                  <a:off x="4738672" y="636398"/>
                  <a:ext cx="92011" cy="38861"/>
                </a:xfrm>
                <a:custGeom>
                  <a:avLst/>
                  <a:gdLst>
                    <a:gd name="connsiteX0" fmla="*/ 0 w 92011"/>
                    <a:gd name="connsiteY0" fmla="*/ 0 h 38861"/>
                    <a:gd name="connsiteX1" fmla="*/ 92011 w 92011"/>
                    <a:gd name="connsiteY1" fmla="*/ 0 h 38861"/>
                    <a:gd name="connsiteX2" fmla="*/ 92011 w 92011"/>
                    <a:gd name="connsiteY2" fmla="*/ 38862 h 38861"/>
                    <a:gd name="connsiteX3" fmla="*/ 0 w 92011"/>
                    <a:gd name="connsiteY3" fmla="*/ 38862 h 38861"/>
                  </a:gdLst>
                  <a:ahLst/>
                  <a:cxnLst>
                    <a:cxn ang="0">
                      <a:pos x="connsiteX0" y="connsiteY0"/>
                    </a:cxn>
                    <a:cxn ang="0">
                      <a:pos x="connsiteX1" y="connsiteY1"/>
                    </a:cxn>
                    <a:cxn ang="0">
                      <a:pos x="connsiteX2" y="connsiteY2"/>
                    </a:cxn>
                    <a:cxn ang="0">
                      <a:pos x="connsiteX3" y="connsiteY3"/>
                    </a:cxn>
                  </a:cxnLst>
                  <a:rect l="l" t="t" r="r" b="b"/>
                  <a:pathLst>
                    <a:path w="92011" h="38861">
                      <a:moveTo>
                        <a:pt x="0" y="0"/>
                      </a:moveTo>
                      <a:lnTo>
                        <a:pt x="92011" y="0"/>
                      </a:lnTo>
                      <a:lnTo>
                        <a:pt x="92011" y="38862"/>
                      </a:lnTo>
                      <a:lnTo>
                        <a:pt x="0" y="38862"/>
                      </a:lnTo>
                      <a:close/>
                    </a:path>
                  </a:pathLst>
                </a:custGeom>
                <a:solidFill>
                  <a:schemeClr val="accent5"/>
                </a:solidFill>
                <a:ln w="0" cap="flat">
                  <a:noFill/>
                  <a:prstDash val="solid"/>
                  <a:miter/>
                </a:ln>
              </p:spPr>
              <p:txBody>
                <a:bodyPr rtlCol="0" anchor="ctr"/>
                <a:lstStyle/>
                <a:p>
                  <a:endParaRPr lang="en-IN"/>
                </a:p>
              </p:txBody>
            </p:sp>
          </p:grpSp>
          <p:sp>
            <p:nvSpPr>
              <p:cNvPr id="1067" name="Freeform: Shape 1066">
                <a:extLst>
                  <a:ext uri="{FF2B5EF4-FFF2-40B4-BE49-F238E27FC236}">
                    <a16:creationId xmlns:a16="http://schemas.microsoft.com/office/drawing/2014/main" id="{53A0C1B8-5CCF-82FD-05DD-CA2B1FDD1B58}"/>
                  </a:ext>
                </a:extLst>
              </p:cNvPr>
              <p:cNvSpPr/>
              <p:nvPr/>
            </p:nvSpPr>
            <p:spPr>
              <a:xfrm>
                <a:off x="8203285" y="2382351"/>
                <a:ext cx="2011112" cy="943767"/>
              </a:xfrm>
              <a:custGeom>
                <a:avLst/>
                <a:gdLst>
                  <a:gd name="connsiteX0" fmla="*/ 2336006 w 2336006"/>
                  <a:gd name="connsiteY0" fmla="*/ 1028986 h 1096232"/>
                  <a:gd name="connsiteX1" fmla="*/ 2253996 w 2336006"/>
                  <a:gd name="connsiteY1" fmla="*/ 1096232 h 1096232"/>
                  <a:gd name="connsiteX2" fmla="*/ 0 w 2336006"/>
                  <a:gd name="connsiteY2" fmla="*/ 1061371 h 1096232"/>
                  <a:gd name="connsiteX3" fmla="*/ 0 w 2336006"/>
                  <a:gd name="connsiteY3" fmla="*/ 1059085 h 1096232"/>
                  <a:gd name="connsiteX4" fmla="*/ 243554 w 2336006"/>
                  <a:gd name="connsiteY4" fmla="*/ 471297 h 1096232"/>
                  <a:gd name="connsiteX5" fmla="*/ 1174242 w 2336006"/>
                  <a:gd name="connsiteY5" fmla="*/ 0 h 1096232"/>
                  <a:gd name="connsiteX6" fmla="*/ 2104930 w 2336006"/>
                  <a:gd name="connsiteY6" fmla="*/ 471297 h 1096232"/>
                  <a:gd name="connsiteX7" fmla="*/ 2336006 w 2336006"/>
                  <a:gd name="connsiteY7" fmla="*/ 1028986 h 1096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36006" h="1096232">
                    <a:moveTo>
                      <a:pt x="2336006" y="1028986"/>
                    </a:moveTo>
                    <a:lnTo>
                      <a:pt x="2253996" y="1096232"/>
                    </a:lnTo>
                    <a:lnTo>
                      <a:pt x="0" y="1061371"/>
                    </a:lnTo>
                    <a:lnTo>
                      <a:pt x="0" y="1059085"/>
                    </a:lnTo>
                    <a:lnTo>
                      <a:pt x="243554" y="471297"/>
                    </a:lnTo>
                    <a:lnTo>
                      <a:pt x="1174242" y="0"/>
                    </a:lnTo>
                    <a:lnTo>
                      <a:pt x="2104930" y="471297"/>
                    </a:lnTo>
                    <a:lnTo>
                      <a:pt x="2336006" y="1028986"/>
                    </a:lnTo>
                    <a:close/>
                  </a:path>
                </a:pathLst>
              </a:custGeom>
              <a:solidFill>
                <a:schemeClr val="tx1"/>
              </a:solidFill>
              <a:ln w="0" cap="flat">
                <a:noFill/>
                <a:prstDash val="solid"/>
                <a:miter/>
              </a:ln>
            </p:spPr>
            <p:txBody>
              <a:bodyPr rtlCol="0" anchor="ctr"/>
              <a:lstStyle/>
              <a:p>
                <a:endParaRPr lang="en-IN"/>
              </a:p>
            </p:txBody>
          </p:sp>
          <p:sp>
            <p:nvSpPr>
              <p:cNvPr id="1068" name="Freeform: Shape 1067">
                <a:extLst>
                  <a:ext uri="{FF2B5EF4-FFF2-40B4-BE49-F238E27FC236}">
                    <a16:creationId xmlns:a16="http://schemas.microsoft.com/office/drawing/2014/main" id="{7B0883AE-FA46-E5F0-49A2-6DAC583AEE9C}"/>
                  </a:ext>
                </a:extLst>
              </p:cNvPr>
              <p:cNvSpPr/>
              <p:nvPr/>
            </p:nvSpPr>
            <p:spPr>
              <a:xfrm>
                <a:off x="8301933" y="2512898"/>
                <a:ext cx="1824556" cy="1712869"/>
              </a:xfrm>
              <a:custGeom>
                <a:avLst/>
                <a:gdLst>
                  <a:gd name="connsiteX0" fmla="*/ 1907286 w 2119312"/>
                  <a:gd name="connsiteY0" fmla="*/ 429101 h 1989582"/>
                  <a:gd name="connsiteX1" fmla="*/ 1059656 w 2119312"/>
                  <a:gd name="connsiteY1" fmla="*/ 0 h 1989582"/>
                  <a:gd name="connsiteX2" fmla="*/ 212122 w 2119312"/>
                  <a:gd name="connsiteY2" fmla="*/ 429101 h 1989582"/>
                  <a:gd name="connsiteX3" fmla="*/ 0 w 2119312"/>
                  <a:gd name="connsiteY3" fmla="*/ 940975 h 1989582"/>
                  <a:gd name="connsiteX4" fmla="*/ 0 w 2119312"/>
                  <a:gd name="connsiteY4" fmla="*/ 1989582 h 1989582"/>
                  <a:gd name="connsiteX5" fmla="*/ 1059656 w 2119312"/>
                  <a:gd name="connsiteY5" fmla="*/ 1989582 h 1989582"/>
                  <a:gd name="connsiteX6" fmla="*/ 2119313 w 2119312"/>
                  <a:gd name="connsiteY6" fmla="*/ 1989582 h 1989582"/>
                  <a:gd name="connsiteX7" fmla="*/ 2119313 w 2119312"/>
                  <a:gd name="connsiteY7" fmla="*/ 940975 h 1989582"/>
                  <a:gd name="connsiteX8" fmla="*/ 1907286 w 2119312"/>
                  <a:gd name="connsiteY8" fmla="*/ 429101 h 198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9312" h="1989582">
                    <a:moveTo>
                      <a:pt x="1907286" y="429101"/>
                    </a:moveTo>
                    <a:lnTo>
                      <a:pt x="1059656" y="0"/>
                    </a:lnTo>
                    <a:lnTo>
                      <a:pt x="212122" y="429101"/>
                    </a:lnTo>
                    <a:lnTo>
                      <a:pt x="0" y="940975"/>
                    </a:lnTo>
                    <a:lnTo>
                      <a:pt x="0" y="1989582"/>
                    </a:lnTo>
                    <a:lnTo>
                      <a:pt x="1059656" y="1989582"/>
                    </a:lnTo>
                    <a:lnTo>
                      <a:pt x="2119313" y="1989582"/>
                    </a:lnTo>
                    <a:lnTo>
                      <a:pt x="2119313" y="940975"/>
                    </a:lnTo>
                    <a:lnTo>
                      <a:pt x="1907286" y="429101"/>
                    </a:lnTo>
                    <a:close/>
                  </a:path>
                </a:pathLst>
              </a:custGeom>
              <a:solidFill>
                <a:schemeClr val="accent6"/>
              </a:solidFill>
              <a:ln w="0" cap="flat">
                <a:noFill/>
                <a:prstDash val="solid"/>
                <a:miter/>
              </a:ln>
            </p:spPr>
            <p:txBody>
              <a:bodyPr rtlCol="0" anchor="ctr"/>
              <a:lstStyle/>
              <a:p>
                <a:endParaRPr lang="en-IN"/>
              </a:p>
            </p:txBody>
          </p:sp>
          <p:sp>
            <p:nvSpPr>
              <p:cNvPr id="1069" name="Freeform: Shape 1068">
                <a:extLst>
                  <a:ext uri="{FF2B5EF4-FFF2-40B4-BE49-F238E27FC236}">
                    <a16:creationId xmlns:a16="http://schemas.microsoft.com/office/drawing/2014/main" id="{EA33C0EE-A30C-FDAA-BF33-829DB9ECE682}"/>
                  </a:ext>
                </a:extLst>
              </p:cNvPr>
              <p:cNvSpPr/>
              <p:nvPr/>
            </p:nvSpPr>
            <p:spPr>
              <a:xfrm>
                <a:off x="8351299" y="2578171"/>
                <a:ext cx="1725825" cy="1587241"/>
              </a:xfrm>
              <a:custGeom>
                <a:avLst/>
                <a:gdLst>
                  <a:gd name="connsiteX0" fmla="*/ 2004632 w 2004631"/>
                  <a:gd name="connsiteY0" fmla="*/ 881825 h 1843659"/>
                  <a:gd name="connsiteX1" fmla="*/ 2004632 w 2004631"/>
                  <a:gd name="connsiteY1" fmla="*/ 1843659 h 1843659"/>
                  <a:gd name="connsiteX2" fmla="*/ 0 w 2004631"/>
                  <a:gd name="connsiteY2" fmla="*/ 1843659 h 1843659"/>
                  <a:gd name="connsiteX3" fmla="*/ 0 w 2004631"/>
                  <a:gd name="connsiteY3" fmla="*/ 881825 h 1843659"/>
                  <a:gd name="connsiteX4" fmla="*/ 9049 w 2004631"/>
                  <a:gd name="connsiteY4" fmla="*/ 859822 h 1843659"/>
                  <a:gd name="connsiteX5" fmla="*/ 19812 w 2004631"/>
                  <a:gd name="connsiteY5" fmla="*/ 833914 h 1843659"/>
                  <a:gd name="connsiteX6" fmla="*/ 52007 w 2004631"/>
                  <a:gd name="connsiteY6" fmla="*/ 756095 h 1843659"/>
                  <a:gd name="connsiteX7" fmla="*/ 62770 w 2004631"/>
                  <a:gd name="connsiteY7" fmla="*/ 730187 h 1843659"/>
                  <a:gd name="connsiteX8" fmla="*/ 95060 w 2004631"/>
                  <a:gd name="connsiteY8" fmla="*/ 652367 h 1843659"/>
                  <a:gd name="connsiteX9" fmla="*/ 105728 w 2004631"/>
                  <a:gd name="connsiteY9" fmla="*/ 626459 h 1843659"/>
                  <a:gd name="connsiteX10" fmla="*/ 138017 w 2004631"/>
                  <a:gd name="connsiteY10" fmla="*/ 548640 h 1843659"/>
                  <a:gd name="connsiteX11" fmla="*/ 148780 w 2004631"/>
                  <a:gd name="connsiteY11" fmla="*/ 522637 h 1843659"/>
                  <a:gd name="connsiteX12" fmla="*/ 180975 w 2004631"/>
                  <a:gd name="connsiteY12" fmla="*/ 444913 h 1843659"/>
                  <a:gd name="connsiteX13" fmla="*/ 191834 w 2004631"/>
                  <a:gd name="connsiteY13" fmla="*/ 418910 h 1843659"/>
                  <a:gd name="connsiteX14" fmla="*/ 196215 w 2004631"/>
                  <a:gd name="connsiteY14" fmla="*/ 408146 h 1843659"/>
                  <a:gd name="connsiteX15" fmla="*/ 328517 w 2004631"/>
                  <a:gd name="connsiteY15" fmla="*/ 341186 h 1843659"/>
                  <a:gd name="connsiteX16" fmla="*/ 379857 w 2004631"/>
                  <a:gd name="connsiteY16" fmla="*/ 315182 h 1843659"/>
                  <a:gd name="connsiteX17" fmla="*/ 533591 w 2004631"/>
                  <a:gd name="connsiteY17" fmla="*/ 237363 h 1843659"/>
                  <a:gd name="connsiteX18" fmla="*/ 584740 w 2004631"/>
                  <a:gd name="connsiteY18" fmla="*/ 211455 h 1843659"/>
                  <a:gd name="connsiteX19" fmla="*/ 738473 w 2004631"/>
                  <a:gd name="connsiteY19" fmla="*/ 133541 h 1843659"/>
                  <a:gd name="connsiteX20" fmla="*/ 789623 w 2004631"/>
                  <a:gd name="connsiteY20" fmla="*/ 107633 h 1843659"/>
                  <a:gd name="connsiteX21" fmla="*/ 943547 w 2004631"/>
                  <a:gd name="connsiteY21" fmla="*/ 29718 h 1843659"/>
                  <a:gd name="connsiteX22" fmla="*/ 994696 w 2004631"/>
                  <a:gd name="connsiteY22" fmla="*/ 3810 h 1843659"/>
                  <a:gd name="connsiteX23" fmla="*/ 1002316 w 2004631"/>
                  <a:gd name="connsiteY23" fmla="*/ 0 h 1843659"/>
                  <a:gd name="connsiteX24" fmla="*/ 1009936 w 2004631"/>
                  <a:gd name="connsiteY24" fmla="*/ 3810 h 1843659"/>
                  <a:gd name="connsiteX25" fmla="*/ 1061085 w 2004631"/>
                  <a:gd name="connsiteY25" fmla="*/ 29718 h 1843659"/>
                  <a:gd name="connsiteX26" fmla="*/ 1215009 w 2004631"/>
                  <a:gd name="connsiteY26" fmla="*/ 107633 h 1843659"/>
                  <a:gd name="connsiteX27" fmla="*/ 1266158 w 2004631"/>
                  <a:gd name="connsiteY27" fmla="*/ 133541 h 1843659"/>
                  <a:gd name="connsiteX28" fmla="*/ 1419892 w 2004631"/>
                  <a:gd name="connsiteY28" fmla="*/ 211455 h 1843659"/>
                  <a:gd name="connsiteX29" fmla="*/ 1471041 w 2004631"/>
                  <a:gd name="connsiteY29" fmla="*/ 237363 h 1843659"/>
                  <a:gd name="connsiteX30" fmla="*/ 1624775 w 2004631"/>
                  <a:gd name="connsiteY30" fmla="*/ 315182 h 1843659"/>
                  <a:gd name="connsiteX31" fmla="*/ 1676114 w 2004631"/>
                  <a:gd name="connsiteY31" fmla="*/ 341186 h 1843659"/>
                  <a:gd name="connsiteX32" fmla="*/ 1808417 w 2004631"/>
                  <a:gd name="connsiteY32" fmla="*/ 408146 h 1843659"/>
                  <a:gd name="connsiteX33" fmla="*/ 1812893 w 2004631"/>
                  <a:gd name="connsiteY33" fmla="*/ 418910 h 1843659"/>
                  <a:gd name="connsiteX34" fmla="*/ 1823657 w 2004631"/>
                  <a:gd name="connsiteY34" fmla="*/ 444913 h 1843659"/>
                  <a:gd name="connsiteX35" fmla="*/ 1855851 w 2004631"/>
                  <a:gd name="connsiteY35" fmla="*/ 522637 h 1843659"/>
                  <a:gd name="connsiteX36" fmla="*/ 1866614 w 2004631"/>
                  <a:gd name="connsiteY36" fmla="*/ 548640 h 1843659"/>
                  <a:gd name="connsiteX37" fmla="*/ 1898904 w 2004631"/>
                  <a:gd name="connsiteY37" fmla="*/ 626459 h 1843659"/>
                  <a:gd name="connsiteX38" fmla="*/ 1909572 w 2004631"/>
                  <a:gd name="connsiteY38" fmla="*/ 652367 h 1843659"/>
                  <a:gd name="connsiteX39" fmla="*/ 1941862 w 2004631"/>
                  <a:gd name="connsiteY39" fmla="*/ 730187 h 1843659"/>
                  <a:gd name="connsiteX40" fmla="*/ 1952625 w 2004631"/>
                  <a:gd name="connsiteY40" fmla="*/ 756095 h 1843659"/>
                  <a:gd name="connsiteX41" fmla="*/ 1984820 w 2004631"/>
                  <a:gd name="connsiteY41" fmla="*/ 833914 h 1843659"/>
                  <a:gd name="connsiteX42" fmla="*/ 1995583 w 2004631"/>
                  <a:gd name="connsiteY42" fmla="*/ 859822 h 1843659"/>
                  <a:gd name="connsiteX43" fmla="*/ 2004632 w 2004631"/>
                  <a:gd name="connsiteY43" fmla="*/ 881825 h 184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631" h="1843659">
                    <a:moveTo>
                      <a:pt x="2004632" y="881825"/>
                    </a:moveTo>
                    <a:lnTo>
                      <a:pt x="2004632" y="1843659"/>
                    </a:lnTo>
                    <a:lnTo>
                      <a:pt x="0" y="1843659"/>
                    </a:lnTo>
                    <a:lnTo>
                      <a:pt x="0" y="881825"/>
                    </a:lnTo>
                    <a:lnTo>
                      <a:pt x="9049" y="859822"/>
                    </a:lnTo>
                    <a:lnTo>
                      <a:pt x="19812" y="833914"/>
                    </a:lnTo>
                    <a:lnTo>
                      <a:pt x="52007" y="756095"/>
                    </a:lnTo>
                    <a:lnTo>
                      <a:pt x="62770" y="730187"/>
                    </a:lnTo>
                    <a:lnTo>
                      <a:pt x="95060" y="652367"/>
                    </a:lnTo>
                    <a:lnTo>
                      <a:pt x="105728" y="626459"/>
                    </a:lnTo>
                    <a:lnTo>
                      <a:pt x="138017" y="548640"/>
                    </a:lnTo>
                    <a:lnTo>
                      <a:pt x="148780" y="522637"/>
                    </a:lnTo>
                    <a:lnTo>
                      <a:pt x="180975" y="444913"/>
                    </a:lnTo>
                    <a:lnTo>
                      <a:pt x="191834" y="418910"/>
                    </a:lnTo>
                    <a:lnTo>
                      <a:pt x="196215" y="408146"/>
                    </a:lnTo>
                    <a:lnTo>
                      <a:pt x="328517" y="341186"/>
                    </a:lnTo>
                    <a:lnTo>
                      <a:pt x="379857" y="315182"/>
                    </a:lnTo>
                    <a:lnTo>
                      <a:pt x="533591" y="237363"/>
                    </a:lnTo>
                    <a:lnTo>
                      <a:pt x="584740" y="211455"/>
                    </a:lnTo>
                    <a:lnTo>
                      <a:pt x="738473" y="133541"/>
                    </a:lnTo>
                    <a:lnTo>
                      <a:pt x="789623" y="107633"/>
                    </a:lnTo>
                    <a:lnTo>
                      <a:pt x="943547" y="29718"/>
                    </a:lnTo>
                    <a:lnTo>
                      <a:pt x="994696" y="3810"/>
                    </a:lnTo>
                    <a:lnTo>
                      <a:pt x="1002316" y="0"/>
                    </a:lnTo>
                    <a:lnTo>
                      <a:pt x="1009936" y="3810"/>
                    </a:lnTo>
                    <a:lnTo>
                      <a:pt x="1061085" y="29718"/>
                    </a:lnTo>
                    <a:lnTo>
                      <a:pt x="1215009" y="107633"/>
                    </a:lnTo>
                    <a:lnTo>
                      <a:pt x="1266158" y="133541"/>
                    </a:lnTo>
                    <a:lnTo>
                      <a:pt x="1419892" y="211455"/>
                    </a:lnTo>
                    <a:lnTo>
                      <a:pt x="1471041" y="237363"/>
                    </a:lnTo>
                    <a:lnTo>
                      <a:pt x="1624775" y="315182"/>
                    </a:lnTo>
                    <a:lnTo>
                      <a:pt x="1676114" y="341186"/>
                    </a:lnTo>
                    <a:lnTo>
                      <a:pt x="1808417" y="408146"/>
                    </a:lnTo>
                    <a:lnTo>
                      <a:pt x="1812893" y="418910"/>
                    </a:lnTo>
                    <a:lnTo>
                      <a:pt x="1823657" y="444913"/>
                    </a:lnTo>
                    <a:lnTo>
                      <a:pt x="1855851" y="522637"/>
                    </a:lnTo>
                    <a:lnTo>
                      <a:pt x="1866614" y="548640"/>
                    </a:lnTo>
                    <a:lnTo>
                      <a:pt x="1898904" y="626459"/>
                    </a:lnTo>
                    <a:lnTo>
                      <a:pt x="1909572" y="652367"/>
                    </a:lnTo>
                    <a:lnTo>
                      <a:pt x="1941862" y="730187"/>
                    </a:lnTo>
                    <a:lnTo>
                      <a:pt x="1952625" y="756095"/>
                    </a:lnTo>
                    <a:lnTo>
                      <a:pt x="1984820" y="833914"/>
                    </a:lnTo>
                    <a:lnTo>
                      <a:pt x="1995583" y="859822"/>
                    </a:lnTo>
                    <a:lnTo>
                      <a:pt x="2004632" y="881825"/>
                    </a:lnTo>
                    <a:close/>
                  </a:path>
                </a:pathLst>
              </a:custGeom>
              <a:solidFill>
                <a:schemeClr val="accent5"/>
              </a:solidFill>
              <a:ln w="0" cap="flat">
                <a:noFill/>
                <a:prstDash val="solid"/>
                <a:miter/>
              </a:ln>
            </p:spPr>
            <p:txBody>
              <a:bodyPr rtlCol="0" anchor="ctr"/>
              <a:lstStyle/>
              <a:p>
                <a:endParaRPr lang="en-IN"/>
              </a:p>
            </p:txBody>
          </p:sp>
          <p:sp>
            <p:nvSpPr>
              <p:cNvPr id="1215" name="Freeform: Shape 1214">
                <a:extLst>
                  <a:ext uri="{FF2B5EF4-FFF2-40B4-BE49-F238E27FC236}">
                    <a16:creationId xmlns:a16="http://schemas.microsoft.com/office/drawing/2014/main" id="{903A0D95-0DC7-9EF9-A1E6-6ECAB07811A6}"/>
                  </a:ext>
                </a:extLst>
              </p:cNvPr>
              <p:cNvSpPr/>
              <p:nvPr/>
            </p:nvSpPr>
            <p:spPr>
              <a:xfrm>
                <a:off x="8351299" y="2581451"/>
                <a:ext cx="1725907" cy="1540992"/>
              </a:xfrm>
              <a:custGeom>
                <a:avLst/>
                <a:gdLst>
                  <a:gd name="connsiteX0" fmla="*/ 0 w 2004727"/>
                  <a:gd name="connsiteY0" fmla="*/ 1764030 h 1789938"/>
                  <a:gd name="connsiteX1" fmla="*/ 2004727 w 2004727"/>
                  <a:gd name="connsiteY1" fmla="*/ 1764030 h 1789938"/>
                  <a:gd name="connsiteX2" fmla="*/ 2004727 w 2004727"/>
                  <a:gd name="connsiteY2" fmla="*/ 1789938 h 1789938"/>
                  <a:gd name="connsiteX3" fmla="*/ 0 w 2004727"/>
                  <a:gd name="connsiteY3" fmla="*/ 1789938 h 1789938"/>
                  <a:gd name="connsiteX4" fmla="*/ 0 w 2004727"/>
                  <a:gd name="connsiteY4" fmla="*/ 1660207 h 1789938"/>
                  <a:gd name="connsiteX5" fmla="*/ 2004727 w 2004727"/>
                  <a:gd name="connsiteY5" fmla="*/ 1660207 h 1789938"/>
                  <a:gd name="connsiteX6" fmla="*/ 2004727 w 2004727"/>
                  <a:gd name="connsiteY6" fmla="*/ 1686115 h 1789938"/>
                  <a:gd name="connsiteX7" fmla="*/ 0 w 2004727"/>
                  <a:gd name="connsiteY7" fmla="*/ 1686115 h 1789938"/>
                  <a:gd name="connsiteX8" fmla="*/ 0 w 2004727"/>
                  <a:gd name="connsiteY8" fmla="*/ 1556480 h 1789938"/>
                  <a:gd name="connsiteX9" fmla="*/ 2004727 w 2004727"/>
                  <a:gd name="connsiteY9" fmla="*/ 1556480 h 1789938"/>
                  <a:gd name="connsiteX10" fmla="*/ 2004727 w 2004727"/>
                  <a:gd name="connsiteY10" fmla="*/ 1582388 h 1789938"/>
                  <a:gd name="connsiteX11" fmla="*/ 0 w 2004727"/>
                  <a:gd name="connsiteY11" fmla="*/ 1582388 h 1789938"/>
                  <a:gd name="connsiteX12" fmla="*/ 0 w 2004727"/>
                  <a:gd name="connsiteY12" fmla="*/ 1452657 h 1789938"/>
                  <a:gd name="connsiteX13" fmla="*/ 2004727 w 2004727"/>
                  <a:gd name="connsiteY13" fmla="*/ 1452657 h 1789938"/>
                  <a:gd name="connsiteX14" fmla="*/ 2004727 w 2004727"/>
                  <a:gd name="connsiteY14" fmla="*/ 1478660 h 1789938"/>
                  <a:gd name="connsiteX15" fmla="*/ 0 w 2004727"/>
                  <a:gd name="connsiteY15" fmla="*/ 1478660 h 1789938"/>
                  <a:gd name="connsiteX16" fmla="*/ 0 w 2004727"/>
                  <a:gd name="connsiteY16" fmla="*/ 1348930 h 1789938"/>
                  <a:gd name="connsiteX17" fmla="*/ 2004727 w 2004727"/>
                  <a:gd name="connsiteY17" fmla="*/ 1348930 h 1789938"/>
                  <a:gd name="connsiteX18" fmla="*/ 2004727 w 2004727"/>
                  <a:gd name="connsiteY18" fmla="*/ 1374933 h 1789938"/>
                  <a:gd name="connsiteX19" fmla="*/ 0 w 2004727"/>
                  <a:gd name="connsiteY19" fmla="*/ 1374933 h 1789938"/>
                  <a:gd name="connsiteX20" fmla="*/ 0 w 2004727"/>
                  <a:gd name="connsiteY20" fmla="*/ 1245203 h 1789938"/>
                  <a:gd name="connsiteX21" fmla="*/ 2004727 w 2004727"/>
                  <a:gd name="connsiteY21" fmla="*/ 1245203 h 1789938"/>
                  <a:gd name="connsiteX22" fmla="*/ 2004727 w 2004727"/>
                  <a:gd name="connsiteY22" fmla="*/ 1271206 h 1789938"/>
                  <a:gd name="connsiteX23" fmla="*/ 0 w 2004727"/>
                  <a:gd name="connsiteY23" fmla="*/ 1271206 h 1789938"/>
                  <a:gd name="connsiteX24" fmla="*/ 0 w 2004727"/>
                  <a:gd name="connsiteY24" fmla="*/ 1141476 h 1789938"/>
                  <a:gd name="connsiteX25" fmla="*/ 2004727 w 2004727"/>
                  <a:gd name="connsiteY25" fmla="*/ 1141476 h 1789938"/>
                  <a:gd name="connsiteX26" fmla="*/ 2004727 w 2004727"/>
                  <a:gd name="connsiteY26" fmla="*/ 1167479 h 1789938"/>
                  <a:gd name="connsiteX27" fmla="*/ 0 w 2004727"/>
                  <a:gd name="connsiteY27" fmla="*/ 1167479 h 1789938"/>
                  <a:gd name="connsiteX28" fmla="*/ 0 w 2004727"/>
                  <a:gd name="connsiteY28" fmla="*/ 1037748 h 1789938"/>
                  <a:gd name="connsiteX29" fmla="*/ 2004727 w 2004727"/>
                  <a:gd name="connsiteY29" fmla="*/ 1037748 h 1789938"/>
                  <a:gd name="connsiteX30" fmla="*/ 2004727 w 2004727"/>
                  <a:gd name="connsiteY30" fmla="*/ 1063656 h 1789938"/>
                  <a:gd name="connsiteX31" fmla="*/ 0 w 2004727"/>
                  <a:gd name="connsiteY31" fmla="*/ 1063656 h 1789938"/>
                  <a:gd name="connsiteX32" fmla="*/ 0 w 2004727"/>
                  <a:gd name="connsiteY32" fmla="*/ 933926 h 1789938"/>
                  <a:gd name="connsiteX33" fmla="*/ 2004727 w 2004727"/>
                  <a:gd name="connsiteY33" fmla="*/ 933926 h 1789938"/>
                  <a:gd name="connsiteX34" fmla="*/ 2004727 w 2004727"/>
                  <a:gd name="connsiteY34" fmla="*/ 959834 h 1789938"/>
                  <a:gd name="connsiteX35" fmla="*/ 0 w 2004727"/>
                  <a:gd name="connsiteY35" fmla="*/ 959834 h 1789938"/>
                  <a:gd name="connsiteX36" fmla="*/ 19812 w 2004727"/>
                  <a:gd name="connsiteY36" fmla="*/ 830103 h 1789938"/>
                  <a:gd name="connsiteX37" fmla="*/ 1984820 w 2004727"/>
                  <a:gd name="connsiteY37" fmla="*/ 830103 h 1789938"/>
                  <a:gd name="connsiteX38" fmla="*/ 1995583 w 2004727"/>
                  <a:gd name="connsiteY38" fmla="*/ 856011 h 1789938"/>
                  <a:gd name="connsiteX39" fmla="*/ 9049 w 2004727"/>
                  <a:gd name="connsiteY39" fmla="*/ 856011 h 1789938"/>
                  <a:gd name="connsiteX40" fmla="*/ 62769 w 2004727"/>
                  <a:gd name="connsiteY40" fmla="*/ 726376 h 1789938"/>
                  <a:gd name="connsiteX41" fmla="*/ 1941861 w 2004727"/>
                  <a:gd name="connsiteY41" fmla="*/ 726376 h 1789938"/>
                  <a:gd name="connsiteX42" fmla="*/ 1952625 w 2004727"/>
                  <a:gd name="connsiteY42" fmla="*/ 752284 h 1789938"/>
                  <a:gd name="connsiteX43" fmla="*/ 52006 w 2004727"/>
                  <a:gd name="connsiteY43" fmla="*/ 752284 h 1789938"/>
                  <a:gd name="connsiteX44" fmla="*/ 105727 w 2004727"/>
                  <a:gd name="connsiteY44" fmla="*/ 622649 h 1789938"/>
                  <a:gd name="connsiteX45" fmla="*/ 1898904 w 2004727"/>
                  <a:gd name="connsiteY45" fmla="*/ 622649 h 1789938"/>
                  <a:gd name="connsiteX46" fmla="*/ 1909572 w 2004727"/>
                  <a:gd name="connsiteY46" fmla="*/ 648557 h 1789938"/>
                  <a:gd name="connsiteX47" fmla="*/ 95059 w 2004727"/>
                  <a:gd name="connsiteY47" fmla="*/ 648557 h 1789938"/>
                  <a:gd name="connsiteX48" fmla="*/ 148780 w 2004727"/>
                  <a:gd name="connsiteY48" fmla="*/ 518826 h 1789938"/>
                  <a:gd name="connsiteX49" fmla="*/ 1855851 w 2004727"/>
                  <a:gd name="connsiteY49" fmla="*/ 518826 h 1789938"/>
                  <a:gd name="connsiteX50" fmla="*/ 1866614 w 2004727"/>
                  <a:gd name="connsiteY50" fmla="*/ 544829 h 1789938"/>
                  <a:gd name="connsiteX51" fmla="*/ 138017 w 2004727"/>
                  <a:gd name="connsiteY51" fmla="*/ 544829 h 1789938"/>
                  <a:gd name="connsiteX52" fmla="*/ 191833 w 2004727"/>
                  <a:gd name="connsiteY52" fmla="*/ 415099 h 1789938"/>
                  <a:gd name="connsiteX53" fmla="*/ 1812893 w 2004727"/>
                  <a:gd name="connsiteY53" fmla="*/ 415099 h 1789938"/>
                  <a:gd name="connsiteX54" fmla="*/ 1823657 w 2004727"/>
                  <a:gd name="connsiteY54" fmla="*/ 441102 h 1789938"/>
                  <a:gd name="connsiteX55" fmla="*/ 180975 w 2004727"/>
                  <a:gd name="connsiteY55" fmla="*/ 441102 h 1789938"/>
                  <a:gd name="connsiteX56" fmla="*/ 379857 w 2004727"/>
                  <a:gd name="connsiteY56" fmla="*/ 311372 h 1789938"/>
                  <a:gd name="connsiteX57" fmla="*/ 1624774 w 2004727"/>
                  <a:gd name="connsiteY57" fmla="*/ 311372 h 1789938"/>
                  <a:gd name="connsiteX58" fmla="*/ 1676114 w 2004727"/>
                  <a:gd name="connsiteY58" fmla="*/ 337375 h 1789938"/>
                  <a:gd name="connsiteX59" fmla="*/ 328517 w 2004727"/>
                  <a:gd name="connsiteY59" fmla="*/ 337375 h 1789938"/>
                  <a:gd name="connsiteX60" fmla="*/ 584739 w 2004727"/>
                  <a:gd name="connsiteY60" fmla="*/ 207645 h 1789938"/>
                  <a:gd name="connsiteX61" fmla="*/ 1419891 w 2004727"/>
                  <a:gd name="connsiteY61" fmla="*/ 207645 h 1789938"/>
                  <a:gd name="connsiteX62" fmla="*/ 1471041 w 2004727"/>
                  <a:gd name="connsiteY62" fmla="*/ 233553 h 1789938"/>
                  <a:gd name="connsiteX63" fmla="*/ 533590 w 2004727"/>
                  <a:gd name="connsiteY63" fmla="*/ 233553 h 1789938"/>
                  <a:gd name="connsiteX64" fmla="*/ 789622 w 2004727"/>
                  <a:gd name="connsiteY64" fmla="*/ 103822 h 1789938"/>
                  <a:gd name="connsiteX65" fmla="*/ 1215009 w 2004727"/>
                  <a:gd name="connsiteY65" fmla="*/ 103822 h 1789938"/>
                  <a:gd name="connsiteX66" fmla="*/ 1266158 w 2004727"/>
                  <a:gd name="connsiteY66" fmla="*/ 129730 h 1789938"/>
                  <a:gd name="connsiteX67" fmla="*/ 738473 w 2004727"/>
                  <a:gd name="connsiteY67" fmla="*/ 129730 h 1789938"/>
                  <a:gd name="connsiteX68" fmla="*/ 994695 w 2004727"/>
                  <a:gd name="connsiteY68" fmla="*/ 0 h 1789938"/>
                  <a:gd name="connsiteX69" fmla="*/ 1009935 w 2004727"/>
                  <a:gd name="connsiteY69" fmla="*/ 0 h 1789938"/>
                  <a:gd name="connsiteX70" fmla="*/ 1061084 w 2004727"/>
                  <a:gd name="connsiteY70" fmla="*/ 25908 h 1789938"/>
                  <a:gd name="connsiteX71" fmla="*/ 943546 w 2004727"/>
                  <a:gd name="connsiteY71" fmla="*/ 25908 h 178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004727" h="1789938">
                    <a:moveTo>
                      <a:pt x="0" y="1764030"/>
                    </a:moveTo>
                    <a:lnTo>
                      <a:pt x="2004727" y="1764030"/>
                    </a:lnTo>
                    <a:lnTo>
                      <a:pt x="2004727" y="1789938"/>
                    </a:lnTo>
                    <a:lnTo>
                      <a:pt x="0" y="1789938"/>
                    </a:lnTo>
                    <a:close/>
                    <a:moveTo>
                      <a:pt x="0" y="1660207"/>
                    </a:moveTo>
                    <a:lnTo>
                      <a:pt x="2004727" y="1660207"/>
                    </a:lnTo>
                    <a:lnTo>
                      <a:pt x="2004727" y="1686115"/>
                    </a:lnTo>
                    <a:lnTo>
                      <a:pt x="0" y="1686115"/>
                    </a:lnTo>
                    <a:close/>
                    <a:moveTo>
                      <a:pt x="0" y="1556480"/>
                    </a:moveTo>
                    <a:lnTo>
                      <a:pt x="2004727" y="1556480"/>
                    </a:lnTo>
                    <a:lnTo>
                      <a:pt x="2004727" y="1582388"/>
                    </a:lnTo>
                    <a:lnTo>
                      <a:pt x="0" y="1582388"/>
                    </a:lnTo>
                    <a:close/>
                    <a:moveTo>
                      <a:pt x="0" y="1452657"/>
                    </a:moveTo>
                    <a:lnTo>
                      <a:pt x="2004727" y="1452657"/>
                    </a:lnTo>
                    <a:lnTo>
                      <a:pt x="2004727" y="1478660"/>
                    </a:lnTo>
                    <a:lnTo>
                      <a:pt x="0" y="1478660"/>
                    </a:lnTo>
                    <a:close/>
                    <a:moveTo>
                      <a:pt x="0" y="1348930"/>
                    </a:moveTo>
                    <a:lnTo>
                      <a:pt x="2004727" y="1348930"/>
                    </a:lnTo>
                    <a:lnTo>
                      <a:pt x="2004727" y="1374933"/>
                    </a:lnTo>
                    <a:lnTo>
                      <a:pt x="0" y="1374933"/>
                    </a:lnTo>
                    <a:close/>
                    <a:moveTo>
                      <a:pt x="0" y="1245203"/>
                    </a:moveTo>
                    <a:lnTo>
                      <a:pt x="2004727" y="1245203"/>
                    </a:lnTo>
                    <a:lnTo>
                      <a:pt x="2004727" y="1271206"/>
                    </a:lnTo>
                    <a:lnTo>
                      <a:pt x="0" y="1271206"/>
                    </a:lnTo>
                    <a:close/>
                    <a:moveTo>
                      <a:pt x="0" y="1141476"/>
                    </a:moveTo>
                    <a:lnTo>
                      <a:pt x="2004727" y="1141476"/>
                    </a:lnTo>
                    <a:lnTo>
                      <a:pt x="2004727" y="1167479"/>
                    </a:lnTo>
                    <a:lnTo>
                      <a:pt x="0" y="1167479"/>
                    </a:lnTo>
                    <a:close/>
                    <a:moveTo>
                      <a:pt x="0" y="1037748"/>
                    </a:moveTo>
                    <a:lnTo>
                      <a:pt x="2004727" y="1037748"/>
                    </a:lnTo>
                    <a:lnTo>
                      <a:pt x="2004727" y="1063656"/>
                    </a:lnTo>
                    <a:lnTo>
                      <a:pt x="0" y="1063656"/>
                    </a:lnTo>
                    <a:close/>
                    <a:moveTo>
                      <a:pt x="0" y="933926"/>
                    </a:moveTo>
                    <a:lnTo>
                      <a:pt x="2004727" y="933926"/>
                    </a:lnTo>
                    <a:lnTo>
                      <a:pt x="2004727" y="959834"/>
                    </a:lnTo>
                    <a:lnTo>
                      <a:pt x="0" y="959834"/>
                    </a:lnTo>
                    <a:close/>
                    <a:moveTo>
                      <a:pt x="19812" y="830103"/>
                    </a:moveTo>
                    <a:lnTo>
                      <a:pt x="1984820" y="830103"/>
                    </a:lnTo>
                    <a:lnTo>
                      <a:pt x="1995583" y="856011"/>
                    </a:lnTo>
                    <a:lnTo>
                      <a:pt x="9049" y="856011"/>
                    </a:lnTo>
                    <a:close/>
                    <a:moveTo>
                      <a:pt x="62769" y="726376"/>
                    </a:moveTo>
                    <a:lnTo>
                      <a:pt x="1941861" y="726376"/>
                    </a:lnTo>
                    <a:lnTo>
                      <a:pt x="1952625" y="752284"/>
                    </a:lnTo>
                    <a:lnTo>
                      <a:pt x="52006" y="752284"/>
                    </a:lnTo>
                    <a:close/>
                    <a:moveTo>
                      <a:pt x="105727" y="622649"/>
                    </a:moveTo>
                    <a:lnTo>
                      <a:pt x="1898904" y="622649"/>
                    </a:lnTo>
                    <a:lnTo>
                      <a:pt x="1909572" y="648557"/>
                    </a:lnTo>
                    <a:lnTo>
                      <a:pt x="95059" y="648557"/>
                    </a:lnTo>
                    <a:close/>
                    <a:moveTo>
                      <a:pt x="148780" y="518826"/>
                    </a:moveTo>
                    <a:lnTo>
                      <a:pt x="1855851" y="518826"/>
                    </a:lnTo>
                    <a:lnTo>
                      <a:pt x="1866614" y="544829"/>
                    </a:lnTo>
                    <a:lnTo>
                      <a:pt x="138017" y="544829"/>
                    </a:lnTo>
                    <a:close/>
                    <a:moveTo>
                      <a:pt x="191833" y="415099"/>
                    </a:moveTo>
                    <a:lnTo>
                      <a:pt x="1812893" y="415099"/>
                    </a:lnTo>
                    <a:lnTo>
                      <a:pt x="1823657" y="441102"/>
                    </a:lnTo>
                    <a:lnTo>
                      <a:pt x="180975" y="441102"/>
                    </a:lnTo>
                    <a:close/>
                    <a:moveTo>
                      <a:pt x="379857" y="311372"/>
                    </a:moveTo>
                    <a:lnTo>
                      <a:pt x="1624774" y="311372"/>
                    </a:lnTo>
                    <a:lnTo>
                      <a:pt x="1676114" y="337375"/>
                    </a:lnTo>
                    <a:lnTo>
                      <a:pt x="328517" y="337375"/>
                    </a:lnTo>
                    <a:close/>
                    <a:moveTo>
                      <a:pt x="584739" y="207645"/>
                    </a:moveTo>
                    <a:lnTo>
                      <a:pt x="1419891" y="207645"/>
                    </a:lnTo>
                    <a:lnTo>
                      <a:pt x="1471041" y="233553"/>
                    </a:lnTo>
                    <a:lnTo>
                      <a:pt x="533590" y="233553"/>
                    </a:lnTo>
                    <a:close/>
                    <a:moveTo>
                      <a:pt x="789622" y="103822"/>
                    </a:moveTo>
                    <a:lnTo>
                      <a:pt x="1215009" y="103822"/>
                    </a:lnTo>
                    <a:lnTo>
                      <a:pt x="1266158" y="129730"/>
                    </a:lnTo>
                    <a:lnTo>
                      <a:pt x="738473" y="129730"/>
                    </a:lnTo>
                    <a:close/>
                    <a:moveTo>
                      <a:pt x="994695" y="0"/>
                    </a:moveTo>
                    <a:lnTo>
                      <a:pt x="1009935" y="0"/>
                    </a:lnTo>
                    <a:lnTo>
                      <a:pt x="1061084" y="25908"/>
                    </a:lnTo>
                    <a:lnTo>
                      <a:pt x="943546" y="25908"/>
                    </a:lnTo>
                    <a:close/>
                  </a:path>
                </a:pathLst>
              </a:custGeom>
              <a:solidFill>
                <a:schemeClr val="accent6"/>
              </a:solidFill>
              <a:ln w="0" cap="flat">
                <a:noFill/>
                <a:prstDash val="solid"/>
                <a:miter/>
              </a:ln>
            </p:spPr>
            <p:txBody>
              <a:bodyPr rtlCol="0" anchor="ctr"/>
              <a:lstStyle/>
              <a:p>
                <a:endParaRPr lang="en-IN"/>
              </a:p>
            </p:txBody>
          </p:sp>
          <p:grpSp>
            <p:nvGrpSpPr>
              <p:cNvPr id="1217" name="Group 1216">
                <a:extLst>
                  <a:ext uri="{FF2B5EF4-FFF2-40B4-BE49-F238E27FC236}">
                    <a16:creationId xmlns:a16="http://schemas.microsoft.com/office/drawing/2014/main" id="{96B4033D-A7E2-686A-C9D2-3980459547B5}"/>
                  </a:ext>
                </a:extLst>
              </p:cNvPr>
              <p:cNvGrpSpPr/>
              <p:nvPr/>
            </p:nvGrpSpPr>
            <p:grpSpPr>
              <a:xfrm>
                <a:off x="8479141" y="3635103"/>
                <a:ext cx="610016" cy="553680"/>
                <a:chOff x="3229911" y="1805116"/>
                <a:chExt cx="708564" cy="643127"/>
              </a:xfrm>
            </p:grpSpPr>
            <p:sp>
              <p:nvSpPr>
                <p:cNvPr id="1089" name="Freeform: Shape 1088">
                  <a:extLst>
                    <a:ext uri="{FF2B5EF4-FFF2-40B4-BE49-F238E27FC236}">
                      <a16:creationId xmlns:a16="http://schemas.microsoft.com/office/drawing/2014/main" id="{AD94D401-CEC3-251C-8407-FCD3F667FCBA}"/>
                    </a:ext>
                  </a:extLst>
                </p:cNvPr>
                <p:cNvSpPr/>
                <p:nvPr/>
              </p:nvSpPr>
              <p:spPr>
                <a:xfrm>
                  <a:off x="3274012" y="1866361"/>
                  <a:ext cx="620267" cy="581882"/>
                </a:xfrm>
                <a:custGeom>
                  <a:avLst/>
                  <a:gdLst>
                    <a:gd name="connsiteX0" fmla="*/ 620268 w 620267"/>
                    <a:gd name="connsiteY0" fmla="*/ 53150 h 581882"/>
                    <a:gd name="connsiteX1" fmla="*/ 620268 w 620267"/>
                    <a:gd name="connsiteY1" fmla="*/ 581882 h 581882"/>
                    <a:gd name="connsiteX2" fmla="*/ 0 w 620267"/>
                    <a:gd name="connsiteY2" fmla="*/ 581882 h 581882"/>
                    <a:gd name="connsiteX3" fmla="*/ 0 w 620267"/>
                    <a:gd name="connsiteY3" fmla="*/ 53150 h 581882"/>
                    <a:gd name="connsiteX4" fmla="*/ 43434 w 620267"/>
                    <a:gd name="connsiteY4" fmla="*/ 0 h 581882"/>
                    <a:gd name="connsiteX5" fmla="*/ 576739 w 620267"/>
                    <a:gd name="connsiteY5" fmla="*/ 0 h 581882"/>
                    <a:gd name="connsiteX6" fmla="*/ 620173 w 620267"/>
                    <a:gd name="connsiteY6" fmla="*/ 53150 h 581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267" h="581882">
                      <a:moveTo>
                        <a:pt x="620268" y="53150"/>
                      </a:moveTo>
                      <a:lnTo>
                        <a:pt x="620268" y="581882"/>
                      </a:lnTo>
                      <a:lnTo>
                        <a:pt x="0" y="581882"/>
                      </a:lnTo>
                      <a:lnTo>
                        <a:pt x="0" y="53150"/>
                      </a:lnTo>
                      <a:cubicBezTo>
                        <a:pt x="0" y="23813"/>
                        <a:pt x="19431" y="0"/>
                        <a:pt x="43434" y="0"/>
                      </a:cubicBezTo>
                      <a:lnTo>
                        <a:pt x="576739" y="0"/>
                      </a:lnTo>
                      <a:cubicBezTo>
                        <a:pt x="600742" y="0"/>
                        <a:pt x="620173" y="23813"/>
                        <a:pt x="620173" y="53150"/>
                      </a:cubicBezTo>
                      <a:close/>
                    </a:path>
                  </a:pathLst>
                </a:custGeom>
                <a:solidFill>
                  <a:schemeClr val="accent5">
                    <a:lumMod val="40000"/>
                    <a:lumOff val="60000"/>
                  </a:schemeClr>
                </a:solidFill>
                <a:ln w="0" cap="flat">
                  <a:noFill/>
                  <a:prstDash val="solid"/>
                  <a:miter/>
                </a:ln>
              </p:spPr>
              <p:txBody>
                <a:bodyPr rtlCol="0" anchor="ctr"/>
                <a:lstStyle/>
                <a:p>
                  <a:endParaRPr lang="en-IN"/>
                </a:p>
              </p:txBody>
            </p:sp>
            <p:sp>
              <p:nvSpPr>
                <p:cNvPr id="1090" name="Freeform: Shape 1089">
                  <a:extLst>
                    <a:ext uri="{FF2B5EF4-FFF2-40B4-BE49-F238E27FC236}">
                      <a16:creationId xmlns:a16="http://schemas.microsoft.com/office/drawing/2014/main" id="{753ADAF6-AB10-8B23-0B5B-09A770B12239}"/>
                    </a:ext>
                  </a:extLst>
                </p:cNvPr>
                <p:cNvSpPr/>
                <p:nvPr/>
              </p:nvSpPr>
              <p:spPr>
                <a:xfrm>
                  <a:off x="3456892" y="2018140"/>
                  <a:ext cx="437483" cy="286466"/>
                </a:xfrm>
                <a:custGeom>
                  <a:avLst/>
                  <a:gdLst>
                    <a:gd name="connsiteX0" fmla="*/ 437388 w 437483"/>
                    <a:gd name="connsiteY0" fmla="*/ 20243 h 286466"/>
                    <a:gd name="connsiteX1" fmla="*/ 437388 w 437483"/>
                    <a:gd name="connsiteY1" fmla="*/ 286467 h 286466"/>
                    <a:gd name="connsiteX2" fmla="*/ 252413 w 437483"/>
                    <a:gd name="connsiteY2" fmla="*/ 280752 h 286466"/>
                    <a:gd name="connsiteX3" fmla="*/ 218980 w 437483"/>
                    <a:gd name="connsiteY3" fmla="*/ 258654 h 286466"/>
                    <a:gd name="connsiteX4" fmla="*/ 218980 w 437483"/>
                    <a:gd name="connsiteY4" fmla="*/ 258654 h 286466"/>
                    <a:gd name="connsiteX5" fmla="*/ 0 w 437483"/>
                    <a:gd name="connsiteY5" fmla="*/ 113683 h 286466"/>
                    <a:gd name="connsiteX6" fmla="*/ 10287 w 437483"/>
                    <a:gd name="connsiteY6" fmla="*/ 99491 h 286466"/>
                    <a:gd name="connsiteX7" fmla="*/ 125540 w 437483"/>
                    <a:gd name="connsiteY7" fmla="*/ 26625 h 286466"/>
                    <a:gd name="connsiteX8" fmla="*/ 214598 w 437483"/>
                    <a:gd name="connsiteY8" fmla="*/ 33102 h 286466"/>
                    <a:gd name="connsiteX9" fmla="*/ 304229 w 437483"/>
                    <a:gd name="connsiteY9" fmla="*/ 4812 h 286466"/>
                    <a:gd name="connsiteX10" fmla="*/ 370904 w 437483"/>
                    <a:gd name="connsiteY10" fmla="*/ 50628 h 286466"/>
                    <a:gd name="connsiteX11" fmla="*/ 437483 w 437483"/>
                    <a:gd name="connsiteY11" fmla="*/ 20243 h 28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483" h="286466">
                      <a:moveTo>
                        <a:pt x="437388" y="20243"/>
                      </a:moveTo>
                      <a:lnTo>
                        <a:pt x="437388" y="286467"/>
                      </a:lnTo>
                      <a:cubicBezTo>
                        <a:pt x="348139" y="283990"/>
                        <a:pt x="252413" y="280752"/>
                        <a:pt x="252413" y="280752"/>
                      </a:cubicBezTo>
                      <a:lnTo>
                        <a:pt x="218980" y="258654"/>
                      </a:lnTo>
                      <a:lnTo>
                        <a:pt x="218980" y="258654"/>
                      </a:lnTo>
                      <a:lnTo>
                        <a:pt x="0" y="113683"/>
                      </a:lnTo>
                      <a:cubicBezTo>
                        <a:pt x="0" y="113683"/>
                        <a:pt x="3619" y="107968"/>
                        <a:pt x="10287" y="99491"/>
                      </a:cubicBezTo>
                      <a:cubicBezTo>
                        <a:pt x="29623" y="74535"/>
                        <a:pt x="74390" y="25482"/>
                        <a:pt x="125540" y="26625"/>
                      </a:cubicBezTo>
                      <a:cubicBezTo>
                        <a:pt x="194119" y="28149"/>
                        <a:pt x="177546" y="39960"/>
                        <a:pt x="214598" y="33102"/>
                      </a:cubicBezTo>
                      <a:cubicBezTo>
                        <a:pt x="251650" y="26148"/>
                        <a:pt x="264223" y="-13571"/>
                        <a:pt x="304229" y="4812"/>
                      </a:cubicBezTo>
                      <a:cubicBezTo>
                        <a:pt x="344234" y="23100"/>
                        <a:pt x="342519" y="44532"/>
                        <a:pt x="370904" y="50628"/>
                      </a:cubicBezTo>
                      <a:cubicBezTo>
                        <a:pt x="385286" y="53676"/>
                        <a:pt x="410146" y="33673"/>
                        <a:pt x="437483" y="20243"/>
                      </a:cubicBezTo>
                      <a:close/>
                    </a:path>
                  </a:pathLst>
                </a:custGeom>
                <a:solidFill>
                  <a:schemeClr val="accent2"/>
                </a:solidFill>
                <a:ln w="0" cap="flat">
                  <a:noFill/>
                  <a:prstDash val="solid"/>
                  <a:miter/>
                </a:ln>
              </p:spPr>
              <p:txBody>
                <a:bodyPr rtlCol="0" anchor="ctr"/>
                <a:lstStyle/>
                <a:p>
                  <a:endParaRPr lang="en-IN"/>
                </a:p>
              </p:txBody>
            </p:sp>
            <p:sp>
              <p:nvSpPr>
                <p:cNvPr id="1091" name="Freeform: Shape 1090">
                  <a:extLst>
                    <a:ext uri="{FF2B5EF4-FFF2-40B4-BE49-F238E27FC236}">
                      <a16:creationId xmlns:a16="http://schemas.microsoft.com/office/drawing/2014/main" id="{1B774BD0-6EC8-021E-29F9-60A5FAA84CAF}"/>
                    </a:ext>
                  </a:extLst>
                </p:cNvPr>
                <p:cNvSpPr/>
                <p:nvPr/>
              </p:nvSpPr>
              <p:spPr>
                <a:xfrm>
                  <a:off x="3274107" y="2051325"/>
                  <a:ext cx="425165" cy="246900"/>
                </a:xfrm>
                <a:custGeom>
                  <a:avLst/>
                  <a:gdLst>
                    <a:gd name="connsiteX0" fmla="*/ 414147 w 425165"/>
                    <a:gd name="connsiteY0" fmla="*/ 158032 h 246900"/>
                    <a:gd name="connsiteX1" fmla="*/ 421672 w 425165"/>
                    <a:gd name="connsiteY1" fmla="*/ 232613 h 246900"/>
                    <a:gd name="connsiteX2" fmla="*/ 401860 w 425165"/>
                    <a:gd name="connsiteY2" fmla="*/ 225564 h 246900"/>
                    <a:gd name="connsiteX3" fmla="*/ 0 w 425165"/>
                    <a:gd name="connsiteY3" fmla="*/ 246900 h 246900"/>
                    <a:gd name="connsiteX4" fmla="*/ 0 w 425165"/>
                    <a:gd name="connsiteY4" fmla="*/ 2394 h 246900"/>
                    <a:gd name="connsiteX5" fmla="*/ 101537 w 425165"/>
                    <a:gd name="connsiteY5" fmla="*/ 18586 h 246900"/>
                    <a:gd name="connsiteX6" fmla="*/ 171926 w 425165"/>
                    <a:gd name="connsiteY6" fmla="*/ 67449 h 246900"/>
                    <a:gd name="connsiteX7" fmla="*/ 193072 w 425165"/>
                    <a:gd name="connsiteY7" fmla="*/ 66497 h 246900"/>
                    <a:gd name="connsiteX8" fmla="*/ 313277 w 425165"/>
                    <a:gd name="connsiteY8" fmla="*/ 75546 h 246900"/>
                    <a:gd name="connsiteX9" fmla="*/ 414147 w 425165"/>
                    <a:gd name="connsiteY9" fmla="*/ 158127 h 24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165" h="246900">
                      <a:moveTo>
                        <a:pt x="414147" y="158032"/>
                      </a:moveTo>
                      <a:cubicBezTo>
                        <a:pt x="433292" y="192703"/>
                        <a:pt x="421672" y="232613"/>
                        <a:pt x="421672" y="232613"/>
                      </a:cubicBezTo>
                      <a:lnTo>
                        <a:pt x="401860" y="225564"/>
                      </a:lnTo>
                      <a:lnTo>
                        <a:pt x="0" y="246900"/>
                      </a:lnTo>
                      <a:lnTo>
                        <a:pt x="0" y="2394"/>
                      </a:lnTo>
                      <a:cubicBezTo>
                        <a:pt x="23813" y="-1131"/>
                        <a:pt x="69818" y="-3988"/>
                        <a:pt x="101537" y="18586"/>
                      </a:cubicBezTo>
                      <a:cubicBezTo>
                        <a:pt x="146114" y="50114"/>
                        <a:pt x="126111" y="64401"/>
                        <a:pt x="171926" y="67449"/>
                      </a:cubicBezTo>
                      <a:cubicBezTo>
                        <a:pt x="178880" y="67926"/>
                        <a:pt x="186023" y="67449"/>
                        <a:pt x="193072" y="66497"/>
                      </a:cubicBezTo>
                      <a:cubicBezTo>
                        <a:pt x="232982" y="61163"/>
                        <a:pt x="275177" y="40208"/>
                        <a:pt x="313277" y="75546"/>
                      </a:cubicBezTo>
                      <a:cubicBezTo>
                        <a:pt x="341376" y="101549"/>
                        <a:pt x="400145" y="132886"/>
                        <a:pt x="414147" y="158127"/>
                      </a:cubicBezTo>
                      <a:close/>
                    </a:path>
                  </a:pathLst>
                </a:custGeom>
                <a:solidFill>
                  <a:schemeClr val="accent3"/>
                </a:solidFill>
                <a:ln w="0" cap="flat">
                  <a:noFill/>
                  <a:prstDash val="solid"/>
                  <a:miter/>
                </a:ln>
              </p:spPr>
              <p:txBody>
                <a:bodyPr rtlCol="0" anchor="ctr"/>
                <a:lstStyle/>
                <a:p>
                  <a:endParaRPr lang="en-IN"/>
                </a:p>
              </p:txBody>
            </p:sp>
            <p:sp>
              <p:nvSpPr>
                <p:cNvPr id="1097" name="Freeform: Shape 1096">
                  <a:extLst>
                    <a:ext uri="{FF2B5EF4-FFF2-40B4-BE49-F238E27FC236}">
                      <a16:creationId xmlns:a16="http://schemas.microsoft.com/office/drawing/2014/main" id="{4785FEAA-FAC3-1EE5-2EC0-69551440675B}"/>
                    </a:ext>
                  </a:extLst>
                </p:cNvPr>
                <p:cNvSpPr/>
                <p:nvPr/>
              </p:nvSpPr>
              <p:spPr>
                <a:xfrm>
                  <a:off x="3325714" y="2228975"/>
                  <a:ext cx="15372" cy="22105"/>
                </a:xfrm>
                <a:custGeom>
                  <a:avLst/>
                  <a:gdLst>
                    <a:gd name="connsiteX0" fmla="*/ 14878 w 15372"/>
                    <a:gd name="connsiteY0" fmla="*/ 14386 h 22105"/>
                    <a:gd name="connsiteX1" fmla="*/ 7829 w 15372"/>
                    <a:gd name="connsiteY1" fmla="*/ 2575 h 22105"/>
                    <a:gd name="connsiteX2" fmla="*/ 5257 w 15372"/>
                    <a:gd name="connsiteY2" fmla="*/ 194 h 22105"/>
                    <a:gd name="connsiteX3" fmla="*/ 2019 w 15372"/>
                    <a:gd name="connsiteY3" fmla="*/ 670 h 22105"/>
                    <a:gd name="connsiteX4" fmla="*/ 114 w 15372"/>
                    <a:gd name="connsiteY4" fmla="*/ 3718 h 22105"/>
                    <a:gd name="connsiteX5" fmla="*/ 495 w 15372"/>
                    <a:gd name="connsiteY5" fmla="*/ 7719 h 22105"/>
                    <a:gd name="connsiteX6" fmla="*/ 7543 w 15372"/>
                    <a:gd name="connsiteY6" fmla="*/ 19530 h 22105"/>
                    <a:gd name="connsiteX7" fmla="*/ 10115 w 15372"/>
                    <a:gd name="connsiteY7" fmla="*/ 21911 h 22105"/>
                    <a:gd name="connsiteX8" fmla="*/ 13354 w 15372"/>
                    <a:gd name="connsiteY8" fmla="*/ 21435 h 22105"/>
                    <a:gd name="connsiteX9" fmla="*/ 15259 w 15372"/>
                    <a:gd name="connsiteY9" fmla="*/ 18387 h 22105"/>
                    <a:gd name="connsiteX10" fmla="*/ 14878 w 15372"/>
                    <a:gd name="connsiteY10" fmla="*/ 14386 h 22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72" h="22105">
                      <a:moveTo>
                        <a:pt x="14878" y="14386"/>
                      </a:moveTo>
                      <a:cubicBezTo>
                        <a:pt x="12496" y="10481"/>
                        <a:pt x="10210" y="6576"/>
                        <a:pt x="7829" y="2575"/>
                      </a:cubicBezTo>
                      <a:cubicBezTo>
                        <a:pt x="7162" y="1432"/>
                        <a:pt x="6400" y="575"/>
                        <a:pt x="5257" y="194"/>
                      </a:cubicBezTo>
                      <a:cubicBezTo>
                        <a:pt x="4210" y="-187"/>
                        <a:pt x="2876" y="4"/>
                        <a:pt x="2019" y="670"/>
                      </a:cubicBezTo>
                      <a:cubicBezTo>
                        <a:pt x="1162" y="1337"/>
                        <a:pt x="304" y="2480"/>
                        <a:pt x="114" y="3718"/>
                      </a:cubicBezTo>
                      <a:cubicBezTo>
                        <a:pt x="-77" y="4957"/>
                        <a:pt x="-77" y="6576"/>
                        <a:pt x="495" y="7719"/>
                      </a:cubicBezTo>
                      <a:lnTo>
                        <a:pt x="7543" y="19530"/>
                      </a:lnTo>
                      <a:cubicBezTo>
                        <a:pt x="8210" y="20673"/>
                        <a:pt x="8972" y="21530"/>
                        <a:pt x="10115" y="21911"/>
                      </a:cubicBezTo>
                      <a:cubicBezTo>
                        <a:pt x="11163" y="22292"/>
                        <a:pt x="12496" y="22102"/>
                        <a:pt x="13354" y="21435"/>
                      </a:cubicBezTo>
                      <a:cubicBezTo>
                        <a:pt x="14211" y="20768"/>
                        <a:pt x="15068" y="19625"/>
                        <a:pt x="15259" y="18387"/>
                      </a:cubicBezTo>
                      <a:cubicBezTo>
                        <a:pt x="15449" y="17149"/>
                        <a:pt x="15449" y="15529"/>
                        <a:pt x="14878" y="14386"/>
                      </a:cubicBezTo>
                      <a:close/>
                    </a:path>
                  </a:pathLst>
                </a:custGeom>
                <a:solidFill>
                  <a:srgbClr val="F7D488"/>
                </a:solidFill>
                <a:ln w="0" cap="flat">
                  <a:noFill/>
                  <a:prstDash val="solid"/>
                  <a:miter/>
                </a:ln>
              </p:spPr>
              <p:txBody>
                <a:bodyPr rtlCol="0" anchor="ctr"/>
                <a:lstStyle/>
                <a:p>
                  <a:endParaRPr lang="en-IN"/>
                </a:p>
              </p:txBody>
            </p:sp>
            <p:sp>
              <p:nvSpPr>
                <p:cNvPr id="1216" name="Freeform: Shape 1215">
                  <a:extLst>
                    <a:ext uri="{FF2B5EF4-FFF2-40B4-BE49-F238E27FC236}">
                      <a16:creationId xmlns:a16="http://schemas.microsoft.com/office/drawing/2014/main" id="{2D9197E5-A17A-14F4-3DC2-7AD39E37EDD0}"/>
                    </a:ext>
                  </a:extLst>
                </p:cNvPr>
                <p:cNvSpPr/>
                <p:nvPr/>
              </p:nvSpPr>
              <p:spPr>
                <a:xfrm>
                  <a:off x="3287286" y="2043330"/>
                  <a:ext cx="603435" cy="195107"/>
                </a:xfrm>
                <a:custGeom>
                  <a:avLst/>
                  <a:gdLst>
                    <a:gd name="connsiteX0" fmla="*/ 200276 w 603435"/>
                    <a:gd name="connsiteY0" fmla="*/ 181457 h 195107"/>
                    <a:gd name="connsiteX1" fmla="*/ 212754 w 603435"/>
                    <a:gd name="connsiteY1" fmla="*/ 184982 h 195107"/>
                    <a:gd name="connsiteX2" fmla="*/ 215707 w 603435"/>
                    <a:gd name="connsiteY2" fmla="*/ 191363 h 195107"/>
                    <a:gd name="connsiteX3" fmla="*/ 210468 w 603435"/>
                    <a:gd name="connsiteY3" fmla="*/ 194983 h 195107"/>
                    <a:gd name="connsiteX4" fmla="*/ 197990 w 603435"/>
                    <a:gd name="connsiteY4" fmla="*/ 191459 h 195107"/>
                    <a:gd name="connsiteX5" fmla="*/ 195038 w 603435"/>
                    <a:gd name="connsiteY5" fmla="*/ 185077 h 195107"/>
                    <a:gd name="connsiteX6" fmla="*/ 200276 w 603435"/>
                    <a:gd name="connsiteY6" fmla="*/ 181457 h 195107"/>
                    <a:gd name="connsiteX7" fmla="*/ 562417 w 603435"/>
                    <a:gd name="connsiteY7" fmla="*/ 178981 h 195107"/>
                    <a:gd name="connsiteX8" fmla="*/ 564989 w 603435"/>
                    <a:gd name="connsiteY8" fmla="*/ 181362 h 195107"/>
                    <a:gd name="connsiteX9" fmla="*/ 565370 w 603435"/>
                    <a:gd name="connsiteY9" fmla="*/ 185363 h 195107"/>
                    <a:gd name="connsiteX10" fmla="*/ 563465 w 603435"/>
                    <a:gd name="connsiteY10" fmla="*/ 188411 h 195107"/>
                    <a:gd name="connsiteX11" fmla="*/ 556797 w 603435"/>
                    <a:gd name="connsiteY11" fmla="*/ 193935 h 195107"/>
                    <a:gd name="connsiteX12" fmla="*/ 553559 w 603435"/>
                    <a:gd name="connsiteY12" fmla="*/ 194411 h 195107"/>
                    <a:gd name="connsiteX13" fmla="*/ 550987 w 603435"/>
                    <a:gd name="connsiteY13" fmla="*/ 192030 h 195107"/>
                    <a:gd name="connsiteX14" fmla="*/ 550606 w 603435"/>
                    <a:gd name="connsiteY14" fmla="*/ 188030 h 195107"/>
                    <a:gd name="connsiteX15" fmla="*/ 552511 w 603435"/>
                    <a:gd name="connsiteY15" fmla="*/ 184982 h 195107"/>
                    <a:gd name="connsiteX16" fmla="*/ 559179 w 603435"/>
                    <a:gd name="connsiteY16" fmla="*/ 179457 h 195107"/>
                    <a:gd name="connsiteX17" fmla="*/ 562417 w 603435"/>
                    <a:gd name="connsiteY17" fmla="*/ 178981 h 195107"/>
                    <a:gd name="connsiteX18" fmla="*/ 125600 w 603435"/>
                    <a:gd name="connsiteY18" fmla="*/ 178790 h 195107"/>
                    <a:gd name="connsiteX19" fmla="*/ 127315 w 603435"/>
                    <a:gd name="connsiteY19" fmla="*/ 178790 h 195107"/>
                    <a:gd name="connsiteX20" fmla="*/ 131887 w 603435"/>
                    <a:gd name="connsiteY20" fmla="*/ 180314 h 195107"/>
                    <a:gd name="connsiteX21" fmla="*/ 134459 w 603435"/>
                    <a:gd name="connsiteY21" fmla="*/ 182696 h 195107"/>
                    <a:gd name="connsiteX22" fmla="*/ 134363 w 603435"/>
                    <a:gd name="connsiteY22" fmla="*/ 182696 h 195107"/>
                    <a:gd name="connsiteX23" fmla="*/ 134935 w 603435"/>
                    <a:gd name="connsiteY23" fmla="*/ 185267 h 195107"/>
                    <a:gd name="connsiteX24" fmla="*/ 134745 w 603435"/>
                    <a:gd name="connsiteY24" fmla="*/ 186601 h 195107"/>
                    <a:gd name="connsiteX25" fmla="*/ 133982 w 603435"/>
                    <a:gd name="connsiteY25" fmla="*/ 188315 h 195107"/>
                    <a:gd name="connsiteX26" fmla="*/ 132839 w 603435"/>
                    <a:gd name="connsiteY26" fmla="*/ 189649 h 195107"/>
                    <a:gd name="connsiteX27" fmla="*/ 131315 w 603435"/>
                    <a:gd name="connsiteY27" fmla="*/ 190220 h 195107"/>
                    <a:gd name="connsiteX28" fmla="*/ 129601 w 603435"/>
                    <a:gd name="connsiteY28" fmla="*/ 190220 h 195107"/>
                    <a:gd name="connsiteX29" fmla="*/ 125029 w 603435"/>
                    <a:gd name="connsiteY29" fmla="*/ 188696 h 195107"/>
                    <a:gd name="connsiteX30" fmla="*/ 122552 w 603435"/>
                    <a:gd name="connsiteY30" fmla="*/ 186315 h 195107"/>
                    <a:gd name="connsiteX31" fmla="*/ 121981 w 603435"/>
                    <a:gd name="connsiteY31" fmla="*/ 183743 h 195107"/>
                    <a:gd name="connsiteX32" fmla="*/ 122172 w 603435"/>
                    <a:gd name="connsiteY32" fmla="*/ 182410 h 195107"/>
                    <a:gd name="connsiteX33" fmla="*/ 122933 w 603435"/>
                    <a:gd name="connsiteY33" fmla="*/ 180695 h 195107"/>
                    <a:gd name="connsiteX34" fmla="*/ 124076 w 603435"/>
                    <a:gd name="connsiteY34" fmla="*/ 179362 h 195107"/>
                    <a:gd name="connsiteX35" fmla="*/ 125600 w 603435"/>
                    <a:gd name="connsiteY35" fmla="*/ 178790 h 195107"/>
                    <a:gd name="connsiteX36" fmla="*/ 437926 w 603435"/>
                    <a:gd name="connsiteY36" fmla="*/ 178600 h 195107"/>
                    <a:gd name="connsiteX37" fmla="*/ 439069 w 603435"/>
                    <a:gd name="connsiteY37" fmla="*/ 178791 h 195107"/>
                    <a:gd name="connsiteX38" fmla="*/ 440497 w 603435"/>
                    <a:gd name="connsiteY38" fmla="*/ 179743 h 195107"/>
                    <a:gd name="connsiteX39" fmla="*/ 441545 w 603435"/>
                    <a:gd name="connsiteY39" fmla="*/ 181172 h 195107"/>
                    <a:gd name="connsiteX40" fmla="*/ 442021 w 603435"/>
                    <a:gd name="connsiteY40" fmla="*/ 183077 h 195107"/>
                    <a:gd name="connsiteX41" fmla="*/ 442021 w 603435"/>
                    <a:gd name="connsiteY41" fmla="*/ 185172 h 195107"/>
                    <a:gd name="connsiteX42" fmla="*/ 441164 w 603435"/>
                    <a:gd name="connsiteY42" fmla="*/ 189744 h 195107"/>
                    <a:gd name="connsiteX43" fmla="*/ 440116 w 603435"/>
                    <a:gd name="connsiteY43" fmla="*/ 192030 h 195107"/>
                    <a:gd name="connsiteX44" fmla="*/ 439259 w 603435"/>
                    <a:gd name="connsiteY44" fmla="*/ 192792 h 195107"/>
                    <a:gd name="connsiteX45" fmla="*/ 437164 w 603435"/>
                    <a:gd name="connsiteY45" fmla="*/ 193459 h 195107"/>
                    <a:gd name="connsiteX46" fmla="*/ 436021 w 603435"/>
                    <a:gd name="connsiteY46" fmla="*/ 193269 h 195107"/>
                    <a:gd name="connsiteX47" fmla="*/ 434592 w 603435"/>
                    <a:gd name="connsiteY47" fmla="*/ 192316 h 195107"/>
                    <a:gd name="connsiteX48" fmla="*/ 433544 w 603435"/>
                    <a:gd name="connsiteY48" fmla="*/ 190887 h 195107"/>
                    <a:gd name="connsiteX49" fmla="*/ 433068 w 603435"/>
                    <a:gd name="connsiteY49" fmla="*/ 188982 h 195107"/>
                    <a:gd name="connsiteX50" fmla="*/ 433068 w 603435"/>
                    <a:gd name="connsiteY50" fmla="*/ 186887 h 195107"/>
                    <a:gd name="connsiteX51" fmla="*/ 433925 w 603435"/>
                    <a:gd name="connsiteY51" fmla="*/ 182315 h 195107"/>
                    <a:gd name="connsiteX52" fmla="*/ 434973 w 603435"/>
                    <a:gd name="connsiteY52" fmla="*/ 180029 h 195107"/>
                    <a:gd name="connsiteX53" fmla="*/ 435830 w 603435"/>
                    <a:gd name="connsiteY53" fmla="*/ 179267 h 195107"/>
                    <a:gd name="connsiteX54" fmla="*/ 437926 w 603435"/>
                    <a:gd name="connsiteY54" fmla="*/ 178600 h 195107"/>
                    <a:gd name="connsiteX55" fmla="*/ 246473 w 603435"/>
                    <a:gd name="connsiteY55" fmla="*/ 165455 h 195107"/>
                    <a:gd name="connsiteX56" fmla="*/ 248188 w 603435"/>
                    <a:gd name="connsiteY56" fmla="*/ 165455 h 195107"/>
                    <a:gd name="connsiteX57" fmla="*/ 249712 w 603435"/>
                    <a:gd name="connsiteY57" fmla="*/ 166027 h 195107"/>
                    <a:gd name="connsiteX58" fmla="*/ 255522 w 603435"/>
                    <a:gd name="connsiteY58" fmla="*/ 169074 h 195107"/>
                    <a:gd name="connsiteX59" fmla="*/ 257046 w 603435"/>
                    <a:gd name="connsiteY59" fmla="*/ 170884 h 195107"/>
                    <a:gd name="connsiteX60" fmla="*/ 257427 w 603435"/>
                    <a:gd name="connsiteY60" fmla="*/ 172123 h 195107"/>
                    <a:gd name="connsiteX61" fmla="*/ 257046 w 603435"/>
                    <a:gd name="connsiteY61" fmla="*/ 176123 h 195107"/>
                    <a:gd name="connsiteX62" fmla="*/ 255998 w 603435"/>
                    <a:gd name="connsiteY62" fmla="*/ 177552 h 195107"/>
                    <a:gd name="connsiteX63" fmla="*/ 254569 w 603435"/>
                    <a:gd name="connsiteY63" fmla="*/ 178504 h 195107"/>
                    <a:gd name="connsiteX64" fmla="*/ 252855 w 603435"/>
                    <a:gd name="connsiteY64" fmla="*/ 178504 h 195107"/>
                    <a:gd name="connsiteX65" fmla="*/ 251331 w 603435"/>
                    <a:gd name="connsiteY65" fmla="*/ 177933 h 195107"/>
                    <a:gd name="connsiteX66" fmla="*/ 245521 w 603435"/>
                    <a:gd name="connsiteY66" fmla="*/ 174885 h 195107"/>
                    <a:gd name="connsiteX67" fmla="*/ 243997 w 603435"/>
                    <a:gd name="connsiteY67" fmla="*/ 173075 h 195107"/>
                    <a:gd name="connsiteX68" fmla="*/ 243616 w 603435"/>
                    <a:gd name="connsiteY68" fmla="*/ 171837 h 195107"/>
                    <a:gd name="connsiteX69" fmla="*/ 243997 w 603435"/>
                    <a:gd name="connsiteY69" fmla="*/ 167836 h 195107"/>
                    <a:gd name="connsiteX70" fmla="*/ 245044 w 603435"/>
                    <a:gd name="connsiteY70" fmla="*/ 166407 h 195107"/>
                    <a:gd name="connsiteX71" fmla="*/ 246473 w 603435"/>
                    <a:gd name="connsiteY71" fmla="*/ 165455 h 195107"/>
                    <a:gd name="connsiteX72" fmla="*/ 3585 w 603435"/>
                    <a:gd name="connsiteY72" fmla="*/ 159930 h 195107"/>
                    <a:gd name="connsiteX73" fmla="*/ 5300 w 603435"/>
                    <a:gd name="connsiteY73" fmla="*/ 159930 h 195107"/>
                    <a:gd name="connsiteX74" fmla="*/ 11110 w 603435"/>
                    <a:gd name="connsiteY74" fmla="*/ 160978 h 195107"/>
                    <a:gd name="connsiteX75" fmla="*/ 13015 w 603435"/>
                    <a:gd name="connsiteY75" fmla="*/ 162312 h 195107"/>
                    <a:gd name="connsiteX76" fmla="*/ 13682 w 603435"/>
                    <a:gd name="connsiteY76" fmla="*/ 163359 h 195107"/>
                    <a:gd name="connsiteX77" fmla="*/ 13777 w 603435"/>
                    <a:gd name="connsiteY77" fmla="*/ 163359 h 195107"/>
                    <a:gd name="connsiteX78" fmla="*/ 14158 w 603435"/>
                    <a:gd name="connsiteY78" fmla="*/ 167360 h 195107"/>
                    <a:gd name="connsiteX79" fmla="*/ 13396 w 603435"/>
                    <a:gd name="connsiteY79" fmla="*/ 169074 h 195107"/>
                    <a:gd name="connsiteX80" fmla="*/ 12253 w 603435"/>
                    <a:gd name="connsiteY80" fmla="*/ 170408 h 195107"/>
                    <a:gd name="connsiteX81" fmla="*/ 10634 w 603435"/>
                    <a:gd name="connsiteY81" fmla="*/ 170979 h 195107"/>
                    <a:gd name="connsiteX82" fmla="*/ 8919 w 603435"/>
                    <a:gd name="connsiteY82" fmla="*/ 170979 h 195107"/>
                    <a:gd name="connsiteX83" fmla="*/ 3109 w 603435"/>
                    <a:gd name="connsiteY83" fmla="*/ 169932 h 195107"/>
                    <a:gd name="connsiteX84" fmla="*/ 1204 w 603435"/>
                    <a:gd name="connsiteY84" fmla="*/ 168598 h 195107"/>
                    <a:gd name="connsiteX85" fmla="*/ 537 w 603435"/>
                    <a:gd name="connsiteY85" fmla="*/ 167550 h 195107"/>
                    <a:gd name="connsiteX86" fmla="*/ 156 w 603435"/>
                    <a:gd name="connsiteY86" fmla="*/ 163550 h 195107"/>
                    <a:gd name="connsiteX87" fmla="*/ 918 w 603435"/>
                    <a:gd name="connsiteY87" fmla="*/ 161835 h 195107"/>
                    <a:gd name="connsiteX88" fmla="*/ 2061 w 603435"/>
                    <a:gd name="connsiteY88" fmla="*/ 160502 h 195107"/>
                    <a:gd name="connsiteX89" fmla="*/ 3585 w 603435"/>
                    <a:gd name="connsiteY89" fmla="*/ 159930 h 195107"/>
                    <a:gd name="connsiteX90" fmla="*/ 355820 w 603435"/>
                    <a:gd name="connsiteY90" fmla="*/ 157264 h 195107"/>
                    <a:gd name="connsiteX91" fmla="*/ 358773 w 603435"/>
                    <a:gd name="connsiteY91" fmla="*/ 158788 h 195107"/>
                    <a:gd name="connsiteX92" fmla="*/ 369536 w 603435"/>
                    <a:gd name="connsiteY92" fmla="*/ 177267 h 195107"/>
                    <a:gd name="connsiteX93" fmla="*/ 369441 w 603435"/>
                    <a:gd name="connsiteY93" fmla="*/ 177267 h 195107"/>
                    <a:gd name="connsiteX94" fmla="*/ 369060 w 603435"/>
                    <a:gd name="connsiteY94" fmla="*/ 181267 h 195107"/>
                    <a:gd name="connsiteX95" fmla="*/ 366488 w 603435"/>
                    <a:gd name="connsiteY95" fmla="*/ 183648 h 195107"/>
                    <a:gd name="connsiteX96" fmla="*/ 363250 w 603435"/>
                    <a:gd name="connsiteY96" fmla="*/ 183172 h 195107"/>
                    <a:gd name="connsiteX97" fmla="*/ 361345 w 603435"/>
                    <a:gd name="connsiteY97" fmla="*/ 180124 h 195107"/>
                    <a:gd name="connsiteX98" fmla="*/ 361631 w 603435"/>
                    <a:gd name="connsiteY98" fmla="*/ 180791 h 195107"/>
                    <a:gd name="connsiteX99" fmla="*/ 357440 w 603435"/>
                    <a:gd name="connsiteY99" fmla="*/ 171933 h 195107"/>
                    <a:gd name="connsiteX100" fmla="*/ 352868 w 603435"/>
                    <a:gd name="connsiteY100" fmla="*/ 166122 h 195107"/>
                    <a:gd name="connsiteX101" fmla="*/ 352868 w 603435"/>
                    <a:gd name="connsiteY101" fmla="*/ 158788 h 195107"/>
                    <a:gd name="connsiteX102" fmla="*/ 355820 w 603435"/>
                    <a:gd name="connsiteY102" fmla="*/ 157264 h 195107"/>
                    <a:gd name="connsiteX103" fmla="*/ 475549 w 603435"/>
                    <a:gd name="connsiteY103" fmla="*/ 156026 h 195107"/>
                    <a:gd name="connsiteX104" fmla="*/ 478788 w 603435"/>
                    <a:gd name="connsiteY104" fmla="*/ 156502 h 195107"/>
                    <a:gd name="connsiteX105" fmla="*/ 480693 w 603435"/>
                    <a:gd name="connsiteY105" fmla="*/ 159550 h 195107"/>
                    <a:gd name="connsiteX106" fmla="*/ 480693 w 603435"/>
                    <a:gd name="connsiteY106" fmla="*/ 161645 h 195107"/>
                    <a:gd name="connsiteX107" fmla="*/ 480217 w 603435"/>
                    <a:gd name="connsiteY107" fmla="*/ 163550 h 195107"/>
                    <a:gd name="connsiteX108" fmla="*/ 475645 w 603435"/>
                    <a:gd name="connsiteY108" fmla="*/ 171742 h 195107"/>
                    <a:gd name="connsiteX109" fmla="*/ 474121 w 603435"/>
                    <a:gd name="connsiteY109" fmla="*/ 173551 h 195107"/>
                    <a:gd name="connsiteX110" fmla="*/ 473073 w 603435"/>
                    <a:gd name="connsiteY110" fmla="*/ 174028 h 195107"/>
                    <a:gd name="connsiteX111" fmla="*/ 469834 w 603435"/>
                    <a:gd name="connsiteY111" fmla="*/ 173551 h 195107"/>
                    <a:gd name="connsiteX112" fmla="*/ 467929 w 603435"/>
                    <a:gd name="connsiteY112" fmla="*/ 170503 h 195107"/>
                    <a:gd name="connsiteX113" fmla="*/ 467929 w 603435"/>
                    <a:gd name="connsiteY113" fmla="*/ 168408 h 195107"/>
                    <a:gd name="connsiteX114" fmla="*/ 468406 w 603435"/>
                    <a:gd name="connsiteY114" fmla="*/ 166503 h 195107"/>
                    <a:gd name="connsiteX115" fmla="*/ 472978 w 603435"/>
                    <a:gd name="connsiteY115" fmla="*/ 158311 h 195107"/>
                    <a:gd name="connsiteX116" fmla="*/ 474502 w 603435"/>
                    <a:gd name="connsiteY116" fmla="*/ 156502 h 195107"/>
                    <a:gd name="connsiteX117" fmla="*/ 475549 w 603435"/>
                    <a:gd name="connsiteY117" fmla="*/ 156026 h 195107"/>
                    <a:gd name="connsiteX118" fmla="*/ 76833 w 603435"/>
                    <a:gd name="connsiteY118" fmla="*/ 147835 h 195107"/>
                    <a:gd name="connsiteX119" fmla="*/ 80071 w 603435"/>
                    <a:gd name="connsiteY119" fmla="*/ 148311 h 195107"/>
                    <a:gd name="connsiteX120" fmla="*/ 81976 w 603435"/>
                    <a:gd name="connsiteY120" fmla="*/ 151359 h 195107"/>
                    <a:gd name="connsiteX121" fmla="*/ 84072 w 603435"/>
                    <a:gd name="connsiteY121" fmla="*/ 160027 h 195107"/>
                    <a:gd name="connsiteX122" fmla="*/ 83977 w 603435"/>
                    <a:gd name="connsiteY122" fmla="*/ 160027 h 195107"/>
                    <a:gd name="connsiteX123" fmla="*/ 83596 w 603435"/>
                    <a:gd name="connsiteY123" fmla="*/ 164027 h 195107"/>
                    <a:gd name="connsiteX124" fmla="*/ 81119 w 603435"/>
                    <a:gd name="connsiteY124" fmla="*/ 166408 h 195107"/>
                    <a:gd name="connsiteX125" fmla="*/ 77881 w 603435"/>
                    <a:gd name="connsiteY125" fmla="*/ 165932 h 195107"/>
                    <a:gd name="connsiteX126" fmla="*/ 75976 w 603435"/>
                    <a:gd name="connsiteY126" fmla="*/ 162884 h 195107"/>
                    <a:gd name="connsiteX127" fmla="*/ 73880 w 603435"/>
                    <a:gd name="connsiteY127" fmla="*/ 154216 h 195107"/>
                    <a:gd name="connsiteX128" fmla="*/ 74261 w 603435"/>
                    <a:gd name="connsiteY128" fmla="*/ 150216 h 195107"/>
                    <a:gd name="connsiteX129" fmla="*/ 76833 w 603435"/>
                    <a:gd name="connsiteY129" fmla="*/ 147835 h 195107"/>
                    <a:gd name="connsiteX130" fmla="*/ 320673 w 603435"/>
                    <a:gd name="connsiteY130" fmla="*/ 142119 h 195107"/>
                    <a:gd name="connsiteX131" fmla="*/ 323245 w 603435"/>
                    <a:gd name="connsiteY131" fmla="*/ 144500 h 195107"/>
                    <a:gd name="connsiteX132" fmla="*/ 326960 w 603435"/>
                    <a:gd name="connsiteY132" fmla="*/ 154216 h 195107"/>
                    <a:gd name="connsiteX133" fmla="*/ 327531 w 603435"/>
                    <a:gd name="connsiteY133" fmla="*/ 156788 h 195107"/>
                    <a:gd name="connsiteX134" fmla="*/ 327341 w 603435"/>
                    <a:gd name="connsiteY134" fmla="*/ 158121 h 195107"/>
                    <a:gd name="connsiteX135" fmla="*/ 325436 w 603435"/>
                    <a:gd name="connsiteY135" fmla="*/ 161169 h 195107"/>
                    <a:gd name="connsiteX136" fmla="*/ 322197 w 603435"/>
                    <a:gd name="connsiteY136" fmla="*/ 161645 h 195107"/>
                    <a:gd name="connsiteX137" fmla="*/ 319625 w 603435"/>
                    <a:gd name="connsiteY137" fmla="*/ 159264 h 195107"/>
                    <a:gd name="connsiteX138" fmla="*/ 315911 w 603435"/>
                    <a:gd name="connsiteY138" fmla="*/ 149549 h 195107"/>
                    <a:gd name="connsiteX139" fmla="*/ 315339 w 603435"/>
                    <a:gd name="connsiteY139" fmla="*/ 146977 h 195107"/>
                    <a:gd name="connsiteX140" fmla="*/ 315530 w 603435"/>
                    <a:gd name="connsiteY140" fmla="*/ 145644 h 195107"/>
                    <a:gd name="connsiteX141" fmla="*/ 317435 w 603435"/>
                    <a:gd name="connsiteY141" fmla="*/ 142595 h 195107"/>
                    <a:gd name="connsiteX142" fmla="*/ 320673 w 603435"/>
                    <a:gd name="connsiteY142" fmla="*/ 142119 h 195107"/>
                    <a:gd name="connsiteX143" fmla="*/ 195419 w 603435"/>
                    <a:gd name="connsiteY143" fmla="*/ 141357 h 195107"/>
                    <a:gd name="connsiteX144" fmla="*/ 204182 w 603435"/>
                    <a:gd name="connsiteY144" fmla="*/ 141738 h 195107"/>
                    <a:gd name="connsiteX145" fmla="*/ 208373 w 603435"/>
                    <a:gd name="connsiteY145" fmla="*/ 146882 h 195107"/>
                    <a:gd name="connsiteX146" fmla="*/ 207135 w 603435"/>
                    <a:gd name="connsiteY146" fmla="*/ 150501 h 195107"/>
                    <a:gd name="connsiteX147" fmla="*/ 204182 w 603435"/>
                    <a:gd name="connsiteY147" fmla="*/ 152025 h 195107"/>
                    <a:gd name="connsiteX148" fmla="*/ 195419 w 603435"/>
                    <a:gd name="connsiteY148" fmla="*/ 151644 h 195107"/>
                    <a:gd name="connsiteX149" fmla="*/ 191228 w 603435"/>
                    <a:gd name="connsiteY149" fmla="*/ 146501 h 195107"/>
                    <a:gd name="connsiteX150" fmla="*/ 192466 w 603435"/>
                    <a:gd name="connsiteY150" fmla="*/ 142881 h 195107"/>
                    <a:gd name="connsiteX151" fmla="*/ 195419 w 603435"/>
                    <a:gd name="connsiteY151" fmla="*/ 141357 h 195107"/>
                    <a:gd name="connsiteX152" fmla="*/ 272095 w 603435"/>
                    <a:gd name="connsiteY152" fmla="*/ 134309 h 195107"/>
                    <a:gd name="connsiteX153" fmla="*/ 272095 w 603435"/>
                    <a:gd name="connsiteY153" fmla="*/ 144596 h 195107"/>
                    <a:gd name="connsiteX154" fmla="*/ 272095 w 603435"/>
                    <a:gd name="connsiteY154" fmla="*/ 134309 h 195107"/>
                    <a:gd name="connsiteX155" fmla="*/ 562036 w 603435"/>
                    <a:gd name="connsiteY155" fmla="*/ 134023 h 195107"/>
                    <a:gd name="connsiteX156" fmla="*/ 563465 w 603435"/>
                    <a:gd name="connsiteY156" fmla="*/ 134975 h 195107"/>
                    <a:gd name="connsiteX157" fmla="*/ 564512 w 603435"/>
                    <a:gd name="connsiteY157" fmla="*/ 136404 h 195107"/>
                    <a:gd name="connsiteX158" fmla="*/ 564512 w 603435"/>
                    <a:gd name="connsiteY158" fmla="*/ 136499 h 195107"/>
                    <a:gd name="connsiteX159" fmla="*/ 564989 w 603435"/>
                    <a:gd name="connsiteY159" fmla="*/ 138404 h 195107"/>
                    <a:gd name="connsiteX160" fmla="*/ 564989 w 603435"/>
                    <a:gd name="connsiteY160" fmla="*/ 140500 h 195107"/>
                    <a:gd name="connsiteX161" fmla="*/ 562893 w 603435"/>
                    <a:gd name="connsiteY161" fmla="*/ 147072 h 195107"/>
                    <a:gd name="connsiteX162" fmla="*/ 561845 w 603435"/>
                    <a:gd name="connsiteY162" fmla="*/ 149358 h 195107"/>
                    <a:gd name="connsiteX163" fmla="*/ 560988 w 603435"/>
                    <a:gd name="connsiteY163" fmla="*/ 150120 h 195107"/>
                    <a:gd name="connsiteX164" fmla="*/ 557750 w 603435"/>
                    <a:gd name="connsiteY164" fmla="*/ 150596 h 195107"/>
                    <a:gd name="connsiteX165" fmla="*/ 556321 w 603435"/>
                    <a:gd name="connsiteY165" fmla="*/ 149644 h 195107"/>
                    <a:gd name="connsiteX166" fmla="*/ 555273 w 603435"/>
                    <a:gd name="connsiteY166" fmla="*/ 148215 h 195107"/>
                    <a:gd name="connsiteX167" fmla="*/ 554797 w 603435"/>
                    <a:gd name="connsiteY167" fmla="*/ 146310 h 195107"/>
                    <a:gd name="connsiteX168" fmla="*/ 554797 w 603435"/>
                    <a:gd name="connsiteY168" fmla="*/ 144215 h 195107"/>
                    <a:gd name="connsiteX169" fmla="*/ 556892 w 603435"/>
                    <a:gd name="connsiteY169" fmla="*/ 137547 h 195107"/>
                    <a:gd name="connsiteX170" fmla="*/ 557940 w 603435"/>
                    <a:gd name="connsiteY170" fmla="*/ 135261 h 195107"/>
                    <a:gd name="connsiteX171" fmla="*/ 558797 w 603435"/>
                    <a:gd name="connsiteY171" fmla="*/ 134499 h 195107"/>
                    <a:gd name="connsiteX172" fmla="*/ 562036 w 603435"/>
                    <a:gd name="connsiteY172" fmla="*/ 134023 h 195107"/>
                    <a:gd name="connsiteX173" fmla="*/ 122838 w 603435"/>
                    <a:gd name="connsiteY173" fmla="*/ 128307 h 195107"/>
                    <a:gd name="connsiteX174" fmla="*/ 128839 w 603435"/>
                    <a:gd name="connsiteY174" fmla="*/ 128307 h 195107"/>
                    <a:gd name="connsiteX175" fmla="*/ 142555 w 603435"/>
                    <a:gd name="connsiteY175" fmla="*/ 143547 h 195107"/>
                    <a:gd name="connsiteX176" fmla="*/ 142555 w 603435"/>
                    <a:gd name="connsiteY176" fmla="*/ 150882 h 195107"/>
                    <a:gd name="connsiteX177" fmla="*/ 136554 w 603435"/>
                    <a:gd name="connsiteY177" fmla="*/ 150882 h 195107"/>
                    <a:gd name="connsiteX178" fmla="*/ 122838 w 603435"/>
                    <a:gd name="connsiteY178" fmla="*/ 135642 h 195107"/>
                    <a:gd name="connsiteX179" fmla="*/ 122838 w 603435"/>
                    <a:gd name="connsiteY179" fmla="*/ 128307 h 195107"/>
                    <a:gd name="connsiteX180" fmla="*/ 598136 w 603435"/>
                    <a:gd name="connsiteY180" fmla="*/ 118783 h 195107"/>
                    <a:gd name="connsiteX181" fmla="*/ 601374 w 603435"/>
                    <a:gd name="connsiteY181" fmla="*/ 119259 h 195107"/>
                    <a:gd name="connsiteX182" fmla="*/ 603279 w 603435"/>
                    <a:gd name="connsiteY182" fmla="*/ 122307 h 195107"/>
                    <a:gd name="connsiteX183" fmla="*/ 602898 w 603435"/>
                    <a:gd name="connsiteY183" fmla="*/ 126307 h 195107"/>
                    <a:gd name="connsiteX184" fmla="*/ 599183 w 603435"/>
                    <a:gd name="connsiteY184" fmla="*/ 133927 h 195107"/>
                    <a:gd name="connsiteX185" fmla="*/ 596612 w 603435"/>
                    <a:gd name="connsiteY185" fmla="*/ 136308 h 195107"/>
                    <a:gd name="connsiteX186" fmla="*/ 593373 w 603435"/>
                    <a:gd name="connsiteY186" fmla="*/ 135832 h 195107"/>
                    <a:gd name="connsiteX187" fmla="*/ 591468 w 603435"/>
                    <a:gd name="connsiteY187" fmla="*/ 132784 h 195107"/>
                    <a:gd name="connsiteX188" fmla="*/ 591849 w 603435"/>
                    <a:gd name="connsiteY188" fmla="*/ 128784 h 195107"/>
                    <a:gd name="connsiteX189" fmla="*/ 595564 w 603435"/>
                    <a:gd name="connsiteY189" fmla="*/ 121164 h 195107"/>
                    <a:gd name="connsiteX190" fmla="*/ 598136 w 603435"/>
                    <a:gd name="connsiteY190" fmla="*/ 118783 h 195107"/>
                    <a:gd name="connsiteX191" fmla="*/ 414494 w 603435"/>
                    <a:gd name="connsiteY191" fmla="*/ 111734 h 195107"/>
                    <a:gd name="connsiteX192" fmla="*/ 417066 w 603435"/>
                    <a:gd name="connsiteY192" fmla="*/ 114115 h 195107"/>
                    <a:gd name="connsiteX193" fmla="*/ 417161 w 603435"/>
                    <a:gd name="connsiteY193" fmla="*/ 114020 h 195107"/>
                    <a:gd name="connsiteX194" fmla="*/ 417542 w 603435"/>
                    <a:gd name="connsiteY194" fmla="*/ 118020 h 195107"/>
                    <a:gd name="connsiteX195" fmla="*/ 415637 w 603435"/>
                    <a:gd name="connsiteY195" fmla="*/ 121068 h 195107"/>
                    <a:gd name="connsiteX196" fmla="*/ 416113 w 603435"/>
                    <a:gd name="connsiteY196" fmla="*/ 120592 h 195107"/>
                    <a:gd name="connsiteX197" fmla="*/ 412494 w 603435"/>
                    <a:gd name="connsiteY197" fmla="*/ 124974 h 195107"/>
                    <a:gd name="connsiteX198" fmla="*/ 410017 w 603435"/>
                    <a:gd name="connsiteY198" fmla="*/ 130212 h 195107"/>
                    <a:gd name="connsiteX199" fmla="*/ 409065 w 603435"/>
                    <a:gd name="connsiteY199" fmla="*/ 133641 h 195107"/>
                    <a:gd name="connsiteX200" fmla="*/ 403826 w 603435"/>
                    <a:gd name="connsiteY200" fmla="*/ 137261 h 195107"/>
                    <a:gd name="connsiteX201" fmla="*/ 400874 w 603435"/>
                    <a:gd name="connsiteY201" fmla="*/ 130879 h 195107"/>
                    <a:gd name="connsiteX202" fmla="*/ 404493 w 603435"/>
                    <a:gd name="connsiteY202" fmla="*/ 120878 h 195107"/>
                    <a:gd name="connsiteX203" fmla="*/ 411256 w 603435"/>
                    <a:gd name="connsiteY203" fmla="*/ 112210 h 195107"/>
                    <a:gd name="connsiteX204" fmla="*/ 414494 w 603435"/>
                    <a:gd name="connsiteY204" fmla="*/ 111734 h 195107"/>
                    <a:gd name="connsiteX205" fmla="*/ 512506 w 603435"/>
                    <a:gd name="connsiteY205" fmla="*/ 103257 h 195107"/>
                    <a:gd name="connsiteX206" fmla="*/ 516697 w 603435"/>
                    <a:gd name="connsiteY206" fmla="*/ 108400 h 195107"/>
                    <a:gd name="connsiteX207" fmla="*/ 515840 w 603435"/>
                    <a:gd name="connsiteY207" fmla="*/ 126212 h 195107"/>
                    <a:gd name="connsiteX208" fmla="*/ 511649 w 603435"/>
                    <a:gd name="connsiteY208" fmla="*/ 131355 h 195107"/>
                    <a:gd name="connsiteX209" fmla="*/ 507458 w 603435"/>
                    <a:gd name="connsiteY209" fmla="*/ 126212 h 195107"/>
                    <a:gd name="connsiteX210" fmla="*/ 508315 w 603435"/>
                    <a:gd name="connsiteY210" fmla="*/ 108400 h 195107"/>
                    <a:gd name="connsiteX211" fmla="*/ 512506 w 603435"/>
                    <a:gd name="connsiteY211" fmla="*/ 103257 h 195107"/>
                    <a:gd name="connsiteX212" fmla="*/ 215231 w 603435"/>
                    <a:gd name="connsiteY212" fmla="*/ 99637 h 195107"/>
                    <a:gd name="connsiteX213" fmla="*/ 221898 w 603435"/>
                    <a:gd name="connsiteY213" fmla="*/ 101352 h 195107"/>
                    <a:gd name="connsiteX214" fmla="*/ 224470 w 603435"/>
                    <a:gd name="connsiteY214" fmla="*/ 103733 h 195107"/>
                    <a:gd name="connsiteX215" fmla="*/ 224375 w 603435"/>
                    <a:gd name="connsiteY215" fmla="*/ 103828 h 195107"/>
                    <a:gd name="connsiteX216" fmla="*/ 224756 w 603435"/>
                    <a:gd name="connsiteY216" fmla="*/ 107829 h 195107"/>
                    <a:gd name="connsiteX217" fmla="*/ 222851 w 603435"/>
                    <a:gd name="connsiteY217" fmla="*/ 110877 h 195107"/>
                    <a:gd name="connsiteX218" fmla="*/ 219612 w 603435"/>
                    <a:gd name="connsiteY218" fmla="*/ 111353 h 195107"/>
                    <a:gd name="connsiteX219" fmla="*/ 215421 w 603435"/>
                    <a:gd name="connsiteY219" fmla="*/ 110019 h 195107"/>
                    <a:gd name="connsiteX220" fmla="*/ 209897 w 603435"/>
                    <a:gd name="connsiteY220" fmla="*/ 110019 h 195107"/>
                    <a:gd name="connsiteX221" fmla="*/ 208373 w 603435"/>
                    <a:gd name="connsiteY221" fmla="*/ 109924 h 195107"/>
                    <a:gd name="connsiteX222" fmla="*/ 207325 w 603435"/>
                    <a:gd name="connsiteY222" fmla="*/ 109448 h 195107"/>
                    <a:gd name="connsiteX223" fmla="*/ 205420 w 603435"/>
                    <a:gd name="connsiteY223" fmla="*/ 106400 h 195107"/>
                    <a:gd name="connsiteX224" fmla="*/ 205801 w 603435"/>
                    <a:gd name="connsiteY224" fmla="*/ 102399 h 195107"/>
                    <a:gd name="connsiteX225" fmla="*/ 208373 w 603435"/>
                    <a:gd name="connsiteY225" fmla="*/ 100018 h 195107"/>
                    <a:gd name="connsiteX226" fmla="*/ 215231 w 603435"/>
                    <a:gd name="connsiteY226" fmla="*/ 99637 h 195107"/>
                    <a:gd name="connsiteX227" fmla="*/ 76642 w 603435"/>
                    <a:gd name="connsiteY227" fmla="*/ 95732 h 195107"/>
                    <a:gd name="connsiteX228" fmla="*/ 92644 w 603435"/>
                    <a:gd name="connsiteY228" fmla="*/ 103638 h 195107"/>
                    <a:gd name="connsiteX229" fmla="*/ 92644 w 603435"/>
                    <a:gd name="connsiteY229" fmla="*/ 110972 h 195107"/>
                    <a:gd name="connsiteX230" fmla="*/ 86643 w 603435"/>
                    <a:gd name="connsiteY230" fmla="*/ 110972 h 195107"/>
                    <a:gd name="connsiteX231" fmla="*/ 85500 w 603435"/>
                    <a:gd name="connsiteY231" fmla="*/ 109734 h 195107"/>
                    <a:gd name="connsiteX232" fmla="*/ 82262 w 603435"/>
                    <a:gd name="connsiteY232" fmla="*/ 107448 h 195107"/>
                    <a:gd name="connsiteX233" fmla="*/ 78642 w 603435"/>
                    <a:gd name="connsiteY233" fmla="*/ 106209 h 195107"/>
                    <a:gd name="connsiteX234" fmla="*/ 76642 w 603435"/>
                    <a:gd name="connsiteY234" fmla="*/ 106019 h 195107"/>
                    <a:gd name="connsiteX235" fmla="*/ 72451 w 603435"/>
                    <a:gd name="connsiteY235" fmla="*/ 100875 h 195107"/>
                    <a:gd name="connsiteX236" fmla="*/ 76642 w 603435"/>
                    <a:gd name="connsiteY236" fmla="*/ 95732 h 195107"/>
                    <a:gd name="connsiteX237" fmla="*/ 50734 w 603435"/>
                    <a:gd name="connsiteY237" fmla="*/ 93923 h 195107"/>
                    <a:gd name="connsiteX238" fmla="*/ 50924 w 603435"/>
                    <a:gd name="connsiteY238" fmla="*/ 94113 h 195107"/>
                    <a:gd name="connsiteX239" fmla="*/ 50734 w 603435"/>
                    <a:gd name="connsiteY239" fmla="*/ 93979 h 195107"/>
                    <a:gd name="connsiteX240" fmla="*/ 156176 w 603435"/>
                    <a:gd name="connsiteY240" fmla="*/ 90780 h 195107"/>
                    <a:gd name="connsiteX241" fmla="*/ 186370 w 603435"/>
                    <a:gd name="connsiteY241" fmla="*/ 103924 h 195107"/>
                    <a:gd name="connsiteX242" fmla="*/ 186370 w 603435"/>
                    <a:gd name="connsiteY242" fmla="*/ 104019 h 195107"/>
                    <a:gd name="connsiteX243" fmla="*/ 187894 w 603435"/>
                    <a:gd name="connsiteY243" fmla="*/ 111068 h 195107"/>
                    <a:gd name="connsiteX244" fmla="*/ 182084 w 603435"/>
                    <a:gd name="connsiteY244" fmla="*/ 112878 h 195107"/>
                    <a:gd name="connsiteX245" fmla="*/ 153890 w 603435"/>
                    <a:gd name="connsiteY245" fmla="*/ 100781 h 195107"/>
                    <a:gd name="connsiteX246" fmla="*/ 150937 w 603435"/>
                    <a:gd name="connsiteY246" fmla="*/ 94399 h 195107"/>
                    <a:gd name="connsiteX247" fmla="*/ 156176 w 603435"/>
                    <a:gd name="connsiteY247" fmla="*/ 90780 h 195107"/>
                    <a:gd name="connsiteX248" fmla="*/ 472406 w 603435"/>
                    <a:gd name="connsiteY248" fmla="*/ 88874 h 195107"/>
                    <a:gd name="connsiteX249" fmla="*/ 475358 w 603435"/>
                    <a:gd name="connsiteY249" fmla="*/ 90398 h 195107"/>
                    <a:gd name="connsiteX250" fmla="*/ 476596 w 603435"/>
                    <a:gd name="connsiteY250" fmla="*/ 94018 h 195107"/>
                    <a:gd name="connsiteX251" fmla="*/ 475358 w 603435"/>
                    <a:gd name="connsiteY251" fmla="*/ 97637 h 195107"/>
                    <a:gd name="connsiteX252" fmla="*/ 467167 w 603435"/>
                    <a:gd name="connsiteY252" fmla="*/ 109448 h 195107"/>
                    <a:gd name="connsiteX253" fmla="*/ 464214 w 603435"/>
                    <a:gd name="connsiteY253" fmla="*/ 110972 h 195107"/>
                    <a:gd name="connsiteX254" fmla="*/ 461261 w 603435"/>
                    <a:gd name="connsiteY254" fmla="*/ 109448 h 195107"/>
                    <a:gd name="connsiteX255" fmla="*/ 460023 w 603435"/>
                    <a:gd name="connsiteY255" fmla="*/ 105829 h 195107"/>
                    <a:gd name="connsiteX256" fmla="*/ 461261 w 603435"/>
                    <a:gd name="connsiteY256" fmla="*/ 102209 h 195107"/>
                    <a:gd name="connsiteX257" fmla="*/ 469453 w 603435"/>
                    <a:gd name="connsiteY257" fmla="*/ 90398 h 195107"/>
                    <a:gd name="connsiteX258" fmla="*/ 472406 w 603435"/>
                    <a:gd name="connsiteY258" fmla="*/ 88874 h 195107"/>
                    <a:gd name="connsiteX259" fmla="*/ 358582 w 603435"/>
                    <a:gd name="connsiteY259" fmla="*/ 86779 h 195107"/>
                    <a:gd name="connsiteX260" fmla="*/ 358677 w 603435"/>
                    <a:gd name="connsiteY260" fmla="*/ 86969 h 195107"/>
                    <a:gd name="connsiteX261" fmla="*/ 358593 w 603435"/>
                    <a:gd name="connsiteY261" fmla="*/ 86891 h 195107"/>
                    <a:gd name="connsiteX262" fmla="*/ 356105 w 603435"/>
                    <a:gd name="connsiteY262" fmla="*/ 84588 h 195107"/>
                    <a:gd name="connsiteX263" fmla="*/ 358593 w 603435"/>
                    <a:gd name="connsiteY263" fmla="*/ 86891 h 195107"/>
                    <a:gd name="connsiteX264" fmla="*/ 358963 w 603435"/>
                    <a:gd name="connsiteY264" fmla="*/ 90779 h 195107"/>
                    <a:gd name="connsiteX265" fmla="*/ 358201 w 603435"/>
                    <a:gd name="connsiteY265" fmla="*/ 92494 h 195107"/>
                    <a:gd name="connsiteX266" fmla="*/ 357058 w 603435"/>
                    <a:gd name="connsiteY266" fmla="*/ 93732 h 195107"/>
                    <a:gd name="connsiteX267" fmla="*/ 357344 w 603435"/>
                    <a:gd name="connsiteY267" fmla="*/ 93446 h 195107"/>
                    <a:gd name="connsiteX268" fmla="*/ 354772 w 603435"/>
                    <a:gd name="connsiteY268" fmla="*/ 96684 h 195107"/>
                    <a:gd name="connsiteX269" fmla="*/ 353057 w 603435"/>
                    <a:gd name="connsiteY269" fmla="*/ 100209 h 195107"/>
                    <a:gd name="connsiteX270" fmla="*/ 350581 w 603435"/>
                    <a:gd name="connsiteY270" fmla="*/ 102590 h 195107"/>
                    <a:gd name="connsiteX271" fmla="*/ 347342 w 603435"/>
                    <a:gd name="connsiteY271" fmla="*/ 102114 h 195107"/>
                    <a:gd name="connsiteX272" fmla="*/ 345437 w 603435"/>
                    <a:gd name="connsiteY272" fmla="*/ 99066 h 195107"/>
                    <a:gd name="connsiteX273" fmla="*/ 345437 w 603435"/>
                    <a:gd name="connsiteY273" fmla="*/ 96970 h 195107"/>
                    <a:gd name="connsiteX274" fmla="*/ 345914 w 603435"/>
                    <a:gd name="connsiteY274" fmla="*/ 95065 h 195107"/>
                    <a:gd name="connsiteX275" fmla="*/ 348866 w 603435"/>
                    <a:gd name="connsiteY275" fmla="*/ 89541 h 195107"/>
                    <a:gd name="connsiteX276" fmla="*/ 352867 w 603435"/>
                    <a:gd name="connsiteY276" fmla="*/ 85064 h 195107"/>
                    <a:gd name="connsiteX277" fmla="*/ 356105 w 603435"/>
                    <a:gd name="connsiteY277" fmla="*/ 84588 h 195107"/>
                    <a:gd name="connsiteX278" fmla="*/ 269523 w 603435"/>
                    <a:gd name="connsiteY278" fmla="*/ 79254 h 195107"/>
                    <a:gd name="connsiteX279" fmla="*/ 298765 w 603435"/>
                    <a:gd name="connsiteY279" fmla="*/ 94875 h 195107"/>
                    <a:gd name="connsiteX280" fmla="*/ 298765 w 603435"/>
                    <a:gd name="connsiteY280" fmla="*/ 94970 h 195107"/>
                    <a:gd name="connsiteX281" fmla="*/ 300289 w 603435"/>
                    <a:gd name="connsiteY281" fmla="*/ 102019 h 195107"/>
                    <a:gd name="connsiteX282" fmla="*/ 294479 w 603435"/>
                    <a:gd name="connsiteY282" fmla="*/ 103828 h 195107"/>
                    <a:gd name="connsiteX283" fmla="*/ 267237 w 603435"/>
                    <a:gd name="connsiteY283" fmla="*/ 89255 h 195107"/>
                    <a:gd name="connsiteX284" fmla="*/ 264285 w 603435"/>
                    <a:gd name="connsiteY284" fmla="*/ 82873 h 195107"/>
                    <a:gd name="connsiteX285" fmla="*/ 269523 w 603435"/>
                    <a:gd name="connsiteY285" fmla="*/ 79254 h 195107"/>
                    <a:gd name="connsiteX286" fmla="*/ 26159 w 603435"/>
                    <a:gd name="connsiteY286" fmla="*/ 76682 h 195107"/>
                    <a:gd name="connsiteX287" fmla="*/ 50734 w 603435"/>
                    <a:gd name="connsiteY287" fmla="*/ 93979 h 195107"/>
                    <a:gd name="connsiteX288" fmla="*/ 50734 w 603435"/>
                    <a:gd name="connsiteY288" fmla="*/ 101257 h 195107"/>
                    <a:gd name="connsiteX289" fmla="*/ 44733 w 603435"/>
                    <a:gd name="connsiteY289" fmla="*/ 101257 h 195107"/>
                    <a:gd name="connsiteX290" fmla="*/ 39971 w 603435"/>
                    <a:gd name="connsiteY290" fmla="*/ 95542 h 195107"/>
                    <a:gd name="connsiteX291" fmla="*/ 39399 w 603435"/>
                    <a:gd name="connsiteY291" fmla="*/ 94970 h 195107"/>
                    <a:gd name="connsiteX292" fmla="*/ 39304 w 603435"/>
                    <a:gd name="connsiteY292" fmla="*/ 94875 h 195107"/>
                    <a:gd name="connsiteX293" fmla="*/ 37970 w 603435"/>
                    <a:gd name="connsiteY293" fmla="*/ 93732 h 195107"/>
                    <a:gd name="connsiteX294" fmla="*/ 35399 w 603435"/>
                    <a:gd name="connsiteY294" fmla="*/ 91732 h 195107"/>
                    <a:gd name="connsiteX295" fmla="*/ 32541 w 603435"/>
                    <a:gd name="connsiteY295" fmla="*/ 89922 h 195107"/>
                    <a:gd name="connsiteX296" fmla="*/ 31684 w 603435"/>
                    <a:gd name="connsiteY296" fmla="*/ 89446 h 195107"/>
                    <a:gd name="connsiteX297" fmla="*/ 30160 w 603435"/>
                    <a:gd name="connsiteY297" fmla="*/ 88779 h 195107"/>
                    <a:gd name="connsiteX298" fmla="*/ 23873 w 603435"/>
                    <a:gd name="connsiteY298" fmla="*/ 86684 h 195107"/>
                    <a:gd name="connsiteX299" fmla="*/ 20921 w 603435"/>
                    <a:gd name="connsiteY299" fmla="*/ 80302 h 195107"/>
                    <a:gd name="connsiteX300" fmla="*/ 26159 w 603435"/>
                    <a:gd name="connsiteY300" fmla="*/ 76682 h 195107"/>
                    <a:gd name="connsiteX301" fmla="*/ 412970 w 603435"/>
                    <a:gd name="connsiteY301" fmla="*/ 63061 h 195107"/>
                    <a:gd name="connsiteX302" fmla="*/ 415923 w 603435"/>
                    <a:gd name="connsiteY302" fmla="*/ 64585 h 195107"/>
                    <a:gd name="connsiteX303" fmla="*/ 416018 w 603435"/>
                    <a:gd name="connsiteY303" fmla="*/ 64680 h 195107"/>
                    <a:gd name="connsiteX304" fmla="*/ 417257 w 603435"/>
                    <a:gd name="connsiteY304" fmla="*/ 68300 h 195107"/>
                    <a:gd name="connsiteX305" fmla="*/ 416876 w 603435"/>
                    <a:gd name="connsiteY305" fmla="*/ 70300 h 195107"/>
                    <a:gd name="connsiteX306" fmla="*/ 416018 w 603435"/>
                    <a:gd name="connsiteY306" fmla="*/ 71919 h 195107"/>
                    <a:gd name="connsiteX307" fmla="*/ 407255 w 603435"/>
                    <a:gd name="connsiteY307" fmla="*/ 81921 h 195107"/>
                    <a:gd name="connsiteX308" fmla="*/ 404017 w 603435"/>
                    <a:gd name="connsiteY308" fmla="*/ 82397 h 195107"/>
                    <a:gd name="connsiteX309" fmla="*/ 401445 w 603435"/>
                    <a:gd name="connsiteY309" fmla="*/ 80016 h 195107"/>
                    <a:gd name="connsiteX310" fmla="*/ 401064 w 603435"/>
                    <a:gd name="connsiteY310" fmla="*/ 76015 h 195107"/>
                    <a:gd name="connsiteX311" fmla="*/ 402969 w 603435"/>
                    <a:gd name="connsiteY311" fmla="*/ 72967 h 195107"/>
                    <a:gd name="connsiteX312" fmla="*/ 403922 w 603435"/>
                    <a:gd name="connsiteY312" fmla="*/ 72110 h 195107"/>
                    <a:gd name="connsiteX313" fmla="*/ 410018 w 603435"/>
                    <a:gd name="connsiteY313" fmla="*/ 64585 h 195107"/>
                    <a:gd name="connsiteX314" fmla="*/ 412970 w 603435"/>
                    <a:gd name="connsiteY314" fmla="*/ 63061 h 195107"/>
                    <a:gd name="connsiteX315" fmla="*/ 543939 w 603435"/>
                    <a:gd name="connsiteY315" fmla="*/ 58204 h 195107"/>
                    <a:gd name="connsiteX316" fmla="*/ 547178 w 603435"/>
                    <a:gd name="connsiteY316" fmla="*/ 58680 h 195107"/>
                    <a:gd name="connsiteX317" fmla="*/ 548321 w 603435"/>
                    <a:gd name="connsiteY317" fmla="*/ 60013 h 195107"/>
                    <a:gd name="connsiteX318" fmla="*/ 549083 w 603435"/>
                    <a:gd name="connsiteY318" fmla="*/ 61728 h 195107"/>
                    <a:gd name="connsiteX319" fmla="*/ 549083 w 603435"/>
                    <a:gd name="connsiteY319" fmla="*/ 63823 h 195107"/>
                    <a:gd name="connsiteX320" fmla="*/ 548606 w 603435"/>
                    <a:gd name="connsiteY320" fmla="*/ 65728 h 195107"/>
                    <a:gd name="connsiteX321" fmla="*/ 545654 w 603435"/>
                    <a:gd name="connsiteY321" fmla="*/ 71348 h 195107"/>
                    <a:gd name="connsiteX322" fmla="*/ 544130 w 603435"/>
                    <a:gd name="connsiteY322" fmla="*/ 73158 h 195107"/>
                    <a:gd name="connsiteX323" fmla="*/ 543082 w 603435"/>
                    <a:gd name="connsiteY323" fmla="*/ 73634 h 195107"/>
                    <a:gd name="connsiteX324" fmla="*/ 539843 w 603435"/>
                    <a:gd name="connsiteY324" fmla="*/ 73158 h 195107"/>
                    <a:gd name="connsiteX325" fmla="*/ 538700 w 603435"/>
                    <a:gd name="connsiteY325" fmla="*/ 71824 h 195107"/>
                    <a:gd name="connsiteX326" fmla="*/ 537938 w 603435"/>
                    <a:gd name="connsiteY326" fmla="*/ 70110 h 195107"/>
                    <a:gd name="connsiteX327" fmla="*/ 537938 w 603435"/>
                    <a:gd name="connsiteY327" fmla="*/ 68014 h 195107"/>
                    <a:gd name="connsiteX328" fmla="*/ 538415 w 603435"/>
                    <a:gd name="connsiteY328" fmla="*/ 66109 h 195107"/>
                    <a:gd name="connsiteX329" fmla="*/ 541367 w 603435"/>
                    <a:gd name="connsiteY329" fmla="*/ 60490 h 195107"/>
                    <a:gd name="connsiteX330" fmla="*/ 542891 w 603435"/>
                    <a:gd name="connsiteY330" fmla="*/ 58680 h 195107"/>
                    <a:gd name="connsiteX331" fmla="*/ 543939 w 603435"/>
                    <a:gd name="connsiteY331" fmla="*/ 58204 h 195107"/>
                    <a:gd name="connsiteX332" fmla="*/ 56449 w 603435"/>
                    <a:gd name="connsiteY332" fmla="*/ 51060 h 195107"/>
                    <a:gd name="connsiteX333" fmla="*/ 59688 w 603435"/>
                    <a:gd name="connsiteY333" fmla="*/ 51536 h 195107"/>
                    <a:gd name="connsiteX334" fmla="*/ 65498 w 603435"/>
                    <a:gd name="connsiteY334" fmla="*/ 55632 h 195107"/>
                    <a:gd name="connsiteX335" fmla="*/ 67403 w 603435"/>
                    <a:gd name="connsiteY335" fmla="*/ 58680 h 195107"/>
                    <a:gd name="connsiteX336" fmla="*/ 67022 w 603435"/>
                    <a:gd name="connsiteY336" fmla="*/ 62681 h 195107"/>
                    <a:gd name="connsiteX337" fmla="*/ 65974 w 603435"/>
                    <a:gd name="connsiteY337" fmla="*/ 64109 h 195107"/>
                    <a:gd name="connsiteX338" fmla="*/ 64545 w 603435"/>
                    <a:gd name="connsiteY338" fmla="*/ 65062 h 195107"/>
                    <a:gd name="connsiteX339" fmla="*/ 61307 w 603435"/>
                    <a:gd name="connsiteY339" fmla="*/ 64586 h 195107"/>
                    <a:gd name="connsiteX340" fmla="*/ 55497 w 603435"/>
                    <a:gd name="connsiteY340" fmla="*/ 60490 h 195107"/>
                    <a:gd name="connsiteX341" fmla="*/ 53592 w 603435"/>
                    <a:gd name="connsiteY341" fmla="*/ 57442 h 195107"/>
                    <a:gd name="connsiteX342" fmla="*/ 53973 w 603435"/>
                    <a:gd name="connsiteY342" fmla="*/ 53441 h 195107"/>
                    <a:gd name="connsiteX343" fmla="*/ 55020 w 603435"/>
                    <a:gd name="connsiteY343" fmla="*/ 52013 h 195107"/>
                    <a:gd name="connsiteX344" fmla="*/ 56449 w 603435"/>
                    <a:gd name="connsiteY344" fmla="*/ 51060 h 195107"/>
                    <a:gd name="connsiteX345" fmla="*/ 381347 w 603435"/>
                    <a:gd name="connsiteY345" fmla="*/ 47536 h 195107"/>
                    <a:gd name="connsiteX346" fmla="*/ 381919 w 603435"/>
                    <a:gd name="connsiteY346" fmla="*/ 47536 h 195107"/>
                    <a:gd name="connsiteX347" fmla="*/ 384014 w 603435"/>
                    <a:gd name="connsiteY347" fmla="*/ 48203 h 195107"/>
                    <a:gd name="connsiteX348" fmla="*/ 384871 w 603435"/>
                    <a:gd name="connsiteY348" fmla="*/ 48965 h 195107"/>
                    <a:gd name="connsiteX349" fmla="*/ 385919 w 603435"/>
                    <a:gd name="connsiteY349" fmla="*/ 51251 h 195107"/>
                    <a:gd name="connsiteX350" fmla="*/ 385919 w 603435"/>
                    <a:gd name="connsiteY350" fmla="*/ 51346 h 195107"/>
                    <a:gd name="connsiteX351" fmla="*/ 386109 w 603435"/>
                    <a:gd name="connsiteY351" fmla="*/ 52679 h 195107"/>
                    <a:gd name="connsiteX352" fmla="*/ 385729 w 603435"/>
                    <a:gd name="connsiteY352" fmla="*/ 54680 h 195107"/>
                    <a:gd name="connsiteX353" fmla="*/ 384871 w 603435"/>
                    <a:gd name="connsiteY353" fmla="*/ 56299 h 195107"/>
                    <a:gd name="connsiteX354" fmla="*/ 383538 w 603435"/>
                    <a:gd name="connsiteY354" fmla="*/ 57347 h 195107"/>
                    <a:gd name="connsiteX355" fmla="*/ 381919 w 603435"/>
                    <a:gd name="connsiteY355" fmla="*/ 57823 h 195107"/>
                    <a:gd name="connsiteX356" fmla="*/ 381347 w 603435"/>
                    <a:gd name="connsiteY356" fmla="*/ 57823 h 195107"/>
                    <a:gd name="connsiteX357" fmla="*/ 379252 w 603435"/>
                    <a:gd name="connsiteY357" fmla="*/ 57156 h 195107"/>
                    <a:gd name="connsiteX358" fmla="*/ 378394 w 603435"/>
                    <a:gd name="connsiteY358" fmla="*/ 56299 h 195107"/>
                    <a:gd name="connsiteX359" fmla="*/ 377346 w 603435"/>
                    <a:gd name="connsiteY359" fmla="*/ 54013 h 195107"/>
                    <a:gd name="connsiteX360" fmla="*/ 377156 w 603435"/>
                    <a:gd name="connsiteY360" fmla="*/ 52679 h 195107"/>
                    <a:gd name="connsiteX361" fmla="*/ 377537 w 603435"/>
                    <a:gd name="connsiteY361" fmla="*/ 50679 h 195107"/>
                    <a:gd name="connsiteX362" fmla="*/ 378394 w 603435"/>
                    <a:gd name="connsiteY362" fmla="*/ 49060 h 195107"/>
                    <a:gd name="connsiteX363" fmla="*/ 379728 w 603435"/>
                    <a:gd name="connsiteY363" fmla="*/ 48012 h 195107"/>
                    <a:gd name="connsiteX364" fmla="*/ 381347 w 603435"/>
                    <a:gd name="connsiteY364" fmla="*/ 47536 h 195107"/>
                    <a:gd name="connsiteX365" fmla="*/ 594802 w 603435"/>
                    <a:gd name="connsiteY365" fmla="*/ 43345 h 195107"/>
                    <a:gd name="connsiteX366" fmla="*/ 594897 w 603435"/>
                    <a:gd name="connsiteY366" fmla="*/ 43345 h 195107"/>
                    <a:gd name="connsiteX367" fmla="*/ 594649 w 603435"/>
                    <a:gd name="connsiteY367" fmla="*/ 43676 h 195107"/>
                    <a:gd name="connsiteX368" fmla="*/ 493647 w 603435"/>
                    <a:gd name="connsiteY368" fmla="*/ 40868 h 195107"/>
                    <a:gd name="connsiteX369" fmla="*/ 499457 w 603435"/>
                    <a:gd name="connsiteY369" fmla="*/ 42678 h 195107"/>
                    <a:gd name="connsiteX370" fmla="*/ 499362 w 603435"/>
                    <a:gd name="connsiteY370" fmla="*/ 42773 h 195107"/>
                    <a:gd name="connsiteX371" fmla="*/ 497838 w 603435"/>
                    <a:gd name="connsiteY371" fmla="*/ 49821 h 195107"/>
                    <a:gd name="connsiteX372" fmla="*/ 490408 w 603435"/>
                    <a:gd name="connsiteY372" fmla="*/ 55156 h 195107"/>
                    <a:gd name="connsiteX373" fmla="*/ 486884 w 603435"/>
                    <a:gd name="connsiteY373" fmla="*/ 58108 h 195107"/>
                    <a:gd name="connsiteX374" fmla="*/ 485170 w 603435"/>
                    <a:gd name="connsiteY374" fmla="*/ 59632 h 195107"/>
                    <a:gd name="connsiteX375" fmla="*/ 484884 w 603435"/>
                    <a:gd name="connsiteY375" fmla="*/ 59823 h 195107"/>
                    <a:gd name="connsiteX376" fmla="*/ 484122 w 603435"/>
                    <a:gd name="connsiteY376" fmla="*/ 60585 h 195107"/>
                    <a:gd name="connsiteX377" fmla="*/ 481169 w 603435"/>
                    <a:gd name="connsiteY377" fmla="*/ 62109 h 195107"/>
                    <a:gd name="connsiteX378" fmla="*/ 478216 w 603435"/>
                    <a:gd name="connsiteY378" fmla="*/ 60585 h 195107"/>
                    <a:gd name="connsiteX379" fmla="*/ 476978 w 603435"/>
                    <a:gd name="connsiteY379" fmla="*/ 56965 h 195107"/>
                    <a:gd name="connsiteX380" fmla="*/ 478216 w 603435"/>
                    <a:gd name="connsiteY380" fmla="*/ 53346 h 195107"/>
                    <a:gd name="connsiteX381" fmla="*/ 493647 w 603435"/>
                    <a:gd name="connsiteY381" fmla="*/ 40868 h 195107"/>
                    <a:gd name="connsiteX382" fmla="*/ 236377 w 603435"/>
                    <a:gd name="connsiteY382" fmla="*/ 36296 h 195107"/>
                    <a:gd name="connsiteX383" fmla="*/ 238663 w 603435"/>
                    <a:gd name="connsiteY383" fmla="*/ 36296 h 195107"/>
                    <a:gd name="connsiteX384" fmla="*/ 239711 w 603435"/>
                    <a:gd name="connsiteY384" fmla="*/ 36773 h 195107"/>
                    <a:gd name="connsiteX385" fmla="*/ 240854 w 603435"/>
                    <a:gd name="connsiteY385" fmla="*/ 38106 h 195107"/>
                    <a:gd name="connsiteX386" fmla="*/ 241616 w 603435"/>
                    <a:gd name="connsiteY386" fmla="*/ 39821 h 195107"/>
                    <a:gd name="connsiteX387" fmla="*/ 241616 w 603435"/>
                    <a:gd name="connsiteY387" fmla="*/ 41916 h 195107"/>
                    <a:gd name="connsiteX388" fmla="*/ 241139 w 603435"/>
                    <a:gd name="connsiteY388" fmla="*/ 43821 h 195107"/>
                    <a:gd name="connsiteX389" fmla="*/ 238663 w 603435"/>
                    <a:gd name="connsiteY389" fmla="*/ 48107 h 195107"/>
                    <a:gd name="connsiteX390" fmla="*/ 237139 w 603435"/>
                    <a:gd name="connsiteY390" fmla="*/ 49917 h 195107"/>
                    <a:gd name="connsiteX391" fmla="*/ 236091 w 603435"/>
                    <a:gd name="connsiteY391" fmla="*/ 50393 h 195107"/>
                    <a:gd name="connsiteX392" fmla="*/ 233805 w 603435"/>
                    <a:gd name="connsiteY392" fmla="*/ 50393 h 195107"/>
                    <a:gd name="connsiteX393" fmla="*/ 232757 w 603435"/>
                    <a:gd name="connsiteY393" fmla="*/ 49917 h 195107"/>
                    <a:gd name="connsiteX394" fmla="*/ 231614 w 603435"/>
                    <a:gd name="connsiteY394" fmla="*/ 48584 h 195107"/>
                    <a:gd name="connsiteX395" fmla="*/ 230852 w 603435"/>
                    <a:gd name="connsiteY395" fmla="*/ 46869 h 195107"/>
                    <a:gd name="connsiteX396" fmla="*/ 230852 w 603435"/>
                    <a:gd name="connsiteY396" fmla="*/ 44774 h 195107"/>
                    <a:gd name="connsiteX397" fmla="*/ 231329 w 603435"/>
                    <a:gd name="connsiteY397" fmla="*/ 42869 h 195107"/>
                    <a:gd name="connsiteX398" fmla="*/ 233805 w 603435"/>
                    <a:gd name="connsiteY398" fmla="*/ 38582 h 195107"/>
                    <a:gd name="connsiteX399" fmla="*/ 235329 w 603435"/>
                    <a:gd name="connsiteY399" fmla="*/ 36773 h 195107"/>
                    <a:gd name="connsiteX400" fmla="*/ 236377 w 603435"/>
                    <a:gd name="connsiteY400" fmla="*/ 36296 h 195107"/>
                    <a:gd name="connsiteX401" fmla="*/ 591563 w 603435"/>
                    <a:gd name="connsiteY401" fmla="*/ 35058 h 195107"/>
                    <a:gd name="connsiteX402" fmla="*/ 594516 w 603435"/>
                    <a:gd name="connsiteY402" fmla="*/ 36582 h 195107"/>
                    <a:gd name="connsiteX403" fmla="*/ 595754 w 603435"/>
                    <a:gd name="connsiteY403" fmla="*/ 40201 h 195107"/>
                    <a:gd name="connsiteX404" fmla="*/ 594611 w 603435"/>
                    <a:gd name="connsiteY404" fmla="*/ 43726 h 195107"/>
                    <a:gd name="connsiteX405" fmla="*/ 594649 w 603435"/>
                    <a:gd name="connsiteY405" fmla="*/ 43676 h 195107"/>
                    <a:gd name="connsiteX406" fmla="*/ 592992 w 603435"/>
                    <a:gd name="connsiteY406" fmla="*/ 47250 h 195107"/>
                    <a:gd name="connsiteX407" fmla="*/ 592135 w 603435"/>
                    <a:gd name="connsiteY407" fmla="*/ 50869 h 195107"/>
                    <a:gd name="connsiteX408" fmla="*/ 592040 w 603435"/>
                    <a:gd name="connsiteY408" fmla="*/ 54489 h 195107"/>
                    <a:gd name="connsiteX409" fmla="*/ 587849 w 603435"/>
                    <a:gd name="connsiteY409" fmla="*/ 59632 h 195107"/>
                    <a:gd name="connsiteX410" fmla="*/ 584896 w 603435"/>
                    <a:gd name="connsiteY410" fmla="*/ 58108 h 195107"/>
                    <a:gd name="connsiteX411" fmla="*/ 583658 w 603435"/>
                    <a:gd name="connsiteY411" fmla="*/ 54489 h 195107"/>
                    <a:gd name="connsiteX412" fmla="*/ 584610 w 603435"/>
                    <a:gd name="connsiteY412" fmla="*/ 45440 h 195107"/>
                    <a:gd name="connsiteX413" fmla="*/ 588611 w 603435"/>
                    <a:gd name="connsiteY413" fmla="*/ 36582 h 195107"/>
                    <a:gd name="connsiteX414" fmla="*/ 591563 w 603435"/>
                    <a:gd name="connsiteY414" fmla="*/ 35058 h 195107"/>
                    <a:gd name="connsiteX415" fmla="*/ 341819 w 603435"/>
                    <a:gd name="connsiteY415" fmla="*/ 34391 h 195107"/>
                    <a:gd name="connsiteX416" fmla="*/ 344771 w 603435"/>
                    <a:gd name="connsiteY416" fmla="*/ 35915 h 195107"/>
                    <a:gd name="connsiteX417" fmla="*/ 346010 w 603435"/>
                    <a:gd name="connsiteY417" fmla="*/ 39535 h 195107"/>
                    <a:gd name="connsiteX418" fmla="*/ 344771 w 603435"/>
                    <a:gd name="connsiteY418" fmla="*/ 43154 h 195107"/>
                    <a:gd name="connsiteX419" fmla="*/ 329246 w 603435"/>
                    <a:gd name="connsiteY419" fmla="*/ 58108 h 195107"/>
                    <a:gd name="connsiteX420" fmla="*/ 326293 w 603435"/>
                    <a:gd name="connsiteY420" fmla="*/ 59632 h 195107"/>
                    <a:gd name="connsiteX421" fmla="*/ 323340 w 603435"/>
                    <a:gd name="connsiteY421" fmla="*/ 58108 h 195107"/>
                    <a:gd name="connsiteX422" fmla="*/ 322102 w 603435"/>
                    <a:gd name="connsiteY422" fmla="*/ 54489 h 195107"/>
                    <a:gd name="connsiteX423" fmla="*/ 323340 w 603435"/>
                    <a:gd name="connsiteY423" fmla="*/ 50869 h 195107"/>
                    <a:gd name="connsiteX424" fmla="*/ 338866 w 603435"/>
                    <a:gd name="connsiteY424" fmla="*/ 35915 h 195107"/>
                    <a:gd name="connsiteX425" fmla="*/ 341819 w 603435"/>
                    <a:gd name="connsiteY425" fmla="*/ 34391 h 195107"/>
                    <a:gd name="connsiteX426" fmla="*/ 6919 w 603435"/>
                    <a:gd name="connsiteY426" fmla="*/ 28200 h 195107"/>
                    <a:gd name="connsiteX427" fmla="*/ 26541 w 603435"/>
                    <a:gd name="connsiteY427" fmla="*/ 32296 h 195107"/>
                    <a:gd name="connsiteX428" fmla="*/ 29494 w 603435"/>
                    <a:gd name="connsiteY428" fmla="*/ 38678 h 195107"/>
                    <a:gd name="connsiteX429" fmla="*/ 24255 w 603435"/>
                    <a:gd name="connsiteY429" fmla="*/ 42297 h 195107"/>
                    <a:gd name="connsiteX430" fmla="*/ 4633 w 603435"/>
                    <a:gd name="connsiteY430" fmla="*/ 38202 h 195107"/>
                    <a:gd name="connsiteX431" fmla="*/ 1681 w 603435"/>
                    <a:gd name="connsiteY431" fmla="*/ 31820 h 195107"/>
                    <a:gd name="connsiteX432" fmla="*/ 6919 w 603435"/>
                    <a:gd name="connsiteY432" fmla="*/ 28200 h 195107"/>
                    <a:gd name="connsiteX433" fmla="*/ 410494 w 603435"/>
                    <a:gd name="connsiteY433" fmla="*/ 22104 h 195107"/>
                    <a:gd name="connsiteX434" fmla="*/ 412780 w 603435"/>
                    <a:gd name="connsiteY434" fmla="*/ 22104 h 195107"/>
                    <a:gd name="connsiteX435" fmla="*/ 413827 w 603435"/>
                    <a:gd name="connsiteY435" fmla="*/ 22580 h 195107"/>
                    <a:gd name="connsiteX436" fmla="*/ 414970 w 603435"/>
                    <a:gd name="connsiteY436" fmla="*/ 23914 h 195107"/>
                    <a:gd name="connsiteX437" fmla="*/ 415732 w 603435"/>
                    <a:gd name="connsiteY437" fmla="*/ 25629 h 195107"/>
                    <a:gd name="connsiteX438" fmla="*/ 415732 w 603435"/>
                    <a:gd name="connsiteY438" fmla="*/ 27724 h 195107"/>
                    <a:gd name="connsiteX439" fmla="*/ 415256 w 603435"/>
                    <a:gd name="connsiteY439" fmla="*/ 29629 h 195107"/>
                    <a:gd name="connsiteX440" fmla="*/ 414399 w 603435"/>
                    <a:gd name="connsiteY440" fmla="*/ 31629 h 195107"/>
                    <a:gd name="connsiteX441" fmla="*/ 412875 w 603435"/>
                    <a:gd name="connsiteY441" fmla="*/ 33439 h 195107"/>
                    <a:gd name="connsiteX442" fmla="*/ 411827 w 603435"/>
                    <a:gd name="connsiteY442" fmla="*/ 33915 h 195107"/>
                    <a:gd name="connsiteX443" fmla="*/ 409541 w 603435"/>
                    <a:gd name="connsiteY443" fmla="*/ 33915 h 195107"/>
                    <a:gd name="connsiteX444" fmla="*/ 408493 w 603435"/>
                    <a:gd name="connsiteY444" fmla="*/ 33439 h 195107"/>
                    <a:gd name="connsiteX445" fmla="*/ 407350 w 603435"/>
                    <a:gd name="connsiteY445" fmla="*/ 32105 h 195107"/>
                    <a:gd name="connsiteX446" fmla="*/ 406588 w 603435"/>
                    <a:gd name="connsiteY446" fmla="*/ 30391 h 195107"/>
                    <a:gd name="connsiteX447" fmla="*/ 406588 w 603435"/>
                    <a:gd name="connsiteY447" fmla="*/ 28295 h 195107"/>
                    <a:gd name="connsiteX448" fmla="*/ 407065 w 603435"/>
                    <a:gd name="connsiteY448" fmla="*/ 26391 h 195107"/>
                    <a:gd name="connsiteX449" fmla="*/ 407922 w 603435"/>
                    <a:gd name="connsiteY449" fmla="*/ 24390 h 195107"/>
                    <a:gd name="connsiteX450" fmla="*/ 409446 w 603435"/>
                    <a:gd name="connsiteY450" fmla="*/ 22580 h 195107"/>
                    <a:gd name="connsiteX451" fmla="*/ 410494 w 603435"/>
                    <a:gd name="connsiteY451" fmla="*/ 22104 h 195107"/>
                    <a:gd name="connsiteX452" fmla="*/ 276858 w 603435"/>
                    <a:gd name="connsiteY452" fmla="*/ 19532 h 195107"/>
                    <a:gd name="connsiteX453" fmla="*/ 278001 w 603435"/>
                    <a:gd name="connsiteY453" fmla="*/ 19723 h 195107"/>
                    <a:gd name="connsiteX454" fmla="*/ 280477 w 603435"/>
                    <a:gd name="connsiteY454" fmla="*/ 22104 h 195107"/>
                    <a:gd name="connsiteX455" fmla="*/ 280858 w 603435"/>
                    <a:gd name="connsiteY455" fmla="*/ 26104 h 195107"/>
                    <a:gd name="connsiteX456" fmla="*/ 278953 w 603435"/>
                    <a:gd name="connsiteY456" fmla="*/ 29152 h 195107"/>
                    <a:gd name="connsiteX457" fmla="*/ 270666 w 603435"/>
                    <a:gd name="connsiteY457" fmla="*/ 33915 h 195107"/>
                    <a:gd name="connsiteX458" fmla="*/ 268571 w 603435"/>
                    <a:gd name="connsiteY458" fmla="*/ 34582 h 195107"/>
                    <a:gd name="connsiteX459" fmla="*/ 267428 w 603435"/>
                    <a:gd name="connsiteY459" fmla="*/ 34391 h 195107"/>
                    <a:gd name="connsiteX460" fmla="*/ 264856 w 603435"/>
                    <a:gd name="connsiteY460" fmla="*/ 32010 h 195107"/>
                    <a:gd name="connsiteX461" fmla="*/ 264475 w 603435"/>
                    <a:gd name="connsiteY461" fmla="*/ 28009 h 195107"/>
                    <a:gd name="connsiteX462" fmla="*/ 266380 w 603435"/>
                    <a:gd name="connsiteY462" fmla="*/ 24961 h 195107"/>
                    <a:gd name="connsiteX463" fmla="*/ 274762 w 603435"/>
                    <a:gd name="connsiteY463" fmla="*/ 20199 h 195107"/>
                    <a:gd name="connsiteX464" fmla="*/ 276858 w 603435"/>
                    <a:gd name="connsiteY464" fmla="*/ 19532 h 195107"/>
                    <a:gd name="connsiteX465" fmla="*/ 325816 w 603435"/>
                    <a:gd name="connsiteY465" fmla="*/ 16389 h 195107"/>
                    <a:gd name="connsiteX466" fmla="*/ 331627 w 603435"/>
                    <a:gd name="connsiteY466" fmla="*/ 18199 h 195107"/>
                    <a:gd name="connsiteX467" fmla="*/ 331531 w 603435"/>
                    <a:gd name="connsiteY467" fmla="*/ 18199 h 195107"/>
                    <a:gd name="connsiteX468" fmla="*/ 331912 w 603435"/>
                    <a:gd name="connsiteY468" fmla="*/ 22199 h 195107"/>
                    <a:gd name="connsiteX469" fmla="*/ 330007 w 603435"/>
                    <a:gd name="connsiteY469" fmla="*/ 25247 h 195107"/>
                    <a:gd name="connsiteX470" fmla="*/ 325816 w 603435"/>
                    <a:gd name="connsiteY470" fmla="*/ 28581 h 195107"/>
                    <a:gd name="connsiteX471" fmla="*/ 321054 w 603435"/>
                    <a:gd name="connsiteY471" fmla="*/ 34201 h 195107"/>
                    <a:gd name="connsiteX472" fmla="*/ 318101 w 603435"/>
                    <a:gd name="connsiteY472" fmla="*/ 35725 h 195107"/>
                    <a:gd name="connsiteX473" fmla="*/ 315148 w 603435"/>
                    <a:gd name="connsiteY473" fmla="*/ 34201 h 195107"/>
                    <a:gd name="connsiteX474" fmla="*/ 313910 w 603435"/>
                    <a:gd name="connsiteY474" fmla="*/ 30581 h 195107"/>
                    <a:gd name="connsiteX475" fmla="*/ 315148 w 603435"/>
                    <a:gd name="connsiteY475" fmla="*/ 26962 h 195107"/>
                    <a:gd name="connsiteX476" fmla="*/ 325816 w 603435"/>
                    <a:gd name="connsiteY476" fmla="*/ 16389 h 195107"/>
                    <a:gd name="connsiteX477" fmla="*/ 446974 w 603435"/>
                    <a:gd name="connsiteY477" fmla="*/ 673 h 195107"/>
                    <a:gd name="connsiteX478" fmla="*/ 452785 w 603435"/>
                    <a:gd name="connsiteY478" fmla="*/ 2483 h 195107"/>
                    <a:gd name="connsiteX479" fmla="*/ 453166 w 603435"/>
                    <a:gd name="connsiteY479" fmla="*/ 6483 h 195107"/>
                    <a:gd name="connsiteX480" fmla="*/ 451261 w 603435"/>
                    <a:gd name="connsiteY480" fmla="*/ 9531 h 195107"/>
                    <a:gd name="connsiteX481" fmla="*/ 441831 w 603435"/>
                    <a:gd name="connsiteY481" fmla="*/ 16675 h 195107"/>
                    <a:gd name="connsiteX482" fmla="*/ 439640 w 603435"/>
                    <a:gd name="connsiteY482" fmla="*/ 18961 h 195107"/>
                    <a:gd name="connsiteX483" fmla="*/ 433639 w 603435"/>
                    <a:gd name="connsiteY483" fmla="*/ 18961 h 195107"/>
                    <a:gd name="connsiteX484" fmla="*/ 433639 w 603435"/>
                    <a:gd name="connsiteY484" fmla="*/ 11627 h 195107"/>
                    <a:gd name="connsiteX485" fmla="*/ 446974 w 603435"/>
                    <a:gd name="connsiteY485" fmla="*/ 673 h 19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603435" h="195107">
                      <a:moveTo>
                        <a:pt x="200276" y="181457"/>
                      </a:moveTo>
                      <a:cubicBezTo>
                        <a:pt x="204372" y="182600"/>
                        <a:pt x="208563" y="183839"/>
                        <a:pt x="212754" y="184982"/>
                      </a:cubicBezTo>
                      <a:cubicBezTo>
                        <a:pt x="215040" y="185648"/>
                        <a:pt x="216183" y="188696"/>
                        <a:pt x="215707" y="191363"/>
                      </a:cubicBezTo>
                      <a:cubicBezTo>
                        <a:pt x="215135" y="194126"/>
                        <a:pt x="212659" y="195554"/>
                        <a:pt x="210468" y="194983"/>
                      </a:cubicBezTo>
                      <a:cubicBezTo>
                        <a:pt x="206277" y="193840"/>
                        <a:pt x="202181" y="192602"/>
                        <a:pt x="197990" y="191459"/>
                      </a:cubicBezTo>
                      <a:cubicBezTo>
                        <a:pt x="195704" y="190792"/>
                        <a:pt x="194561" y="187744"/>
                        <a:pt x="195038" y="185077"/>
                      </a:cubicBezTo>
                      <a:cubicBezTo>
                        <a:pt x="195609" y="182315"/>
                        <a:pt x="198086" y="180886"/>
                        <a:pt x="200276" y="181457"/>
                      </a:cubicBezTo>
                      <a:close/>
                      <a:moveTo>
                        <a:pt x="562417" y="178981"/>
                      </a:moveTo>
                      <a:cubicBezTo>
                        <a:pt x="563560" y="179267"/>
                        <a:pt x="564417" y="180219"/>
                        <a:pt x="564989" y="181362"/>
                      </a:cubicBezTo>
                      <a:cubicBezTo>
                        <a:pt x="565560" y="182505"/>
                        <a:pt x="565656" y="184124"/>
                        <a:pt x="565370" y="185363"/>
                      </a:cubicBezTo>
                      <a:cubicBezTo>
                        <a:pt x="565084" y="186696"/>
                        <a:pt x="564417" y="187649"/>
                        <a:pt x="563465" y="188411"/>
                      </a:cubicBezTo>
                      <a:cubicBezTo>
                        <a:pt x="561274" y="190220"/>
                        <a:pt x="558988" y="192125"/>
                        <a:pt x="556797" y="193935"/>
                      </a:cubicBezTo>
                      <a:cubicBezTo>
                        <a:pt x="555845" y="194697"/>
                        <a:pt x="554607" y="194697"/>
                        <a:pt x="553559" y="194411"/>
                      </a:cubicBezTo>
                      <a:cubicBezTo>
                        <a:pt x="552416" y="194126"/>
                        <a:pt x="551559" y="193173"/>
                        <a:pt x="550987" y="192030"/>
                      </a:cubicBezTo>
                      <a:cubicBezTo>
                        <a:pt x="550415" y="190887"/>
                        <a:pt x="550320" y="189268"/>
                        <a:pt x="550606" y="188030"/>
                      </a:cubicBezTo>
                      <a:cubicBezTo>
                        <a:pt x="550892" y="186696"/>
                        <a:pt x="551559" y="185744"/>
                        <a:pt x="552511" y="184982"/>
                      </a:cubicBezTo>
                      <a:cubicBezTo>
                        <a:pt x="554702" y="183172"/>
                        <a:pt x="556988" y="181267"/>
                        <a:pt x="559179" y="179457"/>
                      </a:cubicBezTo>
                      <a:cubicBezTo>
                        <a:pt x="560131" y="178695"/>
                        <a:pt x="561369" y="178695"/>
                        <a:pt x="562417" y="178981"/>
                      </a:cubicBezTo>
                      <a:close/>
                      <a:moveTo>
                        <a:pt x="125600" y="178790"/>
                      </a:moveTo>
                      <a:cubicBezTo>
                        <a:pt x="126172" y="178505"/>
                        <a:pt x="126744" y="178600"/>
                        <a:pt x="127315" y="178790"/>
                      </a:cubicBezTo>
                      <a:cubicBezTo>
                        <a:pt x="128839" y="179267"/>
                        <a:pt x="130363" y="179838"/>
                        <a:pt x="131887" y="180314"/>
                      </a:cubicBezTo>
                      <a:cubicBezTo>
                        <a:pt x="133030" y="180695"/>
                        <a:pt x="133887" y="181553"/>
                        <a:pt x="134459" y="182696"/>
                      </a:cubicBezTo>
                      <a:lnTo>
                        <a:pt x="134363" y="182696"/>
                      </a:lnTo>
                      <a:cubicBezTo>
                        <a:pt x="134745" y="183458"/>
                        <a:pt x="134935" y="184315"/>
                        <a:pt x="134935" y="185267"/>
                      </a:cubicBezTo>
                      <a:cubicBezTo>
                        <a:pt x="134840" y="185648"/>
                        <a:pt x="134745" y="186125"/>
                        <a:pt x="134745" y="186601"/>
                      </a:cubicBezTo>
                      <a:cubicBezTo>
                        <a:pt x="134649" y="187268"/>
                        <a:pt x="134363" y="187839"/>
                        <a:pt x="133982" y="188315"/>
                      </a:cubicBezTo>
                      <a:cubicBezTo>
                        <a:pt x="133697" y="188887"/>
                        <a:pt x="133316" y="189363"/>
                        <a:pt x="132839" y="189649"/>
                      </a:cubicBezTo>
                      <a:cubicBezTo>
                        <a:pt x="132363" y="190030"/>
                        <a:pt x="131887" y="190220"/>
                        <a:pt x="131315" y="190220"/>
                      </a:cubicBezTo>
                      <a:cubicBezTo>
                        <a:pt x="130744" y="190506"/>
                        <a:pt x="130173" y="190411"/>
                        <a:pt x="129601" y="190220"/>
                      </a:cubicBezTo>
                      <a:cubicBezTo>
                        <a:pt x="128077" y="189744"/>
                        <a:pt x="126553" y="189173"/>
                        <a:pt x="125029" y="188696"/>
                      </a:cubicBezTo>
                      <a:cubicBezTo>
                        <a:pt x="123981" y="188315"/>
                        <a:pt x="123124" y="187458"/>
                        <a:pt x="122552" y="186315"/>
                      </a:cubicBezTo>
                      <a:cubicBezTo>
                        <a:pt x="122172" y="185553"/>
                        <a:pt x="121981" y="184696"/>
                        <a:pt x="121981" y="183743"/>
                      </a:cubicBezTo>
                      <a:cubicBezTo>
                        <a:pt x="122076" y="183362"/>
                        <a:pt x="122172" y="182886"/>
                        <a:pt x="122172" y="182410"/>
                      </a:cubicBezTo>
                      <a:cubicBezTo>
                        <a:pt x="122267" y="181743"/>
                        <a:pt x="122552" y="181172"/>
                        <a:pt x="122933" y="180695"/>
                      </a:cubicBezTo>
                      <a:cubicBezTo>
                        <a:pt x="123219" y="180124"/>
                        <a:pt x="123600" y="179648"/>
                        <a:pt x="124076" y="179362"/>
                      </a:cubicBezTo>
                      <a:cubicBezTo>
                        <a:pt x="124553" y="178981"/>
                        <a:pt x="125029" y="178790"/>
                        <a:pt x="125600" y="178790"/>
                      </a:cubicBezTo>
                      <a:close/>
                      <a:moveTo>
                        <a:pt x="437926" y="178600"/>
                      </a:moveTo>
                      <a:cubicBezTo>
                        <a:pt x="438307" y="178695"/>
                        <a:pt x="438688" y="178791"/>
                        <a:pt x="439069" y="178791"/>
                      </a:cubicBezTo>
                      <a:cubicBezTo>
                        <a:pt x="439640" y="178981"/>
                        <a:pt x="440116" y="179267"/>
                        <a:pt x="440497" y="179743"/>
                      </a:cubicBezTo>
                      <a:cubicBezTo>
                        <a:pt x="440878" y="180124"/>
                        <a:pt x="441259" y="180600"/>
                        <a:pt x="441545" y="181172"/>
                      </a:cubicBezTo>
                      <a:cubicBezTo>
                        <a:pt x="441831" y="181743"/>
                        <a:pt x="442021" y="182410"/>
                        <a:pt x="442021" y="183077"/>
                      </a:cubicBezTo>
                      <a:cubicBezTo>
                        <a:pt x="442212" y="183839"/>
                        <a:pt x="442212" y="184505"/>
                        <a:pt x="442021" y="185172"/>
                      </a:cubicBezTo>
                      <a:cubicBezTo>
                        <a:pt x="441736" y="186696"/>
                        <a:pt x="441450" y="188220"/>
                        <a:pt x="441164" y="189744"/>
                      </a:cubicBezTo>
                      <a:cubicBezTo>
                        <a:pt x="440974" y="190601"/>
                        <a:pt x="440688" y="191363"/>
                        <a:pt x="440116" y="192030"/>
                      </a:cubicBezTo>
                      <a:cubicBezTo>
                        <a:pt x="439831" y="192221"/>
                        <a:pt x="439545" y="192507"/>
                        <a:pt x="439259" y="192792"/>
                      </a:cubicBezTo>
                      <a:cubicBezTo>
                        <a:pt x="438592" y="193269"/>
                        <a:pt x="437926" y="193459"/>
                        <a:pt x="437164" y="193459"/>
                      </a:cubicBezTo>
                      <a:cubicBezTo>
                        <a:pt x="436783" y="193364"/>
                        <a:pt x="436402" y="193269"/>
                        <a:pt x="436021" y="193269"/>
                      </a:cubicBezTo>
                      <a:cubicBezTo>
                        <a:pt x="435449" y="193078"/>
                        <a:pt x="434973" y="192792"/>
                        <a:pt x="434592" y="192316"/>
                      </a:cubicBezTo>
                      <a:cubicBezTo>
                        <a:pt x="434211" y="191935"/>
                        <a:pt x="433830" y="191459"/>
                        <a:pt x="433544" y="190887"/>
                      </a:cubicBezTo>
                      <a:cubicBezTo>
                        <a:pt x="433258" y="190316"/>
                        <a:pt x="433068" y="189649"/>
                        <a:pt x="433068" y="188982"/>
                      </a:cubicBezTo>
                      <a:cubicBezTo>
                        <a:pt x="432877" y="188220"/>
                        <a:pt x="432877" y="187554"/>
                        <a:pt x="433068" y="186887"/>
                      </a:cubicBezTo>
                      <a:cubicBezTo>
                        <a:pt x="433354" y="185363"/>
                        <a:pt x="433639" y="183839"/>
                        <a:pt x="433925" y="182315"/>
                      </a:cubicBezTo>
                      <a:cubicBezTo>
                        <a:pt x="434116" y="181458"/>
                        <a:pt x="434497" y="180696"/>
                        <a:pt x="434973" y="180029"/>
                      </a:cubicBezTo>
                      <a:cubicBezTo>
                        <a:pt x="435259" y="179838"/>
                        <a:pt x="435544" y="179553"/>
                        <a:pt x="435830" y="179267"/>
                      </a:cubicBezTo>
                      <a:cubicBezTo>
                        <a:pt x="436497" y="178791"/>
                        <a:pt x="437164" y="178600"/>
                        <a:pt x="437926" y="178600"/>
                      </a:cubicBezTo>
                      <a:close/>
                      <a:moveTo>
                        <a:pt x="246473" y="165455"/>
                      </a:moveTo>
                      <a:cubicBezTo>
                        <a:pt x="247045" y="165360"/>
                        <a:pt x="247616" y="165265"/>
                        <a:pt x="248188" y="165455"/>
                      </a:cubicBezTo>
                      <a:cubicBezTo>
                        <a:pt x="248664" y="165455"/>
                        <a:pt x="249235" y="165645"/>
                        <a:pt x="249712" y="166027"/>
                      </a:cubicBezTo>
                      <a:cubicBezTo>
                        <a:pt x="251617" y="166979"/>
                        <a:pt x="253617" y="168027"/>
                        <a:pt x="255522" y="169074"/>
                      </a:cubicBezTo>
                      <a:cubicBezTo>
                        <a:pt x="256189" y="169456"/>
                        <a:pt x="256665" y="170122"/>
                        <a:pt x="257046" y="170884"/>
                      </a:cubicBezTo>
                      <a:cubicBezTo>
                        <a:pt x="257141" y="171265"/>
                        <a:pt x="257427" y="172123"/>
                        <a:pt x="257427" y="172123"/>
                      </a:cubicBezTo>
                      <a:cubicBezTo>
                        <a:pt x="257808" y="173456"/>
                        <a:pt x="257522" y="174885"/>
                        <a:pt x="257046" y="176123"/>
                      </a:cubicBezTo>
                      <a:cubicBezTo>
                        <a:pt x="256855" y="176695"/>
                        <a:pt x="256474" y="177171"/>
                        <a:pt x="255998" y="177552"/>
                      </a:cubicBezTo>
                      <a:cubicBezTo>
                        <a:pt x="255617" y="178028"/>
                        <a:pt x="255141" y="178314"/>
                        <a:pt x="254569" y="178504"/>
                      </a:cubicBezTo>
                      <a:cubicBezTo>
                        <a:pt x="253998" y="178599"/>
                        <a:pt x="253426" y="178695"/>
                        <a:pt x="252855" y="178504"/>
                      </a:cubicBezTo>
                      <a:cubicBezTo>
                        <a:pt x="252379" y="178504"/>
                        <a:pt x="251807" y="178314"/>
                        <a:pt x="251331" y="177933"/>
                      </a:cubicBezTo>
                      <a:lnTo>
                        <a:pt x="245521" y="174885"/>
                      </a:lnTo>
                      <a:cubicBezTo>
                        <a:pt x="244854" y="174504"/>
                        <a:pt x="244378" y="173837"/>
                        <a:pt x="243997" y="173075"/>
                      </a:cubicBezTo>
                      <a:cubicBezTo>
                        <a:pt x="243901" y="172694"/>
                        <a:pt x="243711" y="172218"/>
                        <a:pt x="243616" y="171837"/>
                      </a:cubicBezTo>
                      <a:cubicBezTo>
                        <a:pt x="243235" y="170503"/>
                        <a:pt x="243520" y="169074"/>
                        <a:pt x="243997" y="167836"/>
                      </a:cubicBezTo>
                      <a:cubicBezTo>
                        <a:pt x="244187" y="167265"/>
                        <a:pt x="244568" y="166788"/>
                        <a:pt x="245044" y="166407"/>
                      </a:cubicBezTo>
                      <a:cubicBezTo>
                        <a:pt x="245425" y="165931"/>
                        <a:pt x="245902" y="165645"/>
                        <a:pt x="246473" y="165455"/>
                      </a:cubicBezTo>
                      <a:close/>
                      <a:moveTo>
                        <a:pt x="3585" y="159930"/>
                      </a:moveTo>
                      <a:cubicBezTo>
                        <a:pt x="4157" y="159645"/>
                        <a:pt x="4728" y="159740"/>
                        <a:pt x="5300" y="159930"/>
                      </a:cubicBezTo>
                      <a:cubicBezTo>
                        <a:pt x="7205" y="160311"/>
                        <a:pt x="9205" y="160597"/>
                        <a:pt x="11110" y="160978"/>
                      </a:cubicBezTo>
                      <a:cubicBezTo>
                        <a:pt x="11872" y="161264"/>
                        <a:pt x="12443" y="161645"/>
                        <a:pt x="13015" y="162312"/>
                      </a:cubicBezTo>
                      <a:cubicBezTo>
                        <a:pt x="13205" y="162693"/>
                        <a:pt x="13682" y="163359"/>
                        <a:pt x="13682" y="163359"/>
                      </a:cubicBezTo>
                      <a:lnTo>
                        <a:pt x="13777" y="163359"/>
                      </a:lnTo>
                      <a:cubicBezTo>
                        <a:pt x="14348" y="164598"/>
                        <a:pt x="14444" y="166026"/>
                        <a:pt x="14158" y="167360"/>
                      </a:cubicBezTo>
                      <a:cubicBezTo>
                        <a:pt x="14063" y="168027"/>
                        <a:pt x="13777" y="168598"/>
                        <a:pt x="13396" y="169074"/>
                      </a:cubicBezTo>
                      <a:cubicBezTo>
                        <a:pt x="13110" y="169646"/>
                        <a:pt x="12729" y="170122"/>
                        <a:pt x="12253" y="170408"/>
                      </a:cubicBezTo>
                      <a:cubicBezTo>
                        <a:pt x="11681" y="170789"/>
                        <a:pt x="11205" y="170979"/>
                        <a:pt x="10634" y="170979"/>
                      </a:cubicBezTo>
                      <a:cubicBezTo>
                        <a:pt x="10062" y="171265"/>
                        <a:pt x="9491" y="171170"/>
                        <a:pt x="8919" y="170979"/>
                      </a:cubicBezTo>
                      <a:cubicBezTo>
                        <a:pt x="7014" y="170598"/>
                        <a:pt x="5014" y="170313"/>
                        <a:pt x="3109" y="169932"/>
                      </a:cubicBezTo>
                      <a:cubicBezTo>
                        <a:pt x="2347" y="169646"/>
                        <a:pt x="1775" y="169265"/>
                        <a:pt x="1204" y="168598"/>
                      </a:cubicBezTo>
                      <a:cubicBezTo>
                        <a:pt x="1013" y="168217"/>
                        <a:pt x="728" y="167931"/>
                        <a:pt x="537" y="167550"/>
                      </a:cubicBezTo>
                      <a:cubicBezTo>
                        <a:pt x="-34" y="166312"/>
                        <a:pt x="-130" y="164883"/>
                        <a:pt x="156" y="163550"/>
                      </a:cubicBezTo>
                      <a:cubicBezTo>
                        <a:pt x="251" y="162883"/>
                        <a:pt x="537" y="162312"/>
                        <a:pt x="918" y="161835"/>
                      </a:cubicBezTo>
                      <a:cubicBezTo>
                        <a:pt x="1204" y="161264"/>
                        <a:pt x="1585" y="160788"/>
                        <a:pt x="2061" y="160502"/>
                      </a:cubicBezTo>
                      <a:cubicBezTo>
                        <a:pt x="2537" y="160121"/>
                        <a:pt x="3014" y="159930"/>
                        <a:pt x="3585" y="159930"/>
                      </a:cubicBezTo>
                      <a:close/>
                      <a:moveTo>
                        <a:pt x="355820" y="157264"/>
                      </a:moveTo>
                      <a:cubicBezTo>
                        <a:pt x="356963" y="157264"/>
                        <a:pt x="357916" y="157931"/>
                        <a:pt x="358773" y="158788"/>
                      </a:cubicBezTo>
                      <a:cubicBezTo>
                        <a:pt x="363631" y="163741"/>
                        <a:pt x="367155" y="170123"/>
                        <a:pt x="369536" y="177267"/>
                      </a:cubicBezTo>
                      <a:lnTo>
                        <a:pt x="369441" y="177267"/>
                      </a:lnTo>
                      <a:cubicBezTo>
                        <a:pt x="369917" y="178505"/>
                        <a:pt x="369536" y="180124"/>
                        <a:pt x="369060" y="181267"/>
                      </a:cubicBezTo>
                      <a:cubicBezTo>
                        <a:pt x="368489" y="182505"/>
                        <a:pt x="367536" y="183267"/>
                        <a:pt x="366488" y="183648"/>
                      </a:cubicBezTo>
                      <a:cubicBezTo>
                        <a:pt x="365536" y="184125"/>
                        <a:pt x="364202" y="183839"/>
                        <a:pt x="363250" y="183172"/>
                      </a:cubicBezTo>
                      <a:cubicBezTo>
                        <a:pt x="362202" y="182410"/>
                        <a:pt x="361821" y="181362"/>
                        <a:pt x="361345" y="180124"/>
                      </a:cubicBezTo>
                      <a:cubicBezTo>
                        <a:pt x="361440" y="180315"/>
                        <a:pt x="361631" y="180600"/>
                        <a:pt x="361631" y="180791"/>
                      </a:cubicBezTo>
                      <a:cubicBezTo>
                        <a:pt x="360583" y="177647"/>
                        <a:pt x="359154" y="174695"/>
                        <a:pt x="357440" y="171933"/>
                      </a:cubicBezTo>
                      <a:cubicBezTo>
                        <a:pt x="356106" y="169837"/>
                        <a:pt x="354582" y="167837"/>
                        <a:pt x="352868" y="166122"/>
                      </a:cubicBezTo>
                      <a:cubicBezTo>
                        <a:pt x="351058" y="164217"/>
                        <a:pt x="351439" y="160693"/>
                        <a:pt x="352868" y="158788"/>
                      </a:cubicBezTo>
                      <a:cubicBezTo>
                        <a:pt x="353534" y="157836"/>
                        <a:pt x="354773" y="157264"/>
                        <a:pt x="355820" y="157264"/>
                      </a:cubicBezTo>
                      <a:close/>
                      <a:moveTo>
                        <a:pt x="475549" y="156026"/>
                      </a:moveTo>
                      <a:cubicBezTo>
                        <a:pt x="476597" y="155549"/>
                        <a:pt x="477835" y="155835"/>
                        <a:pt x="478788" y="156502"/>
                      </a:cubicBezTo>
                      <a:cubicBezTo>
                        <a:pt x="479645" y="157073"/>
                        <a:pt x="480407" y="158311"/>
                        <a:pt x="480693" y="159550"/>
                      </a:cubicBezTo>
                      <a:cubicBezTo>
                        <a:pt x="480788" y="160312"/>
                        <a:pt x="480788" y="160978"/>
                        <a:pt x="480693" y="161645"/>
                      </a:cubicBezTo>
                      <a:cubicBezTo>
                        <a:pt x="480693" y="162312"/>
                        <a:pt x="480502" y="162979"/>
                        <a:pt x="480217" y="163550"/>
                      </a:cubicBezTo>
                      <a:lnTo>
                        <a:pt x="475645" y="171742"/>
                      </a:lnTo>
                      <a:cubicBezTo>
                        <a:pt x="475264" y="172504"/>
                        <a:pt x="474787" y="173075"/>
                        <a:pt x="474121" y="173551"/>
                      </a:cubicBezTo>
                      <a:cubicBezTo>
                        <a:pt x="473740" y="173647"/>
                        <a:pt x="473454" y="173837"/>
                        <a:pt x="473073" y="174028"/>
                      </a:cubicBezTo>
                      <a:cubicBezTo>
                        <a:pt x="472025" y="174504"/>
                        <a:pt x="470787" y="174218"/>
                        <a:pt x="469834" y="173551"/>
                      </a:cubicBezTo>
                      <a:cubicBezTo>
                        <a:pt x="468977" y="172980"/>
                        <a:pt x="468215" y="171742"/>
                        <a:pt x="467929" y="170503"/>
                      </a:cubicBezTo>
                      <a:cubicBezTo>
                        <a:pt x="467834" y="169742"/>
                        <a:pt x="467834" y="169075"/>
                        <a:pt x="467929" y="168408"/>
                      </a:cubicBezTo>
                      <a:cubicBezTo>
                        <a:pt x="467929" y="167741"/>
                        <a:pt x="468120" y="167075"/>
                        <a:pt x="468406" y="166503"/>
                      </a:cubicBezTo>
                      <a:cubicBezTo>
                        <a:pt x="469930" y="163741"/>
                        <a:pt x="471454" y="161074"/>
                        <a:pt x="472978" y="158311"/>
                      </a:cubicBezTo>
                      <a:cubicBezTo>
                        <a:pt x="473359" y="157550"/>
                        <a:pt x="473835" y="156978"/>
                        <a:pt x="474502" y="156502"/>
                      </a:cubicBezTo>
                      <a:cubicBezTo>
                        <a:pt x="474883" y="156406"/>
                        <a:pt x="475168" y="156216"/>
                        <a:pt x="475549" y="156026"/>
                      </a:cubicBezTo>
                      <a:close/>
                      <a:moveTo>
                        <a:pt x="76833" y="147835"/>
                      </a:moveTo>
                      <a:cubicBezTo>
                        <a:pt x="77785" y="147358"/>
                        <a:pt x="79214" y="147644"/>
                        <a:pt x="80071" y="148311"/>
                      </a:cubicBezTo>
                      <a:cubicBezTo>
                        <a:pt x="80929" y="148977"/>
                        <a:pt x="81691" y="150120"/>
                        <a:pt x="81976" y="151359"/>
                      </a:cubicBezTo>
                      <a:cubicBezTo>
                        <a:pt x="82643" y="154216"/>
                        <a:pt x="83405" y="157169"/>
                        <a:pt x="84072" y="160027"/>
                      </a:cubicBezTo>
                      <a:lnTo>
                        <a:pt x="83977" y="160027"/>
                      </a:lnTo>
                      <a:cubicBezTo>
                        <a:pt x="84358" y="161360"/>
                        <a:pt x="84167" y="162789"/>
                        <a:pt x="83596" y="164027"/>
                      </a:cubicBezTo>
                      <a:cubicBezTo>
                        <a:pt x="83119" y="165265"/>
                        <a:pt x="82167" y="166027"/>
                        <a:pt x="81119" y="166408"/>
                      </a:cubicBezTo>
                      <a:cubicBezTo>
                        <a:pt x="80167" y="166885"/>
                        <a:pt x="78833" y="166599"/>
                        <a:pt x="77881" y="165932"/>
                      </a:cubicBezTo>
                      <a:cubicBezTo>
                        <a:pt x="77023" y="165265"/>
                        <a:pt x="76261" y="164122"/>
                        <a:pt x="75976" y="162884"/>
                      </a:cubicBezTo>
                      <a:cubicBezTo>
                        <a:pt x="75309" y="160027"/>
                        <a:pt x="74547" y="157074"/>
                        <a:pt x="73880" y="154216"/>
                      </a:cubicBezTo>
                      <a:cubicBezTo>
                        <a:pt x="73499" y="152883"/>
                        <a:pt x="73690" y="151454"/>
                        <a:pt x="74261" y="150216"/>
                      </a:cubicBezTo>
                      <a:cubicBezTo>
                        <a:pt x="74833" y="148977"/>
                        <a:pt x="75785" y="148215"/>
                        <a:pt x="76833" y="147835"/>
                      </a:cubicBezTo>
                      <a:close/>
                      <a:moveTo>
                        <a:pt x="320673" y="142119"/>
                      </a:moveTo>
                      <a:cubicBezTo>
                        <a:pt x="321626" y="142405"/>
                        <a:pt x="322769" y="143357"/>
                        <a:pt x="323245" y="144500"/>
                      </a:cubicBezTo>
                      <a:cubicBezTo>
                        <a:pt x="324483" y="147739"/>
                        <a:pt x="325721" y="150977"/>
                        <a:pt x="326960" y="154216"/>
                      </a:cubicBezTo>
                      <a:cubicBezTo>
                        <a:pt x="327341" y="154978"/>
                        <a:pt x="327531" y="155835"/>
                        <a:pt x="327531" y="156788"/>
                      </a:cubicBezTo>
                      <a:cubicBezTo>
                        <a:pt x="327436" y="157169"/>
                        <a:pt x="327341" y="157645"/>
                        <a:pt x="327341" y="158121"/>
                      </a:cubicBezTo>
                      <a:cubicBezTo>
                        <a:pt x="327150" y="159359"/>
                        <a:pt x="326293" y="160502"/>
                        <a:pt x="325436" y="161169"/>
                      </a:cubicBezTo>
                      <a:cubicBezTo>
                        <a:pt x="324578" y="161836"/>
                        <a:pt x="323245" y="162026"/>
                        <a:pt x="322197" y="161645"/>
                      </a:cubicBezTo>
                      <a:cubicBezTo>
                        <a:pt x="321245" y="161360"/>
                        <a:pt x="320102" y="160407"/>
                        <a:pt x="319625" y="159264"/>
                      </a:cubicBezTo>
                      <a:cubicBezTo>
                        <a:pt x="318387" y="156026"/>
                        <a:pt x="317149" y="152787"/>
                        <a:pt x="315911" y="149549"/>
                      </a:cubicBezTo>
                      <a:cubicBezTo>
                        <a:pt x="315530" y="148787"/>
                        <a:pt x="315339" y="147929"/>
                        <a:pt x="315339" y="146977"/>
                      </a:cubicBezTo>
                      <a:cubicBezTo>
                        <a:pt x="315434" y="146596"/>
                        <a:pt x="315530" y="146120"/>
                        <a:pt x="315530" y="145644"/>
                      </a:cubicBezTo>
                      <a:cubicBezTo>
                        <a:pt x="315720" y="144405"/>
                        <a:pt x="316577" y="143262"/>
                        <a:pt x="317435" y="142595"/>
                      </a:cubicBezTo>
                      <a:cubicBezTo>
                        <a:pt x="318292" y="141929"/>
                        <a:pt x="319625" y="141738"/>
                        <a:pt x="320673" y="142119"/>
                      </a:cubicBezTo>
                      <a:close/>
                      <a:moveTo>
                        <a:pt x="195419" y="141357"/>
                      </a:moveTo>
                      <a:cubicBezTo>
                        <a:pt x="198372" y="141452"/>
                        <a:pt x="201229" y="141643"/>
                        <a:pt x="204182" y="141738"/>
                      </a:cubicBezTo>
                      <a:cubicBezTo>
                        <a:pt x="206468" y="141833"/>
                        <a:pt x="208278" y="144024"/>
                        <a:pt x="208373" y="146882"/>
                      </a:cubicBezTo>
                      <a:cubicBezTo>
                        <a:pt x="208468" y="148120"/>
                        <a:pt x="207897" y="149644"/>
                        <a:pt x="207135" y="150501"/>
                      </a:cubicBezTo>
                      <a:cubicBezTo>
                        <a:pt x="206468" y="151453"/>
                        <a:pt x="205230" y="152025"/>
                        <a:pt x="204182" y="152025"/>
                      </a:cubicBezTo>
                      <a:cubicBezTo>
                        <a:pt x="201229" y="151930"/>
                        <a:pt x="198372" y="151739"/>
                        <a:pt x="195419" y="151644"/>
                      </a:cubicBezTo>
                      <a:cubicBezTo>
                        <a:pt x="193133" y="151549"/>
                        <a:pt x="191323" y="149358"/>
                        <a:pt x="191228" y="146501"/>
                      </a:cubicBezTo>
                      <a:cubicBezTo>
                        <a:pt x="191228" y="145262"/>
                        <a:pt x="191704" y="143738"/>
                        <a:pt x="192466" y="142881"/>
                      </a:cubicBezTo>
                      <a:cubicBezTo>
                        <a:pt x="193133" y="141928"/>
                        <a:pt x="194371" y="141357"/>
                        <a:pt x="195419" y="141357"/>
                      </a:cubicBezTo>
                      <a:close/>
                      <a:moveTo>
                        <a:pt x="272095" y="134309"/>
                      </a:moveTo>
                      <a:cubicBezTo>
                        <a:pt x="277524" y="134309"/>
                        <a:pt x="277524" y="144596"/>
                        <a:pt x="272095" y="144596"/>
                      </a:cubicBezTo>
                      <a:cubicBezTo>
                        <a:pt x="266666" y="144596"/>
                        <a:pt x="266666" y="134309"/>
                        <a:pt x="272095" y="134309"/>
                      </a:cubicBezTo>
                      <a:close/>
                      <a:moveTo>
                        <a:pt x="562036" y="134023"/>
                      </a:moveTo>
                      <a:cubicBezTo>
                        <a:pt x="562607" y="134213"/>
                        <a:pt x="563084" y="134499"/>
                        <a:pt x="563465" y="134975"/>
                      </a:cubicBezTo>
                      <a:cubicBezTo>
                        <a:pt x="563846" y="135356"/>
                        <a:pt x="564227" y="135833"/>
                        <a:pt x="564512" y="136404"/>
                      </a:cubicBezTo>
                      <a:lnTo>
                        <a:pt x="564512" y="136499"/>
                      </a:lnTo>
                      <a:cubicBezTo>
                        <a:pt x="564798" y="137071"/>
                        <a:pt x="564989" y="137738"/>
                        <a:pt x="564989" y="138404"/>
                      </a:cubicBezTo>
                      <a:cubicBezTo>
                        <a:pt x="565179" y="139166"/>
                        <a:pt x="565179" y="139833"/>
                        <a:pt x="564989" y="140500"/>
                      </a:cubicBezTo>
                      <a:cubicBezTo>
                        <a:pt x="564322" y="142691"/>
                        <a:pt x="563560" y="144881"/>
                        <a:pt x="562893" y="147072"/>
                      </a:cubicBezTo>
                      <a:cubicBezTo>
                        <a:pt x="562703" y="147929"/>
                        <a:pt x="562417" y="148691"/>
                        <a:pt x="561845" y="149358"/>
                      </a:cubicBezTo>
                      <a:cubicBezTo>
                        <a:pt x="561560" y="149549"/>
                        <a:pt x="561274" y="149834"/>
                        <a:pt x="560988" y="150120"/>
                      </a:cubicBezTo>
                      <a:cubicBezTo>
                        <a:pt x="560036" y="150787"/>
                        <a:pt x="558797" y="150882"/>
                        <a:pt x="557750" y="150596"/>
                      </a:cubicBezTo>
                      <a:cubicBezTo>
                        <a:pt x="557178" y="150406"/>
                        <a:pt x="556702" y="150120"/>
                        <a:pt x="556321" y="149644"/>
                      </a:cubicBezTo>
                      <a:cubicBezTo>
                        <a:pt x="555940" y="149263"/>
                        <a:pt x="555559" y="148787"/>
                        <a:pt x="555273" y="148215"/>
                      </a:cubicBezTo>
                      <a:cubicBezTo>
                        <a:pt x="554987" y="147644"/>
                        <a:pt x="554797" y="146977"/>
                        <a:pt x="554797" y="146310"/>
                      </a:cubicBezTo>
                      <a:cubicBezTo>
                        <a:pt x="554606" y="145548"/>
                        <a:pt x="554606" y="144881"/>
                        <a:pt x="554797" y="144215"/>
                      </a:cubicBezTo>
                      <a:cubicBezTo>
                        <a:pt x="555464" y="141929"/>
                        <a:pt x="556226" y="139738"/>
                        <a:pt x="556892" y="137547"/>
                      </a:cubicBezTo>
                      <a:cubicBezTo>
                        <a:pt x="557083" y="136690"/>
                        <a:pt x="557464" y="135928"/>
                        <a:pt x="557940" y="135261"/>
                      </a:cubicBezTo>
                      <a:cubicBezTo>
                        <a:pt x="558226" y="135071"/>
                        <a:pt x="558512" y="134785"/>
                        <a:pt x="558797" y="134499"/>
                      </a:cubicBezTo>
                      <a:cubicBezTo>
                        <a:pt x="559750" y="133832"/>
                        <a:pt x="560988" y="133737"/>
                        <a:pt x="562036" y="134023"/>
                      </a:cubicBezTo>
                      <a:close/>
                      <a:moveTo>
                        <a:pt x="122838" y="128307"/>
                      </a:moveTo>
                      <a:cubicBezTo>
                        <a:pt x="124458" y="126212"/>
                        <a:pt x="127220" y="126498"/>
                        <a:pt x="128839" y="128307"/>
                      </a:cubicBezTo>
                      <a:cubicBezTo>
                        <a:pt x="133411" y="133356"/>
                        <a:pt x="137983" y="138499"/>
                        <a:pt x="142555" y="143547"/>
                      </a:cubicBezTo>
                      <a:cubicBezTo>
                        <a:pt x="144270" y="145548"/>
                        <a:pt x="144079" y="148881"/>
                        <a:pt x="142555" y="150882"/>
                      </a:cubicBezTo>
                      <a:cubicBezTo>
                        <a:pt x="140936" y="152977"/>
                        <a:pt x="138174" y="152691"/>
                        <a:pt x="136554" y="150882"/>
                      </a:cubicBezTo>
                      <a:cubicBezTo>
                        <a:pt x="131982" y="145833"/>
                        <a:pt x="127410" y="140690"/>
                        <a:pt x="122838" y="135642"/>
                      </a:cubicBezTo>
                      <a:cubicBezTo>
                        <a:pt x="121124" y="133641"/>
                        <a:pt x="121314" y="130308"/>
                        <a:pt x="122838" y="128307"/>
                      </a:cubicBezTo>
                      <a:close/>
                      <a:moveTo>
                        <a:pt x="598136" y="118783"/>
                      </a:moveTo>
                      <a:cubicBezTo>
                        <a:pt x="599183" y="118306"/>
                        <a:pt x="600421" y="118592"/>
                        <a:pt x="601374" y="119259"/>
                      </a:cubicBezTo>
                      <a:cubicBezTo>
                        <a:pt x="602231" y="119830"/>
                        <a:pt x="602993" y="121069"/>
                        <a:pt x="603279" y="122307"/>
                      </a:cubicBezTo>
                      <a:cubicBezTo>
                        <a:pt x="603565" y="123640"/>
                        <a:pt x="603469" y="125164"/>
                        <a:pt x="602898" y="126307"/>
                      </a:cubicBezTo>
                      <a:cubicBezTo>
                        <a:pt x="601660" y="128879"/>
                        <a:pt x="600421" y="131356"/>
                        <a:pt x="599183" y="133927"/>
                      </a:cubicBezTo>
                      <a:cubicBezTo>
                        <a:pt x="598517" y="135070"/>
                        <a:pt x="597659" y="135928"/>
                        <a:pt x="596612" y="136308"/>
                      </a:cubicBezTo>
                      <a:cubicBezTo>
                        <a:pt x="595564" y="136785"/>
                        <a:pt x="594325" y="136499"/>
                        <a:pt x="593373" y="135832"/>
                      </a:cubicBezTo>
                      <a:cubicBezTo>
                        <a:pt x="592516" y="135261"/>
                        <a:pt x="591754" y="134023"/>
                        <a:pt x="591468" y="132784"/>
                      </a:cubicBezTo>
                      <a:cubicBezTo>
                        <a:pt x="591182" y="131451"/>
                        <a:pt x="591277" y="129927"/>
                        <a:pt x="591849" y="128784"/>
                      </a:cubicBezTo>
                      <a:cubicBezTo>
                        <a:pt x="593087" y="126212"/>
                        <a:pt x="594325" y="123736"/>
                        <a:pt x="595564" y="121164"/>
                      </a:cubicBezTo>
                      <a:cubicBezTo>
                        <a:pt x="596231" y="120021"/>
                        <a:pt x="597088" y="119163"/>
                        <a:pt x="598136" y="118783"/>
                      </a:cubicBezTo>
                      <a:close/>
                      <a:moveTo>
                        <a:pt x="414494" y="111734"/>
                      </a:moveTo>
                      <a:cubicBezTo>
                        <a:pt x="415637" y="112020"/>
                        <a:pt x="416495" y="112972"/>
                        <a:pt x="417066" y="114115"/>
                      </a:cubicBezTo>
                      <a:lnTo>
                        <a:pt x="417161" y="114020"/>
                      </a:lnTo>
                      <a:cubicBezTo>
                        <a:pt x="417733" y="115163"/>
                        <a:pt x="417828" y="116782"/>
                        <a:pt x="417542" y="118020"/>
                      </a:cubicBezTo>
                      <a:cubicBezTo>
                        <a:pt x="417257" y="119354"/>
                        <a:pt x="416495" y="120211"/>
                        <a:pt x="415637" y="121068"/>
                      </a:cubicBezTo>
                      <a:cubicBezTo>
                        <a:pt x="415732" y="120878"/>
                        <a:pt x="415923" y="120783"/>
                        <a:pt x="416113" y="120592"/>
                      </a:cubicBezTo>
                      <a:cubicBezTo>
                        <a:pt x="414780" y="121830"/>
                        <a:pt x="413542" y="123354"/>
                        <a:pt x="412494" y="124974"/>
                      </a:cubicBezTo>
                      <a:cubicBezTo>
                        <a:pt x="411542" y="126593"/>
                        <a:pt x="410684" y="128403"/>
                        <a:pt x="410017" y="130212"/>
                      </a:cubicBezTo>
                      <a:cubicBezTo>
                        <a:pt x="409636" y="131355"/>
                        <a:pt x="409351" y="132498"/>
                        <a:pt x="409065" y="133641"/>
                      </a:cubicBezTo>
                      <a:cubicBezTo>
                        <a:pt x="408398" y="136499"/>
                        <a:pt x="406017" y="137832"/>
                        <a:pt x="403826" y="137261"/>
                      </a:cubicBezTo>
                      <a:cubicBezTo>
                        <a:pt x="401540" y="136594"/>
                        <a:pt x="400302" y="133451"/>
                        <a:pt x="400874" y="130879"/>
                      </a:cubicBezTo>
                      <a:cubicBezTo>
                        <a:pt x="401636" y="127355"/>
                        <a:pt x="402874" y="123926"/>
                        <a:pt x="404493" y="120878"/>
                      </a:cubicBezTo>
                      <a:cubicBezTo>
                        <a:pt x="406303" y="117449"/>
                        <a:pt x="408589" y="114687"/>
                        <a:pt x="411256" y="112210"/>
                      </a:cubicBezTo>
                      <a:cubicBezTo>
                        <a:pt x="412113" y="111448"/>
                        <a:pt x="413447" y="111448"/>
                        <a:pt x="414494" y="111734"/>
                      </a:cubicBezTo>
                      <a:close/>
                      <a:moveTo>
                        <a:pt x="512506" y="103257"/>
                      </a:moveTo>
                      <a:cubicBezTo>
                        <a:pt x="514697" y="103161"/>
                        <a:pt x="516793" y="105733"/>
                        <a:pt x="516697" y="108400"/>
                      </a:cubicBezTo>
                      <a:cubicBezTo>
                        <a:pt x="516412" y="114306"/>
                        <a:pt x="516126" y="120306"/>
                        <a:pt x="515840" y="126212"/>
                      </a:cubicBezTo>
                      <a:cubicBezTo>
                        <a:pt x="515745" y="129069"/>
                        <a:pt x="514030" y="131260"/>
                        <a:pt x="511649" y="131355"/>
                      </a:cubicBezTo>
                      <a:cubicBezTo>
                        <a:pt x="509458" y="131451"/>
                        <a:pt x="507363" y="128879"/>
                        <a:pt x="507458" y="126212"/>
                      </a:cubicBezTo>
                      <a:cubicBezTo>
                        <a:pt x="507744" y="120306"/>
                        <a:pt x="508030" y="114306"/>
                        <a:pt x="508315" y="108400"/>
                      </a:cubicBezTo>
                      <a:cubicBezTo>
                        <a:pt x="508411" y="105543"/>
                        <a:pt x="510125" y="103352"/>
                        <a:pt x="512506" y="103257"/>
                      </a:cubicBezTo>
                      <a:close/>
                      <a:moveTo>
                        <a:pt x="215231" y="99637"/>
                      </a:moveTo>
                      <a:cubicBezTo>
                        <a:pt x="217517" y="99923"/>
                        <a:pt x="219708" y="100399"/>
                        <a:pt x="221898" y="101352"/>
                      </a:cubicBezTo>
                      <a:cubicBezTo>
                        <a:pt x="223041" y="101828"/>
                        <a:pt x="223803" y="102590"/>
                        <a:pt x="224470" y="103733"/>
                      </a:cubicBezTo>
                      <a:lnTo>
                        <a:pt x="224375" y="103828"/>
                      </a:lnTo>
                      <a:cubicBezTo>
                        <a:pt x="224946" y="105066"/>
                        <a:pt x="225042" y="106495"/>
                        <a:pt x="224756" y="107829"/>
                      </a:cubicBezTo>
                      <a:cubicBezTo>
                        <a:pt x="224565" y="109067"/>
                        <a:pt x="223708" y="110210"/>
                        <a:pt x="222851" y="110877"/>
                      </a:cubicBezTo>
                      <a:cubicBezTo>
                        <a:pt x="221994" y="111448"/>
                        <a:pt x="220565" y="111829"/>
                        <a:pt x="219612" y="111353"/>
                      </a:cubicBezTo>
                      <a:cubicBezTo>
                        <a:pt x="218279" y="110686"/>
                        <a:pt x="216850" y="110305"/>
                        <a:pt x="215421" y="110019"/>
                      </a:cubicBezTo>
                      <a:cubicBezTo>
                        <a:pt x="213516" y="109734"/>
                        <a:pt x="211707" y="109734"/>
                        <a:pt x="209897" y="110019"/>
                      </a:cubicBezTo>
                      <a:cubicBezTo>
                        <a:pt x="209421" y="110114"/>
                        <a:pt x="208849" y="110114"/>
                        <a:pt x="208373" y="109924"/>
                      </a:cubicBezTo>
                      <a:cubicBezTo>
                        <a:pt x="207992" y="109829"/>
                        <a:pt x="207706" y="109638"/>
                        <a:pt x="207325" y="109448"/>
                      </a:cubicBezTo>
                      <a:cubicBezTo>
                        <a:pt x="206373" y="108876"/>
                        <a:pt x="205706" y="107638"/>
                        <a:pt x="205420" y="106400"/>
                      </a:cubicBezTo>
                      <a:cubicBezTo>
                        <a:pt x="205039" y="105162"/>
                        <a:pt x="205230" y="103542"/>
                        <a:pt x="205801" y="102399"/>
                      </a:cubicBezTo>
                      <a:cubicBezTo>
                        <a:pt x="206277" y="101447"/>
                        <a:pt x="207420" y="100209"/>
                        <a:pt x="208373" y="100018"/>
                      </a:cubicBezTo>
                      <a:cubicBezTo>
                        <a:pt x="210659" y="99637"/>
                        <a:pt x="212945" y="99351"/>
                        <a:pt x="215231" y="99637"/>
                      </a:cubicBezTo>
                      <a:close/>
                      <a:moveTo>
                        <a:pt x="76642" y="95732"/>
                      </a:moveTo>
                      <a:cubicBezTo>
                        <a:pt x="82548" y="95732"/>
                        <a:pt x="88358" y="98590"/>
                        <a:pt x="92644" y="103638"/>
                      </a:cubicBezTo>
                      <a:cubicBezTo>
                        <a:pt x="94359" y="105638"/>
                        <a:pt x="94168" y="108972"/>
                        <a:pt x="92644" y="110972"/>
                      </a:cubicBezTo>
                      <a:cubicBezTo>
                        <a:pt x="91025" y="113067"/>
                        <a:pt x="88263" y="112877"/>
                        <a:pt x="86643" y="110972"/>
                      </a:cubicBezTo>
                      <a:cubicBezTo>
                        <a:pt x="86262" y="110496"/>
                        <a:pt x="85881" y="110115"/>
                        <a:pt x="85500" y="109734"/>
                      </a:cubicBezTo>
                      <a:cubicBezTo>
                        <a:pt x="84453" y="108877"/>
                        <a:pt x="83405" y="108115"/>
                        <a:pt x="82262" y="107448"/>
                      </a:cubicBezTo>
                      <a:cubicBezTo>
                        <a:pt x="81119" y="106876"/>
                        <a:pt x="79881" y="106495"/>
                        <a:pt x="78642" y="106209"/>
                      </a:cubicBezTo>
                      <a:cubicBezTo>
                        <a:pt x="77976" y="106019"/>
                        <a:pt x="77309" y="106019"/>
                        <a:pt x="76642" y="106019"/>
                      </a:cubicBezTo>
                      <a:cubicBezTo>
                        <a:pt x="74356" y="106019"/>
                        <a:pt x="72546" y="103638"/>
                        <a:pt x="72451" y="100875"/>
                      </a:cubicBezTo>
                      <a:cubicBezTo>
                        <a:pt x="72356" y="98113"/>
                        <a:pt x="74451" y="95732"/>
                        <a:pt x="76642" y="95732"/>
                      </a:cubicBezTo>
                      <a:close/>
                      <a:moveTo>
                        <a:pt x="50734" y="93923"/>
                      </a:moveTo>
                      <a:lnTo>
                        <a:pt x="50924" y="94113"/>
                      </a:lnTo>
                      <a:lnTo>
                        <a:pt x="50734" y="93979"/>
                      </a:lnTo>
                      <a:close/>
                      <a:moveTo>
                        <a:pt x="156176" y="90780"/>
                      </a:moveTo>
                      <a:cubicBezTo>
                        <a:pt x="166558" y="94018"/>
                        <a:pt x="176655" y="98400"/>
                        <a:pt x="186370" y="103924"/>
                      </a:cubicBezTo>
                      <a:lnTo>
                        <a:pt x="186370" y="104019"/>
                      </a:lnTo>
                      <a:cubicBezTo>
                        <a:pt x="188466" y="105163"/>
                        <a:pt x="188942" y="108877"/>
                        <a:pt x="187894" y="111068"/>
                      </a:cubicBezTo>
                      <a:cubicBezTo>
                        <a:pt x="186656" y="113640"/>
                        <a:pt x="184180" y="114021"/>
                        <a:pt x="182084" y="112878"/>
                      </a:cubicBezTo>
                      <a:cubicBezTo>
                        <a:pt x="173035" y="107734"/>
                        <a:pt x="163606" y="103734"/>
                        <a:pt x="153890" y="100781"/>
                      </a:cubicBezTo>
                      <a:cubicBezTo>
                        <a:pt x="151699" y="100114"/>
                        <a:pt x="150366" y="97066"/>
                        <a:pt x="150937" y="94399"/>
                      </a:cubicBezTo>
                      <a:cubicBezTo>
                        <a:pt x="151604" y="91637"/>
                        <a:pt x="153985" y="90113"/>
                        <a:pt x="156176" y="90780"/>
                      </a:cubicBezTo>
                      <a:close/>
                      <a:moveTo>
                        <a:pt x="472406" y="88874"/>
                      </a:moveTo>
                      <a:cubicBezTo>
                        <a:pt x="473453" y="88779"/>
                        <a:pt x="474596" y="89541"/>
                        <a:pt x="475358" y="90398"/>
                      </a:cubicBezTo>
                      <a:cubicBezTo>
                        <a:pt x="476120" y="91255"/>
                        <a:pt x="476596" y="92779"/>
                        <a:pt x="476596" y="94018"/>
                      </a:cubicBezTo>
                      <a:cubicBezTo>
                        <a:pt x="476596" y="95446"/>
                        <a:pt x="476120" y="96589"/>
                        <a:pt x="475358" y="97637"/>
                      </a:cubicBezTo>
                      <a:cubicBezTo>
                        <a:pt x="472596" y="101542"/>
                        <a:pt x="469929" y="105543"/>
                        <a:pt x="467167" y="109448"/>
                      </a:cubicBezTo>
                      <a:cubicBezTo>
                        <a:pt x="466500" y="110496"/>
                        <a:pt x="465262" y="110972"/>
                        <a:pt x="464214" y="110972"/>
                      </a:cubicBezTo>
                      <a:cubicBezTo>
                        <a:pt x="463166" y="111067"/>
                        <a:pt x="462023" y="110401"/>
                        <a:pt x="461261" y="109448"/>
                      </a:cubicBezTo>
                      <a:cubicBezTo>
                        <a:pt x="460499" y="108591"/>
                        <a:pt x="460023" y="107067"/>
                        <a:pt x="460023" y="105829"/>
                      </a:cubicBezTo>
                      <a:cubicBezTo>
                        <a:pt x="460023" y="104400"/>
                        <a:pt x="460499" y="103257"/>
                        <a:pt x="461261" y="102209"/>
                      </a:cubicBezTo>
                      <a:cubicBezTo>
                        <a:pt x="464023" y="98304"/>
                        <a:pt x="466691" y="94303"/>
                        <a:pt x="469453" y="90398"/>
                      </a:cubicBezTo>
                      <a:cubicBezTo>
                        <a:pt x="470119" y="89350"/>
                        <a:pt x="471358" y="88874"/>
                        <a:pt x="472406" y="88874"/>
                      </a:cubicBezTo>
                      <a:close/>
                      <a:moveTo>
                        <a:pt x="358582" y="86779"/>
                      </a:moveTo>
                      <a:lnTo>
                        <a:pt x="358677" y="86969"/>
                      </a:lnTo>
                      <a:lnTo>
                        <a:pt x="358593" y="86891"/>
                      </a:lnTo>
                      <a:close/>
                      <a:moveTo>
                        <a:pt x="356105" y="84588"/>
                      </a:moveTo>
                      <a:lnTo>
                        <a:pt x="358593" y="86891"/>
                      </a:lnTo>
                      <a:lnTo>
                        <a:pt x="358963" y="90779"/>
                      </a:lnTo>
                      <a:cubicBezTo>
                        <a:pt x="358868" y="91446"/>
                        <a:pt x="358582" y="92017"/>
                        <a:pt x="358201" y="92494"/>
                      </a:cubicBezTo>
                      <a:cubicBezTo>
                        <a:pt x="357915" y="93065"/>
                        <a:pt x="357534" y="93446"/>
                        <a:pt x="357058" y="93732"/>
                      </a:cubicBezTo>
                      <a:cubicBezTo>
                        <a:pt x="357153" y="93637"/>
                        <a:pt x="357248" y="93541"/>
                        <a:pt x="357344" y="93446"/>
                      </a:cubicBezTo>
                      <a:cubicBezTo>
                        <a:pt x="356391" y="94399"/>
                        <a:pt x="355534" y="95542"/>
                        <a:pt x="354772" y="96684"/>
                      </a:cubicBezTo>
                      <a:cubicBezTo>
                        <a:pt x="354105" y="97828"/>
                        <a:pt x="353534" y="98971"/>
                        <a:pt x="353057" y="100209"/>
                      </a:cubicBezTo>
                      <a:cubicBezTo>
                        <a:pt x="352676" y="101447"/>
                        <a:pt x="351533" y="102209"/>
                        <a:pt x="350581" y="102590"/>
                      </a:cubicBezTo>
                      <a:cubicBezTo>
                        <a:pt x="349533" y="103066"/>
                        <a:pt x="348295" y="102781"/>
                        <a:pt x="347342" y="102114"/>
                      </a:cubicBezTo>
                      <a:cubicBezTo>
                        <a:pt x="346485" y="101542"/>
                        <a:pt x="345723" y="100304"/>
                        <a:pt x="345437" y="99066"/>
                      </a:cubicBezTo>
                      <a:cubicBezTo>
                        <a:pt x="345342" y="98304"/>
                        <a:pt x="345342" y="97637"/>
                        <a:pt x="345437" y="96970"/>
                      </a:cubicBezTo>
                      <a:cubicBezTo>
                        <a:pt x="345437" y="96304"/>
                        <a:pt x="345628" y="95637"/>
                        <a:pt x="345914" y="95065"/>
                      </a:cubicBezTo>
                      <a:cubicBezTo>
                        <a:pt x="346676" y="93065"/>
                        <a:pt x="347723" y="91255"/>
                        <a:pt x="348866" y="89541"/>
                      </a:cubicBezTo>
                      <a:cubicBezTo>
                        <a:pt x="350009" y="87731"/>
                        <a:pt x="351438" y="86398"/>
                        <a:pt x="352867" y="85064"/>
                      </a:cubicBezTo>
                      <a:cubicBezTo>
                        <a:pt x="353724" y="84302"/>
                        <a:pt x="355058" y="84302"/>
                        <a:pt x="356105" y="84588"/>
                      </a:cubicBezTo>
                      <a:close/>
                      <a:moveTo>
                        <a:pt x="269523" y="79254"/>
                      </a:moveTo>
                      <a:cubicBezTo>
                        <a:pt x="279715" y="82969"/>
                        <a:pt x="289621" y="88207"/>
                        <a:pt x="298765" y="94875"/>
                      </a:cubicBezTo>
                      <a:lnTo>
                        <a:pt x="298765" y="94970"/>
                      </a:lnTo>
                      <a:cubicBezTo>
                        <a:pt x="300765" y="96399"/>
                        <a:pt x="301432" y="99542"/>
                        <a:pt x="300289" y="102019"/>
                      </a:cubicBezTo>
                      <a:cubicBezTo>
                        <a:pt x="299146" y="104400"/>
                        <a:pt x="296479" y="105257"/>
                        <a:pt x="294479" y="103828"/>
                      </a:cubicBezTo>
                      <a:cubicBezTo>
                        <a:pt x="285811" y="97446"/>
                        <a:pt x="276858" y="92684"/>
                        <a:pt x="267237" y="89255"/>
                      </a:cubicBezTo>
                      <a:cubicBezTo>
                        <a:pt x="264951" y="88398"/>
                        <a:pt x="263808" y="85636"/>
                        <a:pt x="264285" y="82873"/>
                      </a:cubicBezTo>
                      <a:cubicBezTo>
                        <a:pt x="264856" y="80206"/>
                        <a:pt x="267428" y="78492"/>
                        <a:pt x="269523" y="79254"/>
                      </a:cubicBezTo>
                      <a:close/>
                      <a:moveTo>
                        <a:pt x="26159" y="76682"/>
                      </a:moveTo>
                      <a:lnTo>
                        <a:pt x="50734" y="93979"/>
                      </a:lnTo>
                      <a:lnTo>
                        <a:pt x="50734" y="101257"/>
                      </a:lnTo>
                      <a:cubicBezTo>
                        <a:pt x="49210" y="103162"/>
                        <a:pt x="46162" y="103353"/>
                        <a:pt x="44733" y="101257"/>
                      </a:cubicBezTo>
                      <a:cubicBezTo>
                        <a:pt x="43304" y="99257"/>
                        <a:pt x="41685" y="97257"/>
                        <a:pt x="39971" y="95542"/>
                      </a:cubicBezTo>
                      <a:cubicBezTo>
                        <a:pt x="39780" y="95351"/>
                        <a:pt x="39590" y="95161"/>
                        <a:pt x="39399" y="94970"/>
                      </a:cubicBezTo>
                      <a:cubicBezTo>
                        <a:pt x="39304" y="94875"/>
                        <a:pt x="39304" y="94875"/>
                        <a:pt x="39304" y="94875"/>
                      </a:cubicBezTo>
                      <a:cubicBezTo>
                        <a:pt x="38828" y="94494"/>
                        <a:pt x="38447" y="94113"/>
                        <a:pt x="37970" y="93732"/>
                      </a:cubicBezTo>
                      <a:cubicBezTo>
                        <a:pt x="37208" y="93065"/>
                        <a:pt x="36256" y="92399"/>
                        <a:pt x="35399" y="91732"/>
                      </a:cubicBezTo>
                      <a:cubicBezTo>
                        <a:pt x="34541" y="91065"/>
                        <a:pt x="33494" y="90494"/>
                        <a:pt x="32541" y="89922"/>
                      </a:cubicBezTo>
                      <a:cubicBezTo>
                        <a:pt x="32255" y="89732"/>
                        <a:pt x="31970" y="89636"/>
                        <a:pt x="31684" y="89446"/>
                      </a:cubicBezTo>
                      <a:cubicBezTo>
                        <a:pt x="31112" y="89255"/>
                        <a:pt x="30636" y="88970"/>
                        <a:pt x="30160" y="88779"/>
                      </a:cubicBezTo>
                      <a:cubicBezTo>
                        <a:pt x="28160" y="87827"/>
                        <a:pt x="26064" y="87160"/>
                        <a:pt x="23873" y="86684"/>
                      </a:cubicBezTo>
                      <a:cubicBezTo>
                        <a:pt x="21587" y="86112"/>
                        <a:pt x="20444" y="82874"/>
                        <a:pt x="20921" y="80302"/>
                      </a:cubicBezTo>
                      <a:cubicBezTo>
                        <a:pt x="21492" y="77445"/>
                        <a:pt x="23969" y="76206"/>
                        <a:pt x="26159" y="76682"/>
                      </a:cubicBezTo>
                      <a:close/>
                      <a:moveTo>
                        <a:pt x="412970" y="63061"/>
                      </a:moveTo>
                      <a:cubicBezTo>
                        <a:pt x="414018" y="62966"/>
                        <a:pt x="415161" y="63633"/>
                        <a:pt x="415923" y="64585"/>
                      </a:cubicBezTo>
                      <a:lnTo>
                        <a:pt x="416018" y="64680"/>
                      </a:lnTo>
                      <a:cubicBezTo>
                        <a:pt x="416780" y="65538"/>
                        <a:pt x="417257" y="67062"/>
                        <a:pt x="417257" y="68300"/>
                      </a:cubicBezTo>
                      <a:cubicBezTo>
                        <a:pt x="417257" y="69062"/>
                        <a:pt x="417161" y="69729"/>
                        <a:pt x="416876" y="70300"/>
                      </a:cubicBezTo>
                      <a:cubicBezTo>
                        <a:pt x="416685" y="70872"/>
                        <a:pt x="416399" y="71443"/>
                        <a:pt x="416018" y="71919"/>
                      </a:cubicBezTo>
                      <a:cubicBezTo>
                        <a:pt x="413542" y="75825"/>
                        <a:pt x="410589" y="79158"/>
                        <a:pt x="407255" y="81921"/>
                      </a:cubicBezTo>
                      <a:cubicBezTo>
                        <a:pt x="406303" y="82683"/>
                        <a:pt x="405065" y="82683"/>
                        <a:pt x="404017" y="82397"/>
                      </a:cubicBezTo>
                      <a:cubicBezTo>
                        <a:pt x="402874" y="82111"/>
                        <a:pt x="402017" y="81159"/>
                        <a:pt x="401445" y="80016"/>
                      </a:cubicBezTo>
                      <a:cubicBezTo>
                        <a:pt x="400874" y="78873"/>
                        <a:pt x="400778" y="77253"/>
                        <a:pt x="401064" y="76015"/>
                      </a:cubicBezTo>
                      <a:cubicBezTo>
                        <a:pt x="401350" y="74682"/>
                        <a:pt x="402017" y="73729"/>
                        <a:pt x="402969" y="72967"/>
                      </a:cubicBezTo>
                      <a:cubicBezTo>
                        <a:pt x="403255" y="72681"/>
                        <a:pt x="403636" y="72396"/>
                        <a:pt x="403922" y="72110"/>
                      </a:cubicBezTo>
                      <a:cubicBezTo>
                        <a:pt x="406208" y="69919"/>
                        <a:pt x="408208" y="67347"/>
                        <a:pt x="410018" y="64585"/>
                      </a:cubicBezTo>
                      <a:cubicBezTo>
                        <a:pt x="410684" y="63537"/>
                        <a:pt x="411923" y="63061"/>
                        <a:pt x="412970" y="63061"/>
                      </a:cubicBezTo>
                      <a:close/>
                      <a:moveTo>
                        <a:pt x="543939" y="58204"/>
                      </a:moveTo>
                      <a:cubicBezTo>
                        <a:pt x="544987" y="57727"/>
                        <a:pt x="546225" y="58013"/>
                        <a:pt x="547178" y="58680"/>
                      </a:cubicBezTo>
                      <a:cubicBezTo>
                        <a:pt x="547654" y="58966"/>
                        <a:pt x="548035" y="59442"/>
                        <a:pt x="548321" y="60013"/>
                      </a:cubicBezTo>
                      <a:cubicBezTo>
                        <a:pt x="548702" y="60490"/>
                        <a:pt x="548987" y="61061"/>
                        <a:pt x="549083" y="61728"/>
                      </a:cubicBezTo>
                      <a:cubicBezTo>
                        <a:pt x="549178" y="62490"/>
                        <a:pt x="549178" y="63157"/>
                        <a:pt x="549083" y="63823"/>
                      </a:cubicBezTo>
                      <a:cubicBezTo>
                        <a:pt x="549083" y="64490"/>
                        <a:pt x="548892" y="65157"/>
                        <a:pt x="548606" y="65728"/>
                      </a:cubicBezTo>
                      <a:cubicBezTo>
                        <a:pt x="547559" y="67633"/>
                        <a:pt x="546606" y="69443"/>
                        <a:pt x="545654" y="71348"/>
                      </a:cubicBezTo>
                      <a:cubicBezTo>
                        <a:pt x="545273" y="72110"/>
                        <a:pt x="544796" y="72682"/>
                        <a:pt x="544130" y="73158"/>
                      </a:cubicBezTo>
                      <a:cubicBezTo>
                        <a:pt x="543749" y="73253"/>
                        <a:pt x="543463" y="73444"/>
                        <a:pt x="543082" y="73634"/>
                      </a:cubicBezTo>
                      <a:cubicBezTo>
                        <a:pt x="542034" y="74110"/>
                        <a:pt x="540796" y="73825"/>
                        <a:pt x="539843" y="73158"/>
                      </a:cubicBezTo>
                      <a:cubicBezTo>
                        <a:pt x="539367" y="72872"/>
                        <a:pt x="538986" y="72396"/>
                        <a:pt x="538700" y="71824"/>
                      </a:cubicBezTo>
                      <a:cubicBezTo>
                        <a:pt x="538319" y="71348"/>
                        <a:pt x="538034" y="70777"/>
                        <a:pt x="537938" y="70110"/>
                      </a:cubicBezTo>
                      <a:cubicBezTo>
                        <a:pt x="537843" y="69348"/>
                        <a:pt x="537843" y="68681"/>
                        <a:pt x="537938" y="68014"/>
                      </a:cubicBezTo>
                      <a:cubicBezTo>
                        <a:pt x="537938" y="67348"/>
                        <a:pt x="538129" y="66681"/>
                        <a:pt x="538415" y="66109"/>
                      </a:cubicBezTo>
                      <a:cubicBezTo>
                        <a:pt x="539462" y="64204"/>
                        <a:pt x="540415" y="62395"/>
                        <a:pt x="541367" y="60490"/>
                      </a:cubicBezTo>
                      <a:cubicBezTo>
                        <a:pt x="541748" y="59728"/>
                        <a:pt x="542225" y="59156"/>
                        <a:pt x="542891" y="58680"/>
                      </a:cubicBezTo>
                      <a:cubicBezTo>
                        <a:pt x="543272" y="58584"/>
                        <a:pt x="543558" y="58394"/>
                        <a:pt x="543939" y="58204"/>
                      </a:cubicBezTo>
                      <a:close/>
                      <a:moveTo>
                        <a:pt x="56449" y="51060"/>
                      </a:moveTo>
                      <a:cubicBezTo>
                        <a:pt x="57497" y="50679"/>
                        <a:pt x="58735" y="50870"/>
                        <a:pt x="59688" y="51536"/>
                      </a:cubicBezTo>
                      <a:cubicBezTo>
                        <a:pt x="61593" y="52870"/>
                        <a:pt x="63593" y="54299"/>
                        <a:pt x="65498" y="55632"/>
                      </a:cubicBezTo>
                      <a:cubicBezTo>
                        <a:pt x="66450" y="56299"/>
                        <a:pt x="67022" y="57442"/>
                        <a:pt x="67403" y="58680"/>
                      </a:cubicBezTo>
                      <a:cubicBezTo>
                        <a:pt x="67784" y="60014"/>
                        <a:pt x="67498" y="61442"/>
                        <a:pt x="67022" y="62681"/>
                      </a:cubicBezTo>
                      <a:cubicBezTo>
                        <a:pt x="66831" y="63252"/>
                        <a:pt x="66450" y="63728"/>
                        <a:pt x="65974" y="64109"/>
                      </a:cubicBezTo>
                      <a:cubicBezTo>
                        <a:pt x="65593" y="64586"/>
                        <a:pt x="65117" y="64871"/>
                        <a:pt x="64545" y="65062"/>
                      </a:cubicBezTo>
                      <a:cubicBezTo>
                        <a:pt x="63498" y="65443"/>
                        <a:pt x="62259" y="65252"/>
                        <a:pt x="61307" y="64586"/>
                      </a:cubicBezTo>
                      <a:cubicBezTo>
                        <a:pt x="59402" y="63252"/>
                        <a:pt x="57402" y="61823"/>
                        <a:pt x="55497" y="60490"/>
                      </a:cubicBezTo>
                      <a:cubicBezTo>
                        <a:pt x="54544" y="59823"/>
                        <a:pt x="53973" y="58680"/>
                        <a:pt x="53592" y="57442"/>
                      </a:cubicBezTo>
                      <a:cubicBezTo>
                        <a:pt x="53211" y="56108"/>
                        <a:pt x="53496" y="54680"/>
                        <a:pt x="53973" y="53441"/>
                      </a:cubicBezTo>
                      <a:cubicBezTo>
                        <a:pt x="54163" y="52870"/>
                        <a:pt x="54544" y="52394"/>
                        <a:pt x="55020" y="52013"/>
                      </a:cubicBezTo>
                      <a:cubicBezTo>
                        <a:pt x="55401" y="51536"/>
                        <a:pt x="55878" y="51251"/>
                        <a:pt x="56449" y="51060"/>
                      </a:cubicBezTo>
                      <a:close/>
                      <a:moveTo>
                        <a:pt x="381347" y="47536"/>
                      </a:moveTo>
                      <a:lnTo>
                        <a:pt x="381919" y="47536"/>
                      </a:lnTo>
                      <a:cubicBezTo>
                        <a:pt x="382680" y="47536"/>
                        <a:pt x="383347" y="47726"/>
                        <a:pt x="384014" y="48203"/>
                      </a:cubicBezTo>
                      <a:cubicBezTo>
                        <a:pt x="384300" y="48393"/>
                        <a:pt x="384585" y="48679"/>
                        <a:pt x="384871" y="48965"/>
                      </a:cubicBezTo>
                      <a:cubicBezTo>
                        <a:pt x="385348" y="49632"/>
                        <a:pt x="385729" y="50394"/>
                        <a:pt x="385919" y="51251"/>
                      </a:cubicBezTo>
                      <a:lnTo>
                        <a:pt x="385919" y="51346"/>
                      </a:lnTo>
                      <a:cubicBezTo>
                        <a:pt x="386014" y="51727"/>
                        <a:pt x="386109" y="52203"/>
                        <a:pt x="386109" y="52679"/>
                      </a:cubicBezTo>
                      <a:cubicBezTo>
                        <a:pt x="386109" y="53441"/>
                        <a:pt x="386014" y="54108"/>
                        <a:pt x="385729" y="54680"/>
                      </a:cubicBezTo>
                      <a:cubicBezTo>
                        <a:pt x="385538" y="55251"/>
                        <a:pt x="385252" y="55823"/>
                        <a:pt x="384871" y="56299"/>
                      </a:cubicBezTo>
                      <a:cubicBezTo>
                        <a:pt x="384490" y="56775"/>
                        <a:pt x="384109" y="57156"/>
                        <a:pt x="383538" y="57347"/>
                      </a:cubicBezTo>
                      <a:cubicBezTo>
                        <a:pt x="383061" y="57728"/>
                        <a:pt x="382490" y="57823"/>
                        <a:pt x="381919" y="57823"/>
                      </a:cubicBezTo>
                      <a:lnTo>
                        <a:pt x="381347" y="57823"/>
                      </a:lnTo>
                      <a:cubicBezTo>
                        <a:pt x="380585" y="57823"/>
                        <a:pt x="379918" y="57632"/>
                        <a:pt x="379252" y="57156"/>
                      </a:cubicBezTo>
                      <a:cubicBezTo>
                        <a:pt x="378966" y="56870"/>
                        <a:pt x="378680" y="56585"/>
                        <a:pt x="378394" y="56299"/>
                      </a:cubicBezTo>
                      <a:cubicBezTo>
                        <a:pt x="377918" y="55632"/>
                        <a:pt x="377537" y="54870"/>
                        <a:pt x="377346" y="54013"/>
                      </a:cubicBezTo>
                      <a:cubicBezTo>
                        <a:pt x="377251" y="53632"/>
                        <a:pt x="377156" y="53156"/>
                        <a:pt x="377156" y="52679"/>
                      </a:cubicBezTo>
                      <a:cubicBezTo>
                        <a:pt x="377156" y="51917"/>
                        <a:pt x="377251" y="51251"/>
                        <a:pt x="377537" y="50679"/>
                      </a:cubicBezTo>
                      <a:cubicBezTo>
                        <a:pt x="377727" y="50108"/>
                        <a:pt x="378013" y="49536"/>
                        <a:pt x="378394" y="49060"/>
                      </a:cubicBezTo>
                      <a:cubicBezTo>
                        <a:pt x="378775" y="48584"/>
                        <a:pt x="379156" y="48203"/>
                        <a:pt x="379728" y="48012"/>
                      </a:cubicBezTo>
                      <a:cubicBezTo>
                        <a:pt x="380204" y="47631"/>
                        <a:pt x="380775" y="47536"/>
                        <a:pt x="381347" y="47536"/>
                      </a:cubicBezTo>
                      <a:close/>
                      <a:moveTo>
                        <a:pt x="594802" y="43345"/>
                      </a:moveTo>
                      <a:lnTo>
                        <a:pt x="594897" y="43345"/>
                      </a:lnTo>
                      <a:lnTo>
                        <a:pt x="594649" y="43676"/>
                      </a:lnTo>
                      <a:close/>
                      <a:moveTo>
                        <a:pt x="493647" y="40868"/>
                      </a:moveTo>
                      <a:cubicBezTo>
                        <a:pt x="495742" y="39439"/>
                        <a:pt x="498219" y="40296"/>
                        <a:pt x="499457" y="42678"/>
                      </a:cubicBezTo>
                      <a:lnTo>
                        <a:pt x="499362" y="42773"/>
                      </a:lnTo>
                      <a:cubicBezTo>
                        <a:pt x="500600" y="45059"/>
                        <a:pt x="499838" y="48583"/>
                        <a:pt x="497838" y="49821"/>
                      </a:cubicBezTo>
                      <a:cubicBezTo>
                        <a:pt x="495266" y="51441"/>
                        <a:pt x="492790" y="53250"/>
                        <a:pt x="490408" y="55156"/>
                      </a:cubicBezTo>
                      <a:cubicBezTo>
                        <a:pt x="489265" y="56108"/>
                        <a:pt x="488027" y="57061"/>
                        <a:pt x="486884" y="58108"/>
                      </a:cubicBezTo>
                      <a:cubicBezTo>
                        <a:pt x="486313" y="58584"/>
                        <a:pt x="485741" y="59061"/>
                        <a:pt x="485170" y="59632"/>
                      </a:cubicBezTo>
                      <a:cubicBezTo>
                        <a:pt x="485074" y="59632"/>
                        <a:pt x="484884" y="59823"/>
                        <a:pt x="484884" y="59823"/>
                      </a:cubicBezTo>
                      <a:cubicBezTo>
                        <a:pt x="484693" y="60108"/>
                        <a:pt x="484407" y="60299"/>
                        <a:pt x="484122" y="60585"/>
                      </a:cubicBezTo>
                      <a:cubicBezTo>
                        <a:pt x="483265" y="61537"/>
                        <a:pt x="482407" y="62109"/>
                        <a:pt x="481169" y="62109"/>
                      </a:cubicBezTo>
                      <a:cubicBezTo>
                        <a:pt x="480121" y="62204"/>
                        <a:pt x="478978" y="61442"/>
                        <a:pt x="478216" y="60585"/>
                      </a:cubicBezTo>
                      <a:cubicBezTo>
                        <a:pt x="477454" y="59728"/>
                        <a:pt x="476978" y="58204"/>
                        <a:pt x="476978" y="56965"/>
                      </a:cubicBezTo>
                      <a:cubicBezTo>
                        <a:pt x="476978" y="55822"/>
                        <a:pt x="477454" y="54108"/>
                        <a:pt x="478216" y="53346"/>
                      </a:cubicBezTo>
                      <a:cubicBezTo>
                        <a:pt x="483074" y="48679"/>
                        <a:pt x="488218" y="44392"/>
                        <a:pt x="493647" y="40868"/>
                      </a:cubicBezTo>
                      <a:close/>
                      <a:moveTo>
                        <a:pt x="236377" y="36296"/>
                      </a:moveTo>
                      <a:cubicBezTo>
                        <a:pt x="237139" y="36011"/>
                        <a:pt x="237901" y="36011"/>
                        <a:pt x="238663" y="36296"/>
                      </a:cubicBezTo>
                      <a:cubicBezTo>
                        <a:pt x="239044" y="36392"/>
                        <a:pt x="239330" y="36582"/>
                        <a:pt x="239711" y="36773"/>
                      </a:cubicBezTo>
                      <a:cubicBezTo>
                        <a:pt x="240187" y="37058"/>
                        <a:pt x="240568" y="37535"/>
                        <a:pt x="240854" y="38106"/>
                      </a:cubicBezTo>
                      <a:cubicBezTo>
                        <a:pt x="241235" y="38582"/>
                        <a:pt x="241520" y="39154"/>
                        <a:pt x="241616" y="39821"/>
                      </a:cubicBezTo>
                      <a:cubicBezTo>
                        <a:pt x="241711" y="40583"/>
                        <a:pt x="241711" y="41249"/>
                        <a:pt x="241616" y="41916"/>
                      </a:cubicBezTo>
                      <a:cubicBezTo>
                        <a:pt x="241616" y="42583"/>
                        <a:pt x="241425" y="43250"/>
                        <a:pt x="241139" y="43821"/>
                      </a:cubicBezTo>
                      <a:cubicBezTo>
                        <a:pt x="240282" y="45250"/>
                        <a:pt x="239520" y="46679"/>
                        <a:pt x="238663" y="48107"/>
                      </a:cubicBezTo>
                      <a:cubicBezTo>
                        <a:pt x="238282" y="48869"/>
                        <a:pt x="237806" y="49441"/>
                        <a:pt x="237139" y="49917"/>
                      </a:cubicBezTo>
                      <a:cubicBezTo>
                        <a:pt x="236758" y="50012"/>
                        <a:pt x="236472" y="50203"/>
                        <a:pt x="236091" y="50393"/>
                      </a:cubicBezTo>
                      <a:cubicBezTo>
                        <a:pt x="235329" y="50679"/>
                        <a:pt x="234567" y="50679"/>
                        <a:pt x="233805" y="50393"/>
                      </a:cubicBezTo>
                      <a:lnTo>
                        <a:pt x="232757" y="49917"/>
                      </a:lnTo>
                      <a:cubicBezTo>
                        <a:pt x="232281" y="49631"/>
                        <a:pt x="231900" y="49155"/>
                        <a:pt x="231614" y="48584"/>
                      </a:cubicBezTo>
                      <a:cubicBezTo>
                        <a:pt x="231233" y="48107"/>
                        <a:pt x="230948" y="47536"/>
                        <a:pt x="230852" y="46869"/>
                      </a:cubicBezTo>
                      <a:cubicBezTo>
                        <a:pt x="230757" y="46107"/>
                        <a:pt x="230757" y="45440"/>
                        <a:pt x="230852" y="44774"/>
                      </a:cubicBezTo>
                      <a:cubicBezTo>
                        <a:pt x="230852" y="44107"/>
                        <a:pt x="231043" y="43440"/>
                        <a:pt x="231329" y="42869"/>
                      </a:cubicBezTo>
                      <a:cubicBezTo>
                        <a:pt x="232186" y="41440"/>
                        <a:pt x="232948" y="40011"/>
                        <a:pt x="233805" y="38582"/>
                      </a:cubicBezTo>
                      <a:cubicBezTo>
                        <a:pt x="234186" y="37820"/>
                        <a:pt x="234662" y="37249"/>
                        <a:pt x="235329" y="36773"/>
                      </a:cubicBezTo>
                      <a:cubicBezTo>
                        <a:pt x="235710" y="36677"/>
                        <a:pt x="235996" y="36487"/>
                        <a:pt x="236377" y="36296"/>
                      </a:cubicBezTo>
                      <a:close/>
                      <a:moveTo>
                        <a:pt x="591563" y="35058"/>
                      </a:moveTo>
                      <a:cubicBezTo>
                        <a:pt x="592611" y="35058"/>
                        <a:pt x="593754" y="35725"/>
                        <a:pt x="594516" y="36582"/>
                      </a:cubicBezTo>
                      <a:cubicBezTo>
                        <a:pt x="595278" y="37439"/>
                        <a:pt x="595754" y="38963"/>
                        <a:pt x="595754" y="40201"/>
                      </a:cubicBezTo>
                      <a:cubicBezTo>
                        <a:pt x="595754" y="41630"/>
                        <a:pt x="595278" y="42678"/>
                        <a:pt x="594611" y="43726"/>
                      </a:cubicBezTo>
                      <a:lnTo>
                        <a:pt x="594649" y="43676"/>
                      </a:lnTo>
                      <a:lnTo>
                        <a:pt x="592992" y="47250"/>
                      </a:lnTo>
                      <a:cubicBezTo>
                        <a:pt x="592611" y="48488"/>
                        <a:pt x="592325" y="49631"/>
                        <a:pt x="592135" y="50869"/>
                      </a:cubicBezTo>
                      <a:cubicBezTo>
                        <a:pt x="592040" y="52012"/>
                        <a:pt x="592040" y="53251"/>
                        <a:pt x="592040" y="54489"/>
                      </a:cubicBezTo>
                      <a:cubicBezTo>
                        <a:pt x="592230" y="57346"/>
                        <a:pt x="590039" y="59537"/>
                        <a:pt x="587849" y="59632"/>
                      </a:cubicBezTo>
                      <a:cubicBezTo>
                        <a:pt x="586801" y="59632"/>
                        <a:pt x="585658" y="58966"/>
                        <a:pt x="584896" y="58108"/>
                      </a:cubicBezTo>
                      <a:cubicBezTo>
                        <a:pt x="584039" y="57156"/>
                        <a:pt x="583658" y="55918"/>
                        <a:pt x="583658" y="54489"/>
                      </a:cubicBezTo>
                      <a:cubicBezTo>
                        <a:pt x="583562" y="51441"/>
                        <a:pt x="583848" y="48298"/>
                        <a:pt x="584610" y="45440"/>
                      </a:cubicBezTo>
                      <a:cubicBezTo>
                        <a:pt x="585467" y="42106"/>
                        <a:pt x="586801" y="39249"/>
                        <a:pt x="588611" y="36582"/>
                      </a:cubicBezTo>
                      <a:cubicBezTo>
                        <a:pt x="589277" y="35534"/>
                        <a:pt x="590516" y="35058"/>
                        <a:pt x="591563" y="35058"/>
                      </a:cubicBezTo>
                      <a:close/>
                      <a:moveTo>
                        <a:pt x="341819" y="34391"/>
                      </a:moveTo>
                      <a:cubicBezTo>
                        <a:pt x="342867" y="34296"/>
                        <a:pt x="344009" y="35058"/>
                        <a:pt x="344771" y="35915"/>
                      </a:cubicBezTo>
                      <a:cubicBezTo>
                        <a:pt x="345533" y="36772"/>
                        <a:pt x="346010" y="38296"/>
                        <a:pt x="346010" y="39535"/>
                      </a:cubicBezTo>
                      <a:cubicBezTo>
                        <a:pt x="346010" y="40678"/>
                        <a:pt x="345533" y="42392"/>
                        <a:pt x="344771" y="43154"/>
                      </a:cubicBezTo>
                      <a:cubicBezTo>
                        <a:pt x="339628" y="48107"/>
                        <a:pt x="334389" y="53155"/>
                        <a:pt x="329246" y="58108"/>
                      </a:cubicBezTo>
                      <a:cubicBezTo>
                        <a:pt x="328388" y="59061"/>
                        <a:pt x="327531" y="59632"/>
                        <a:pt x="326293" y="59632"/>
                      </a:cubicBezTo>
                      <a:cubicBezTo>
                        <a:pt x="325245" y="59728"/>
                        <a:pt x="324102" y="59061"/>
                        <a:pt x="323340" y="58108"/>
                      </a:cubicBezTo>
                      <a:cubicBezTo>
                        <a:pt x="322578" y="57251"/>
                        <a:pt x="322102" y="55727"/>
                        <a:pt x="322102" y="54489"/>
                      </a:cubicBezTo>
                      <a:cubicBezTo>
                        <a:pt x="322102" y="53346"/>
                        <a:pt x="322578" y="51631"/>
                        <a:pt x="323340" y="50869"/>
                      </a:cubicBezTo>
                      <a:cubicBezTo>
                        <a:pt x="328484" y="45916"/>
                        <a:pt x="333722" y="40868"/>
                        <a:pt x="338866" y="35915"/>
                      </a:cubicBezTo>
                      <a:cubicBezTo>
                        <a:pt x="339723" y="34963"/>
                        <a:pt x="340580" y="34391"/>
                        <a:pt x="341819" y="34391"/>
                      </a:cubicBezTo>
                      <a:close/>
                      <a:moveTo>
                        <a:pt x="6919" y="28200"/>
                      </a:moveTo>
                      <a:cubicBezTo>
                        <a:pt x="13492" y="29534"/>
                        <a:pt x="19969" y="30963"/>
                        <a:pt x="26541" y="32296"/>
                      </a:cubicBezTo>
                      <a:cubicBezTo>
                        <a:pt x="28827" y="32772"/>
                        <a:pt x="29970" y="36201"/>
                        <a:pt x="29494" y="38678"/>
                      </a:cubicBezTo>
                      <a:cubicBezTo>
                        <a:pt x="28922" y="41631"/>
                        <a:pt x="26446" y="42774"/>
                        <a:pt x="24255" y="42297"/>
                      </a:cubicBezTo>
                      <a:cubicBezTo>
                        <a:pt x="17683" y="40869"/>
                        <a:pt x="11206" y="39535"/>
                        <a:pt x="4633" y="38202"/>
                      </a:cubicBezTo>
                      <a:cubicBezTo>
                        <a:pt x="2347" y="37725"/>
                        <a:pt x="1204" y="34296"/>
                        <a:pt x="1681" y="31820"/>
                      </a:cubicBezTo>
                      <a:cubicBezTo>
                        <a:pt x="2252" y="28867"/>
                        <a:pt x="4729" y="27724"/>
                        <a:pt x="6919" y="28200"/>
                      </a:cubicBezTo>
                      <a:close/>
                      <a:moveTo>
                        <a:pt x="410494" y="22104"/>
                      </a:moveTo>
                      <a:cubicBezTo>
                        <a:pt x="411256" y="21819"/>
                        <a:pt x="412018" y="21819"/>
                        <a:pt x="412780" y="22104"/>
                      </a:cubicBezTo>
                      <a:cubicBezTo>
                        <a:pt x="413161" y="22200"/>
                        <a:pt x="413446" y="22390"/>
                        <a:pt x="413827" y="22580"/>
                      </a:cubicBezTo>
                      <a:cubicBezTo>
                        <a:pt x="414304" y="22866"/>
                        <a:pt x="414685" y="23342"/>
                        <a:pt x="414970" y="23914"/>
                      </a:cubicBezTo>
                      <a:cubicBezTo>
                        <a:pt x="415351" y="24390"/>
                        <a:pt x="415637" y="24962"/>
                        <a:pt x="415732" y="25629"/>
                      </a:cubicBezTo>
                      <a:cubicBezTo>
                        <a:pt x="415828" y="26391"/>
                        <a:pt x="415828" y="27057"/>
                        <a:pt x="415732" y="27724"/>
                      </a:cubicBezTo>
                      <a:cubicBezTo>
                        <a:pt x="415732" y="28391"/>
                        <a:pt x="415542" y="29058"/>
                        <a:pt x="415256" y="29629"/>
                      </a:cubicBezTo>
                      <a:cubicBezTo>
                        <a:pt x="414970" y="30296"/>
                        <a:pt x="414685" y="30962"/>
                        <a:pt x="414399" y="31629"/>
                      </a:cubicBezTo>
                      <a:cubicBezTo>
                        <a:pt x="414018" y="32391"/>
                        <a:pt x="413542" y="32963"/>
                        <a:pt x="412875" y="33439"/>
                      </a:cubicBezTo>
                      <a:cubicBezTo>
                        <a:pt x="412494" y="33534"/>
                        <a:pt x="412208" y="33725"/>
                        <a:pt x="411827" y="33915"/>
                      </a:cubicBezTo>
                      <a:cubicBezTo>
                        <a:pt x="411065" y="34201"/>
                        <a:pt x="410303" y="34201"/>
                        <a:pt x="409541" y="33915"/>
                      </a:cubicBezTo>
                      <a:cubicBezTo>
                        <a:pt x="409160" y="33820"/>
                        <a:pt x="408874" y="33629"/>
                        <a:pt x="408493" y="33439"/>
                      </a:cubicBezTo>
                      <a:cubicBezTo>
                        <a:pt x="408017" y="33153"/>
                        <a:pt x="407636" y="32677"/>
                        <a:pt x="407350" y="32105"/>
                      </a:cubicBezTo>
                      <a:cubicBezTo>
                        <a:pt x="406969" y="31629"/>
                        <a:pt x="406684" y="31058"/>
                        <a:pt x="406588" y="30391"/>
                      </a:cubicBezTo>
                      <a:cubicBezTo>
                        <a:pt x="406493" y="29629"/>
                        <a:pt x="406493" y="28962"/>
                        <a:pt x="406588" y="28295"/>
                      </a:cubicBezTo>
                      <a:cubicBezTo>
                        <a:pt x="406588" y="27629"/>
                        <a:pt x="406779" y="26962"/>
                        <a:pt x="407065" y="26391"/>
                      </a:cubicBezTo>
                      <a:cubicBezTo>
                        <a:pt x="407350" y="25724"/>
                        <a:pt x="407636" y="25057"/>
                        <a:pt x="407922" y="24390"/>
                      </a:cubicBezTo>
                      <a:cubicBezTo>
                        <a:pt x="408303" y="23628"/>
                        <a:pt x="408779" y="23057"/>
                        <a:pt x="409446" y="22580"/>
                      </a:cubicBezTo>
                      <a:cubicBezTo>
                        <a:pt x="409827" y="22485"/>
                        <a:pt x="410113" y="22295"/>
                        <a:pt x="410494" y="22104"/>
                      </a:cubicBezTo>
                      <a:close/>
                      <a:moveTo>
                        <a:pt x="276858" y="19532"/>
                      </a:moveTo>
                      <a:cubicBezTo>
                        <a:pt x="277238" y="19627"/>
                        <a:pt x="277619" y="19723"/>
                        <a:pt x="278001" y="19723"/>
                      </a:cubicBezTo>
                      <a:cubicBezTo>
                        <a:pt x="279048" y="20008"/>
                        <a:pt x="279906" y="20961"/>
                        <a:pt x="280477" y="22104"/>
                      </a:cubicBezTo>
                      <a:cubicBezTo>
                        <a:pt x="281049" y="23247"/>
                        <a:pt x="281144" y="24866"/>
                        <a:pt x="280858" y="26104"/>
                      </a:cubicBezTo>
                      <a:cubicBezTo>
                        <a:pt x="280667" y="27247"/>
                        <a:pt x="279906" y="28676"/>
                        <a:pt x="278953" y="29152"/>
                      </a:cubicBezTo>
                      <a:cubicBezTo>
                        <a:pt x="276191" y="30771"/>
                        <a:pt x="273429" y="32295"/>
                        <a:pt x="270666" y="33915"/>
                      </a:cubicBezTo>
                      <a:cubicBezTo>
                        <a:pt x="270000" y="34391"/>
                        <a:pt x="269333" y="34582"/>
                        <a:pt x="268571" y="34582"/>
                      </a:cubicBezTo>
                      <a:cubicBezTo>
                        <a:pt x="268190" y="34486"/>
                        <a:pt x="267809" y="34391"/>
                        <a:pt x="267428" y="34391"/>
                      </a:cubicBezTo>
                      <a:cubicBezTo>
                        <a:pt x="266285" y="34105"/>
                        <a:pt x="265428" y="33153"/>
                        <a:pt x="264856" y="32010"/>
                      </a:cubicBezTo>
                      <a:cubicBezTo>
                        <a:pt x="264285" y="30867"/>
                        <a:pt x="264189" y="29248"/>
                        <a:pt x="264475" y="28009"/>
                      </a:cubicBezTo>
                      <a:cubicBezTo>
                        <a:pt x="264665" y="26866"/>
                        <a:pt x="265428" y="25437"/>
                        <a:pt x="266380" y="24961"/>
                      </a:cubicBezTo>
                      <a:cubicBezTo>
                        <a:pt x="269238" y="23342"/>
                        <a:pt x="272000" y="21818"/>
                        <a:pt x="274762" y="20199"/>
                      </a:cubicBezTo>
                      <a:cubicBezTo>
                        <a:pt x="275429" y="19723"/>
                        <a:pt x="276096" y="19532"/>
                        <a:pt x="276858" y="19532"/>
                      </a:cubicBezTo>
                      <a:close/>
                      <a:moveTo>
                        <a:pt x="325816" y="16389"/>
                      </a:moveTo>
                      <a:cubicBezTo>
                        <a:pt x="327912" y="14960"/>
                        <a:pt x="330388" y="15818"/>
                        <a:pt x="331627" y="18199"/>
                      </a:cubicBezTo>
                      <a:lnTo>
                        <a:pt x="331531" y="18199"/>
                      </a:lnTo>
                      <a:cubicBezTo>
                        <a:pt x="332103" y="19342"/>
                        <a:pt x="332198" y="20961"/>
                        <a:pt x="331912" y="22199"/>
                      </a:cubicBezTo>
                      <a:cubicBezTo>
                        <a:pt x="331627" y="23438"/>
                        <a:pt x="330960" y="24580"/>
                        <a:pt x="330007" y="25247"/>
                      </a:cubicBezTo>
                      <a:cubicBezTo>
                        <a:pt x="328483" y="26200"/>
                        <a:pt x="327150" y="27343"/>
                        <a:pt x="325816" y="28581"/>
                      </a:cubicBezTo>
                      <a:cubicBezTo>
                        <a:pt x="324102" y="30296"/>
                        <a:pt x="322482" y="32201"/>
                        <a:pt x="321054" y="34201"/>
                      </a:cubicBezTo>
                      <a:cubicBezTo>
                        <a:pt x="320387" y="35248"/>
                        <a:pt x="319149" y="35725"/>
                        <a:pt x="318101" y="35725"/>
                      </a:cubicBezTo>
                      <a:cubicBezTo>
                        <a:pt x="317053" y="35820"/>
                        <a:pt x="315910" y="35153"/>
                        <a:pt x="315148" y="34201"/>
                      </a:cubicBezTo>
                      <a:cubicBezTo>
                        <a:pt x="314386" y="33343"/>
                        <a:pt x="313910" y="31819"/>
                        <a:pt x="313910" y="30581"/>
                      </a:cubicBezTo>
                      <a:cubicBezTo>
                        <a:pt x="313910" y="29152"/>
                        <a:pt x="314386" y="28009"/>
                        <a:pt x="315148" y="26962"/>
                      </a:cubicBezTo>
                      <a:cubicBezTo>
                        <a:pt x="318196" y="22771"/>
                        <a:pt x="321816" y="19151"/>
                        <a:pt x="325816" y="16389"/>
                      </a:cubicBezTo>
                      <a:close/>
                      <a:moveTo>
                        <a:pt x="446974" y="673"/>
                      </a:moveTo>
                      <a:cubicBezTo>
                        <a:pt x="449165" y="-660"/>
                        <a:pt x="451451" y="6"/>
                        <a:pt x="452785" y="2483"/>
                      </a:cubicBezTo>
                      <a:cubicBezTo>
                        <a:pt x="453356" y="3626"/>
                        <a:pt x="453451" y="5245"/>
                        <a:pt x="453166" y="6483"/>
                      </a:cubicBezTo>
                      <a:cubicBezTo>
                        <a:pt x="452975" y="7626"/>
                        <a:pt x="452213" y="8960"/>
                        <a:pt x="451261" y="9531"/>
                      </a:cubicBezTo>
                      <a:cubicBezTo>
                        <a:pt x="447927" y="11531"/>
                        <a:pt x="444784" y="13913"/>
                        <a:pt x="441831" y="16675"/>
                      </a:cubicBezTo>
                      <a:cubicBezTo>
                        <a:pt x="441069" y="17437"/>
                        <a:pt x="440402" y="18199"/>
                        <a:pt x="439640" y="18961"/>
                      </a:cubicBezTo>
                      <a:cubicBezTo>
                        <a:pt x="437830" y="20866"/>
                        <a:pt x="435449" y="20961"/>
                        <a:pt x="433639" y="18961"/>
                      </a:cubicBezTo>
                      <a:cubicBezTo>
                        <a:pt x="432020" y="17151"/>
                        <a:pt x="432020" y="13436"/>
                        <a:pt x="433639" y="11627"/>
                      </a:cubicBezTo>
                      <a:cubicBezTo>
                        <a:pt x="437640" y="7340"/>
                        <a:pt x="442117" y="3530"/>
                        <a:pt x="446974" y="673"/>
                      </a:cubicBezTo>
                      <a:close/>
                    </a:path>
                  </a:pathLst>
                </a:custGeom>
                <a:solidFill>
                  <a:schemeClr val="accent4"/>
                </a:solidFill>
                <a:ln w="0" cap="flat">
                  <a:noFill/>
                  <a:prstDash val="solid"/>
                  <a:miter/>
                </a:ln>
              </p:spPr>
              <p:txBody>
                <a:bodyPr rtlCol="0" anchor="ctr"/>
                <a:lstStyle/>
                <a:p>
                  <a:endParaRPr lang="en-IN"/>
                </a:p>
              </p:txBody>
            </p:sp>
            <p:sp>
              <p:nvSpPr>
                <p:cNvPr id="1130" name="Freeform: Shape 1129">
                  <a:extLst>
                    <a:ext uri="{FF2B5EF4-FFF2-40B4-BE49-F238E27FC236}">
                      <a16:creationId xmlns:a16="http://schemas.microsoft.com/office/drawing/2014/main" id="{7D6DA54C-94D7-82DB-24A6-BC3910D6E287}"/>
                    </a:ext>
                  </a:extLst>
                </p:cNvPr>
                <p:cNvSpPr/>
                <p:nvPr/>
              </p:nvSpPr>
              <p:spPr>
                <a:xfrm>
                  <a:off x="3733937" y="2263794"/>
                  <a:ext cx="9676" cy="19099"/>
                </a:xfrm>
                <a:custGeom>
                  <a:avLst/>
                  <a:gdLst>
                    <a:gd name="connsiteX0" fmla="*/ 8991 w 9676"/>
                    <a:gd name="connsiteY0" fmla="*/ 11286 h 19099"/>
                    <a:gd name="connsiteX1" fmla="*/ 8515 w 9676"/>
                    <a:gd name="connsiteY1" fmla="*/ 10238 h 19099"/>
                    <a:gd name="connsiteX2" fmla="*/ 8324 w 9676"/>
                    <a:gd name="connsiteY2" fmla="*/ 9285 h 19099"/>
                    <a:gd name="connsiteX3" fmla="*/ 8324 w 9676"/>
                    <a:gd name="connsiteY3" fmla="*/ 8237 h 19099"/>
                    <a:gd name="connsiteX4" fmla="*/ 8705 w 9676"/>
                    <a:gd name="connsiteY4" fmla="*/ 6714 h 19099"/>
                    <a:gd name="connsiteX5" fmla="*/ 8419 w 9676"/>
                    <a:gd name="connsiteY5" fmla="*/ 7666 h 19099"/>
                    <a:gd name="connsiteX6" fmla="*/ 8896 w 9676"/>
                    <a:gd name="connsiteY6" fmla="*/ 5856 h 19099"/>
                    <a:gd name="connsiteX7" fmla="*/ 8896 w 9676"/>
                    <a:gd name="connsiteY7" fmla="*/ 3761 h 19099"/>
                    <a:gd name="connsiteX8" fmla="*/ 6991 w 9676"/>
                    <a:gd name="connsiteY8" fmla="*/ 713 h 19099"/>
                    <a:gd name="connsiteX9" fmla="*/ 3752 w 9676"/>
                    <a:gd name="connsiteY9" fmla="*/ 237 h 19099"/>
                    <a:gd name="connsiteX10" fmla="*/ 1180 w 9676"/>
                    <a:gd name="connsiteY10" fmla="*/ 2618 h 19099"/>
                    <a:gd name="connsiteX11" fmla="*/ 228 w 9676"/>
                    <a:gd name="connsiteY11" fmla="*/ 6047 h 19099"/>
                    <a:gd name="connsiteX12" fmla="*/ 37 w 9676"/>
                    <a:gd name="connsiteY12" fmla="*/ 9666 h 19099"/>
                    <a:gd name="connsiteX13" fmla="*/ 609 w 9676"/>
                    <a:gd name="connsiteY13" fmla="*/ 13191 h 19099"/>
                    <a:gd name="connsiteX14" fmla="*/ 1942 w 9676"/>
                    <a:gd name="connsiteY14" fmla="*/ 16524 h 19099"/>
                    <a:gd name="connsiteX15" fmla="*/ 2990 w 9676"/>
                    <a:gd name="connsiteY15" fmla="*/ 17953 h 19099"/>
                    <a:gd name="connsiteX16" fmla="*/ 4419 w 9676"/>
                    <a:gd name="connsiteY16" fmla="*/ 18906 h 19099"/>
                    <a:gd name="connsiteX17" fmla="*/ 7657 w 9676"/>
                    <a:gd name="connsiteY17" fmla="*/ 18429 h 19099"/>
                    <a:gd name="connsiteX18" fmla="*/ 9562 w 9676"/>
                    <a:gd name="connsiteY18" fmla="*/ 15381 h 19099"/>
                    <a:gd name="connsiteX19" fmla="*/ 9181 w 9676"/>
                    <a:gd name="connsiteY19" fmla="*/ 11381 h 1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76" h="19099">
                      <a:moveTo>
                        <a:pt x="8991" y="11286"/>
                      </a:moveTo>
                      <a:cubicBezTo>
                        <a:pt x="8991" y="11286"/>
                        <a:pt x="8705" y="10619"/>
                        <a:pt x="8515" y="10238"/>
                      </a:cubicBezTo>
                      <a:cubicBezTo>
                        <a:pt x="8515" y="9952"/>
                        <a:pt x="8324" y="9571"/>
                        <a:pt x="8324" y="9285"/>
                      </a:cubicBezTo>
                      <a:cubicBezTo>
                        <a:pt x="8324" y="8904"/>
                        <a:pt x="8324" y="8619"/>
                        <a:pt x="8324" y="8237"/>
                      </a:cubicBezTo>
                      <a:cubicBezTo>
                        <a:pt x="8324" y="7761"/>
                        <a:pt x="8515" y="7190"/>
                        <a:pt x="8705" y="6714"/>
                      </a:cubicBezTo>
                      <a:cubicBezTo>
                        <a:pt x="8610" y="6999"/>
                        <a:pt x="8515" y="7285"/>
                        <a:pt x="8419" y="7666"/>
                      </a:cubicBezTo>
                      <a:cubicBezTo>
                        <a:pt x="8705" y="7095"/>
                        <a:pt x="8896" y="6428"/>
                        <a:pt x="8896" y="5856"/>
                      </a:cubicBezTo>
                      <a:cubicBezTo>
                        <a:pt x="8991" y="5190"/>
                        <a:pt x="8991" y="4523"/>
                        <a:pt x="8896" y="3761"/>
                      </a:cubicBezTo>
                      <a:cubicBezTo>
                        <a:pt x="8610" y="2523"/>
                        <a:pt x="7848" y="1284"/>
                        <a:pt x="6991" y="713"/>
                      </a:cubicBezTo>
                      <a:cubicBezTo>
                        <a:pt x="6038" y="46"/>
                        <a:pt x="4800" y="-240"/>
                        <a:pt x="3752" y="237"/>
                      </a:cubicBezTo>
                      <a:cubicBezTo>
                        <a:pt x="2800" y="618"/>
                        <a:pt x="1657" y="1380"/>
                        <a:pt x="1180" y="2618"/>
                      </a:cubicBezTo>
                      <a:cubicBezTo>
                        <a:pt x="799" y="3761"/>
                        <a:pt x="323" y="4808"/>
                        <a:pt x="228" y="6047"/>
                      </a:cubicBezTo>
                      <a:cubicBezTo>
                        <a:pt x="37" y="7285"/>
                        <a:pt x="-58" y="8523"/>
                        <a:pt x="37" y="9666"/>
                      </a:cubicBezTo>
                      <a:cubicBezTo>
                        <a:pt x="37" y="10809"/>
                        <a:pt x="228" y="12048"/>
                        <a:pt x="609" y="13191"/>
                      </a:cubicBezTo>
                      <a:cubicBezTo>
                        <a:pt x="990" y="14333"/>
                        <a:pt x="1371" y="15477"/>
                        <a:pt x="1942" y="16524"/>
                      </a:cubicBezTo>
                      <a:cubicBezTo>
                        <a:pt x="2228" y="17096"/>
                        <a:pt x="2609" y="17572"/>
                        <a:pt x="2990" y="17953"/>
                      </a:cubicBezTo>
                      <a:cubicBezTo>
                        <a:pt x="3371" y="18429"/>
                        <a:pt x="3847" y="18715"/>
                        <a:pt x="4419" y="18906"/>
                      </a:cubicBezTo>
                      <a:cubicBezTo>
                        <a:pt x="5467" y="19287"/>
                        <a:pt x="6800" y="19096"/>
                        <a:pt x="7657" y="18429"/>
                      </a:cubicBezTo>
                      <a:cubicBezTo>
                        <a:pt x="8515" y="17762"/>
                        <a:pt x="9372" y="16620"/>
                        <a:pt x="9562" y="15381"/>
                      </a:cubicBezTo>
                      <a:cubicBezTo>
                        <a:pt x="9753" y="14048"/>
                        <a:pt x="9753" y="12524"/>
                        <a:pt x="9181" y="11381"/>
                      </a:cubicBezTo>
                      <a:close/>
                    </a:path>
                  </a:pathLst>
                </a:custGeom>
                <a:solidFill>
                  <a:srgbClr val="F7D488"/>
                </a:solidFill>
                <a:ln w="0" cap="flat">
                  <a:noFill/>
                  <a:prstDash val="solid"/>
                  <a:miter/>
                </a:ln>
              </p:spPr>
              <p:txBody>
                <a:bodyPr rtlCol="0" anchor="ctr"/>
                <a:lstStyle/>
                <a:p>
                  <a:endParaRPr lang="en-IN"/>
                </a:p>
              </p:txBody>
            </p:sp>
            <p:sp>
              <p:nvSpPr>
                <p:cNvPr id="1131" name="Freeform: Shape 1130">
                  <a:extLst>
                    <a:ext uri="{FF2B5EF4-FFF2-40B4-BE49-F238E27FC236}">
                      <a16:creationId xmlns:a16="http://schemas.microsoft.com/office/drawing/2014/main" id="{89E76431-88EC-0E7C-5690-542EF2D65D6C}"/>
                    </a:ext>
                  </a:extLst>
                </p:cNvPr>
                <p:cNvSpPr/>
                <p:nvPr/>
              </p:nvSpPr>
              <p:spPr>
                <a:xfrm>
                  <a:off x="3800268" y="2250981"/>
                  <a:ext cx="11239" cy="17820"/>
                </a:xfrm>
                <a:custGeom>
                  <a:avLst/>
                  <a:gdLst>
                    <a:gd name="connsiteX0" fmla="*/ 10001 w 11239"/>
                    <a:gd name="connsiteY0" fmla="*/ 1524 h 17820"/>
                    <a:gd name="connsiteX1" fmla="*/ 7049 w 11239"/>
                    <a:gd name="connsiteY1" fmla="*/ 0 h 17820"/>
                    <a:gd name="connsiteX2" fmla="*/ 4096 w 11239"/>
                    <a:gd name="connsiteY2" fmla="*/ 1524 h 17820"/>
                    <a:gd name="connsiteX3" fmla="*/ 2858 w 11239"/>
                    <a:gd name="connsiteY3" fmla="*/ 5143 h 17820"/>
                    <a:gd name="connsiteX4" fmla="*/ 2858 w 11239"/>
                    <a:gd name="connsiteY4" fmla="*/ 5143 h 17820"/>
                    <a:gd name="connsiteX5" fmla="*/ 2477 w 11239"/>
                    <a:gd name="connsiteY5" fmla="*/ 6858 h 17820"/>
                    <a:gd name="connsiteX6" fmla="*/ 1810 w 11239"/>
                    <a:gd name="connsiteY6" fmla="*/ 8287 h 17820"/>
                    <a:gd name="connsiteX7" fmla="*/ 1238 w 11239"/>
                    <a:gd name="connsiteY7" fmla="*/ 9049 h 17820"/>
                    <a:gd name="connsiteX8" fmla="*/ 0 w 11239"/>
                    <a:gd name="connsiteY8" fmla="*/ 12668 h 17820"/>
                    <a:gd name="connsiteX9" fmla="*/ 1238 w 11239"/>
                    <a:gd name="connsiteY9" fmla="*/ 16288 h 17820"/>
                    <a:gd name="connsiteX10" fmla="*/ 4191 w 11239"/>
                    <a:gd name="connsiteY10" fmla="*/ 17812 h 17820"/>
                    <a:gd name="connsiteX11" fmla="*/ 7144 w 11239"/>
                    <a:gd name="connsiteY11" fmla="*/ 16288 h 17820"/>
                    <a:gd name="connsiteX12" fmla="*/ 8954 w 11239"/>
                    <a:gd name="connsiteY12" fmla="*/ 13621 h 17820"/>
                    <a:gd name="connsiteX13" fmla="*/ 9906 w 11239"/>
                    <a:gd name="connsiteY13" fmla="*/ 11716 h 17820"/>
                    <a:gd name="connsiteX14" fmla="*/ 10859 w 11239"/>
                    <a:gd name="connsiteY14" fmla="*/ 8572 h 17820"/>
                    <a:gd name="connsiteX15" fmla="*/ 11240 w 11239"/>
                    <a:gd name="connsiteY15" fmla="*/ 5048 h 17820"/>
                    <a:gd name="connsiteX16" fmla="*/ 10001 w 11239"/>
                    <a:gd name="connsiteY16" fmla="*/ 1429 h 1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39" h="17820">
                      <a:moveTo>
                        <a:pt x="10001" y="1524"/>
                      </a:moveTo>
                      <a:cubicBezTo>
                        <a:pt x="9239" y="667"/>
                        <a:pt x="8096" y="0"/>
                        <a:pt x="7049" y="0"/>
                      </a:cubicBezTo>
                      <a:cubicBezTo>
                        <a:pt x="6001" y="0"/>
                        <a:pt x="4858" y="476"/>
                        <a:pt x="4096" y="1524"/>
                      </a:cubicBezTo>
                      <a:cubicBezTo>
                        <a:pt x="3334" y="2572"/>
                        <a:pt x="2858" y="3715"/>
                        <a:pt x="2858" y="5143"/>
                      </a:cubicBezTo>
                      <a:cubicBezTo>
                        <a:pt x="2858" y="5143"/>
                        <a:pt x="2858" y="5143"/>
                        <a:pt x="2858" y="5143"/>
                      </a:cubicBezTo>
                      <a:cubicBezTo>
                        <a:pt x="2858" y="5715"/>
                        <a:pt x="2667" y="6287"/>
                        <a:pt x="2477" y="6858"/>
                      </a:cubicBezTo>
                      <a:cubicBezTo>
                        <a:pt x="2286" y="7334"/>
                        <a:pt x="2000" y="7810"/>
                        <a:pt x="1810" y="8287"/>
                      </a:cubicBezTo>
                      <a:cubicBezTo>
                        <a:pt x="1619" y="8572"/>
                        <a:pt x="1429" y="8858"/>
                        <a:pt x="1238" y="9049"/>
                      </a:cubicBezTo>
                      <a:cubicBezTo>
                        <a:pt x="476" y="9906"/>
                        <a:pt x="0" y="11430"/>
                        <a:pt x="0" y="12668"/>
                      </a:cubicBezTo>
                      <a:cubicBezTo>
                        <a:pt x="0" y="13906"/>
                        <a:pt x="476" y="15430"/>
                        <a:pt x="1238" y="16288"/>
                      </a:cubicBezTo>
                      <a:cubicBezTo>
                        <a:pt x="2000" y="17240"/>
                        <a:pt x="3143" y="17907"/>
                        <a:pt x="4191" y="17812"/>
                      </a:cubicBezTo>
                      <a:cubicBezTo>
                        <a:pt x="5334" y="17812"/>
                        <a:pt x="6287" y="17240"/>
                        <a:pt x="7144" y="16288"/>
                      </a:cubicBezTo>
                      <a:cubicBezTo>
                        <a:pt x="7810" y="15526"/>
                        <a:pt x="8382" y="14573"/>
                        <a:pt x="8954" y="13621"/>
                      </a:cubicBezTo>
                      <a:cubicBezTo>
                        <a:pt x="9335" y="13049"/>
                        <a:pt x="9620" y="12383"/>
                        <a:pt x="9906" y="11716"/>
                      </a:cubicBezTo>
                      <a:cubicBezTo>
                        <a:pt x="10287" y="10668"/>
                        <a:pt x="10668" y="9620"/>
                        <a:pt x="10859" y="8572"/>
                      </a:cubicBezTo>
                      <a:cubicBezTo>
                        <a:pt x="11049" y="7429"/>
                        <a:pt x="11240" y="6191"/>
                        <a:pt x="11240" y="5048"/>
                      </a:cubicBezTo>
                      <a:cubicBezTo>
                        <a:pt x="11240" y="3715"/>
                        <a:pt x="10763" y="2286"/>
                        <a:pt x="10001" y="1429"/>
                      </a:cubicBezTo>
                      <a:close/>
                    </a:path>
                  </a:pathLst>
                </a:custGeom>
                <a:solidFill>
                  <a:srgbClr val="F7D488"/>
                </a:solidFill>
                <a:ln w="0" cap="flat">
                  <a:noFill/>
                  <a:prstDash val="solid"/>
                  <a:miter/>
                </a:ln>
              </p:spPr>
              <p:txBody>
                <a:bodyPr rtlCol="0" anchor="ctr"/>
                <a:lstStyle/>
                <a:p>
                  <a:endParaRPr lang="en-IN"/>
                </a:p>
              </p:txBody>
            </p:sp>
            <p:sp>
              <p:nvSpPr>
                <p:cNvPr id="1132" name="Freeform: Shape 1131">
                  <a:extLst>
                    <a:ext uri="{FF2B5EF4-FFF2-40B4-BE49-F238E27FC236}">
                      <a16:creationId xmlns:a16="http://schemas.microsoft.com/office/drawing/2014/main" id="{30171197-A70A-F885-004A-D2C852843424}"/>
                    </a:ext>
                  </a:extLst>
                </p:cNvPr>
                <p:cNvSpPr/>
                <p:nvPr/>
              </p:nvSpPr>
              <p:spPr>
                <a:xfrm>
                  <a:off x="3229911" y="1805116"/>
                  <a:ext cx="708564" cy="643127"/>
                </a:xfrm>
                <a:custGeom>
                  <a:avLst/>
                  <a:gdLst>
                    <a:gd name="connsiteX0" fmla="*/ 708565 w 708564"/>
                    <a:gd name="connsiteY0" fmla="*/ 115538 h 643127"/>
                    <a:gd name="connsiteX1" fmla="*/ 708565 w 708564"/>
                    <a:gd name="connsiteY1" fmla="*/ 643128 h 643127"/>
                    <a:gd name="connsiteX2" fmla="*/ 664369 w 708564"/>
                    <a:gd name="connsiteY2" fmla="*/ 643128 h 643127"/>
                    <a:gd name="connsiteX3" fmla="*/ 664369 w 708564"/>
                    <a:gd name="connsiteY3" fmla="*/ 114395 h 643127"/>
                    <a:gd name="connsiteX4" fmla="*/ 620935 w 708564"/>
                    <a:gd name="connsiteY4" fmla="*/ 61246 h 643127"/>
                    <a:gd name="connsiteX5" fmla="*/ 87630 w 708564"/>
                    <a:gd name="connsiteY5" fmla="*/ 61246 h 643127"/>
                    <a:gd name="connsiteX6" fmla="*/ 44196 w 708564"/>
                    <a:gd name="connsiteY6" fmla="*/ 114395 h 643127"/>
                    <a:gd name="connsiteX7" fmla="*/ 44196 w 708564"/>
                    <a:gd name="connsiteY7" fmla="*/ 643128 h 643127"/>
                    <a:gd name="connsiteX8" fmla="*/ 0 w 708564"/>
                    <a:gd name="connsiteY8" fmla="*/ 643128 h 643127"/>
                    <a:gd name="connsiteX9" fmla="*/ 0 w 708564"/>
                    <a:gd name="connsiteY9" fmla="*/ 115538 h 643127"/>
                    <a:gd name="connsiteX10" fmla="*/ 94488 w 708564"/>
                    <a:gd name="connsiteY10" fmla="*/ 0 h 643127"/>
                    <a:gd name="connsiteX11" fmla="*/ 614077 w 708564"/>
                    <a:gd name="connsiteY11" fmla="*/ 0 h 643127"/>
                    <a:gd name="connsiteX12" fmla="*/ 708565 w 708564"/>
                    <a:gd name="connsiteY12" fmla="*/ 115538 h 64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08564" h="643127">
                      <a:moveTo>
                        <a:pt x="708565" y="115538"/>
                      </a:moveTo>
                      <a:lnTo>
                        <a:pt x="708565" y="643128"/>
                      </a:lnTo>
                      <a:lnTo>
                        <a:pt x="664369" y="643128"/>
                      </a:lnTo>
                      <a:lnTo>
                        <a:pt x="664369" y="114395"/>
                      </a:lnTo>
                      <a:cubicBezTo>
                        <a:pt x="664369" y="85058"/>
                        <a:pt x="644938" y="61246"/>
                        <a:pt x="620935" y="61246"/>
                      </a:cubicBezTo>
                      <a:lnTo>
                        <a:pt x="87630" y="61246"/>
                      </a:lnTo>
                      <a:cubicBezTo>
                        <a:pt x="63627" y="61246"/>
                        <a:pt x="44196" y="85058"/>
                        <a:pt x="44196" y="114395"/>
                      </a:cubicBezTo>
                      <a:lnTo>
                        <a:pt x="44196" y="643128"/>
                      </a:lnTo>
                      <a:lnTo>
                        <a:pt x="0" y="643128"/>
                      </a:lnTo>
                      <a:lnTo>
                        <a:pt x="0" y="115538"/>
                      </a:lnTo>
                      <a:cubicBezTo>
                        <a:pt x="0" y="51721"/>
                        <a:pt x="42291" y="0"/>
                        <a:pt x="94488" y="0"/>
                      </a:cubicBezTo>
                      <a:lnTo>
                        <a:pt x="614077" y="0"/>
                      </a:lnTo>
                      <a:cubicBezTo>
                        <a:pt x="666274" y="0"/>
                        <a:pt x="708565" y="51721"/>
                        <a:pt x="708565" y="115538"/>
                      </a:cubicBezTo>
                      <a:close/>
                    </a:path>
                  </a:pathLst>
                </a:custGeom>
                <a:solidFill>
                  <a:schemeClr val="accent6"/>
                </a:solidFill>
                <a:ln w="0" cap="flat">
                  <a:noFill/>
                  <a:prstDash val="solid"/>
                  <a:miter/>
                </a:ln>
              </p:spPr>
              <p:txBody>
                <a:bodyPr rtlCol="0" anchor="ctr"/>
                <a:lstStyle/>
                <a:p>
                  <a:endParaRPr lang="en-IN"/>
                </a:p>
              </p:txBody>
            </p:sp>
            <p:sp>
              <p:nvSpPr>
                <p:cNvPr id="1134" name="Freeform: Shape 1133">
                  <a:extLst>
                    <a:ext uri="{FF2B5EF4-FFF2-40B4-BE49-F238E27FC236}">
                      <a16:creationId xmlns:a16="http://schemas.microsoft.com/office/drawing/2014/main" id="{18B9C4DE-C97A-42B0-FE06-8CE5FF7BBE21}"/>
                    </a:ext>
                  </a:extLst>
                </p:cNvPr>
                <p:cNvSpPr/>
                <p:nvPr/>
              </p:nvSpPr>
              <p:spPr>
                <a:xfrm>
                  <a:off x="3271441" y="2222120"/>
                  <a:ext cx="208406" cy="226123"/>
                </a:xfrm>
                <a:custGeom>
                  <a:avLst/>
                  <a:gdLst>
                    <a:gd name="connsiteX0" fmla="*/ 0 w 208406"/>
                    <a:gd name="connsiteY0" fmla="*/ 0 h 226123"/>
                    <a:gd name="connsiteX1" fmla="*/ 208407 w 208406"/>
                    <a:gd name="connsiteY1" fmla="*/ 0 h 226123"/>
                    <a:gd name="connsiteX2" fmla="*/ 208407 w 208406"/>
                    <a:gd name="connsiteY2" fmla="*/ 226124 h 226123"/>
                    <a:gd name="connsiteX3" fmla="*/ 0 w 208406"/>
                    <a:gd name="connsiteY3" fmla="*/ 226124 h 226123"/>
                  </a:gdLst>
                  <a:ahLst/>
                  <a:cxnLst>
                    <a:cxn ang="0">
                      <a:pos x="connsiteX0" y="connsiteY0"/>
                    </a:cxn>
                    <a:cxn ang="0">
                      <a:pos x="connsiteX1" y="connsiteY1"/>
                    </a:cxn>
                    <a:cxn ang="0">
                      <a:pos x="connsiteX2" y="connsiteY2"/>
                    </a:cxn>
                    <a:cxn ang="0">
                      <a:pos x="connsiteX3" y="connsiteY3"/>
                    </a:cxn>
                  </a:cxnLst>
                  <a:rect l="l" t="t" r="r" b="b"/>
                  <a:pathLst>
                    <a:path w="208406" h="226123">
                      <a:moveTo>
                        <a:pt x="0" y="0"/>
                      </a:moveTo>
                      <a:lnTo>
                        <a:pt x="208407" y="0"/>
                      </a:lnTo>
                      <a:lnTo>
                        <a:pt x="208407" y="226124"/>
                      </a:lnTo>
                      <a:lnTo>
                        <a:pt x="0" y="226124"/>
                      </a:lnTo>
                      <a:close/>
                    </a:path>
                  </a:pathLst>
                </a:custGeom>
                <a:solidFill>
                  <a:schemeClr val="accent6">
                    <a:lumMod val="50000"/>
                  </a:schemeClr>
                </a:solidFill>
                <a:ln w="0" cap="flat">
                  <a:noFill/>
                  <a:prstDash val="solid"/>
                  <a:miter/>
                </a:ln>
              </p:spPr>
              <p:txBody>
                <a:bodyPr rtlCol="0" anchor="ctr"/>
                <a:lstStyle/>
                <a:p>
                  <a:endParaRPr lang="en-IN"/>
                </a:p>
              </p:txBody>
            </p:sp>
            <p:sp>
              <p:nvSpPr>
                <p:cNvPr id="1135" name="Freeform: Shape 1134">
                  <a:extLst>
                    <a:ext uri="{FF2B5EF4-FFF2-40B4-BE49-F238E27FC236}">
                      <a16:creationId xmlns:a16="http://schemas.microsoft.com/office/drawing/2014/main" id="{52FF2035-85FE-59EC-11E7-BCEF7CFB97C3}"/>
                    </a:ext>
                  </a:extLst>
                </p:cNvPr>
                <p:cNvSpPr/>
                <p:nvPr/>
              </p:nvSpPr>
              <p:spPr>
                <a:xfrm>
                  <a:off x="3288205" y="2240408"/>
                  <a:ext cx="174783" cy="189642"/>
                </a:xfrm>
                <a:custGeom>
                  <a:avLst/>
                  <a:gdLst>
                    <a:gd name="connsiteX0" fmla="*/ 0 w 174783"/>
                    <a:gd name="connsiteY0" fmla="*/ 0 h 189642"/>
                    <a:gd name="connsiteX1" fmla="*/ 174784 w 174783"/>
                    <a:gd name="connsiteY1" fmla="*/ 0 h 189642"/>
                    <a:gd name="connsiteX2" fmla="*/ 174784 w 174783"/>
                    <a:gd name="connsiteY2" fmla="*/ 189643 h 189642"/>
                    <a:gd name="connsiteX3" fmla="*/ 0 w 174783"/>
                    <a:gd name="connsiteY3" fmla="*/ 189643 h 189642"/>
                  </a:gdLst>
                  <a:ahLst/>
                  <a:cxnLst>
                    <a:cxn ang="0">
                      <a:pos x="connsiteX0" y="connsiteY0"/>
                    </a:cxn>
                    <a:cxn ang="0">
                      <a:pos x="connsiteX1" y="connsiteY1"/>
                    </a:cxn>
                    <a:cxn ang="0">
                      <a:pos x="connsiteX2" y="connsiteY2"/>
                    </a:cxn>
                    <a:cxn ang="0">
                      <a:pos x="connsiteX3" y="connsiteY3"/>
                    </a:cxn>
                  </a:cxnLst>
                  <a:rect l="l" t="t" r="r" b="b"/>
                  <a:pathLst>
                    <a:path w="174783" h="189642">
                      <a:moveTo>
                        <a:pt x="0" y="0"/>
                      </a:moveTo>
                      <a:lnTo>
                        <a:pt x="174784" y="0"/>
                      </a:lnTo>
                      <a:lnTo>
                        <a:pt x="174784" y="189643"/>
                      </a:lnTo>
                      <a:lnTo>
                        <a:pt x="0" y="189643"/>
                      </a:lnTo>
                      <a:close/>
                    </a:path>
                  </a:pathLst>
                </a:custGeom>
                <a:solidFill>
                  <a:schemeClr val="accent6"/>
                </a:solidFill>
                <a:ln w="0" cap="flat">
                  <a:noFill/>
                  <a:prstDash val="solid"/>
                  <a:miter/>
                </a:ln>
              </p:spPr>
              <p:txBody>
                <a:bodyPr rtlCol="0" anchor="ctr"/>
                <a:lstStyle/>
                <a:p>
                  <a:endParaRPr lang="en-IN"/>
                </a:p>
              </p:txBody>
            </p:sp>
            <p:sp>
              <p:nvSpPr>
                <p:cNvPr id="1136" name="Freeform: Shape 1135">
                  <a:extLst>
                    <a:ext uri="{FF2B5EF4-FFF2-40B4-BE49-F238E27FC236}">
                      <a16:creationId xmlns:a16="http://schemas.microsoft.com/office/drawing/2014/main" id="{A731FE2B-4662-4789-0838-770875B0F6A8}"/>
                    </a:ext>
                  </a:extLst>
                </p:cNvPr>
                <p:cNvSpPr/>
                <p:nvPr/>
              </p:nvSpPr>
              <p:spPr>
                <a:xfrm>
                  <a:off x="3271441" y="2222120"/>
                  <a:ext cx="208407" cy="226123"/>
                </a:xfrm>
                <a:custGeom>
                  <a:avLst/>
                  <a:gdLst>
                    <a:gd name="connsiteX0" fmla="*/ 208407 w 208407"/>
                    <a:gd name="connsiteY0" fmla="*/ 0 h 226123"/>
                    <a:gd name="connsiteX1" fmla="*/ 208407 w 208407"/>
                    <a:gd name="connsiteY1" fmla="*/ 6287 h 226123"/>
                    <a:gd name="connsiteX2" fmla="*/ 191643 w 208407"/>
                    <a:gd name="connsiteY2" fmla="*/ 24955 h 226123"/>
                    <a:gd name="connsiteX3" fmla="*/ 113919 w 208407"/>
                    <a:gd name="connsiteY3" fmla="*/ 111442 h 226123"/>
                    <a:gd name="connsiteX4" fmla="*/ 112204 w 208407"/>
                    <a:gd name="connsiteY4" fmla="*/ 113252 h 226123"/>
                    <a:gd name="connsiteX5" fmla="*/ 104680 w 208407"/>
                    <a:gd name="connsiteY5" fmla="*/ 121729 h 226123"/>
                    <a:gd name="connsiteX6" fmla="*/ 27146 w 208407"/>
                    <a:gd name="connsiteY6" fmla="*/ 207931 h 226123"/>
                    <a:gd name="connsiteX7" fmla="*/ 10858 w 208407"/>
                    <a:gd name="connsiteY7" fmla="*/ 226123 h 226123"/>
                    <a:gd name="connsiteX8" fmla="*/ 0 w 208407"/>
                    <a:gd name="connsiteY8" fmla="*/ 226123 h 226123"/>
                    <a:gd name="connsiteX9" fmla="*/ 0 w 208407"/>
                    <a:gd name="connsiteY9" fmla="*/ 217360 h 226123"/>
                    <a:gd name="connsiteX10" fmla="*/ 2572 w 208407"/>
                    <a:gd name="connsiteY10" fmla="*/ 214503 h 226123"/>
                    <a:gd name="connsiteX11" fmla="*/ 16764 w 208407"/>
                    <a:gd name="connsiteY11" fmla="*/ 198692 h 226123"/>
                    <a:gd name="connsiteX12" fmla="*/ 86487 w 208407"/>
                    <a:gd name="connsiteY12" fmla="*/ 121158 h 226123"/>
                    <a:gd name="connsiteX13" fmla="*/ 95155 w 208407"/>
                    <a:gd name="connsiteY13" fmla="*/ 111538 h 226123"/>
                    <a:gd name="connsiteX14" fmla="*/ 104299 w 208407"/>
                    <a:gd name="connsiteY14" fmla="*/ 101251 h 226123"/>
                    <a:gd name="connsiteX15" fmla="*/ 178975 w 208407"/>
                    <a:gd name="connsiteY15" fmla="*/ 18193 h 226123"/>
                    <a:gd name="connsiteX16" fmla="*/ 195358 w 208407"/>
                    <a:gd name="connsiteY16" fmla="*/ 0 h 226123"/>
                    <a:gd name="connsiteX17" fmla="*/ 208407 w 208407"/>
                    <a:gd name="connsiteY17" fmla="*/ 0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07" h="226123">
                      <a:moveTo>
                        <a:pt x="208407" y="0"/>
                      </a:moveTo>
                      <a:lnTo>
                        <a:pt x="208407" y="6287"/>
                      </a:lnTo>
                      <a:lnTo>
                        <a:pt x="191643" y="24955"/>
                      </a:lnTo>
                      <a:lnTo>
                        <a:pt x="113919" y="111442"/>
                      </a:lnTo>
                      <a:lnTo>
                        <a:pt x="112204" y="113252"/>
                      </a:lnTo>
                      <a:lnTo>
                        <a:pt x="104680" y="121729"/>
                      </a:lnTo>
                      <a:lnTo>
                        <a:pt x="27146" y="207931"/>
                      </a:lnTo>
                      <a:lnTo>
                        <a:pt x="10858" y="226123"/>
                      </a:lnTo>
                      <a:lnTo>
                        <a:pt x="0" y="226123"/>
                      </a:lnTo>
                      <a:lnTo>
                        <a:pt x="0" y="217360"/>
                      </a:lnTo>
                      <a:lnTo>
                        <a:pt x="2572" y="214503"/>
                      </a:lnTo>
                      <a:lnTo>
                        <a:pt x="16764" y="198692"/>
                      </a:lnTo>
                      <a:lnTo>
                        <a:pt x="86487" y="121158"/>
                      </a:lnTo>
                      <a:lnTo>
                        <a:pt x="95155" y="111538"/>
                      </a:lnTo>
                      <a:lnTo>
                        <a:pt x="104299" y="101251"/>
                      </a:lnTo>
                      <a:lnTo>
                        <a:pt x="178975" y="18193"/>
                      </a:lnTo>
                      <a:lnTo>
                        <a:pt x="195358" y="0"/>
                      </a:lnTo>
                      <a:lnTo>
                        <a:pt x="208407" y="0"/>
                      </a:lnTo>
                      <a:close/>
                    </a:path>
                  </a:pathLst>
                </a:custGeom>
                <a:solidFill>
                  <a:schemeClr val="accent6">
                    <a:lumMod val="50000"/>
                  </a:schemeClr>
                </a:solidFill>
                <a:ln w="0" cap="flat">
                  <a:noFill/>
                  <a:prstDash val="solid"/>
                  <a:miter/>
                </a:ln>
              </p:spPr>
              <p:txBody>
                <a:bodyPr rtlCol="0" anchor="ctr"/>
                <a:lstStyle/>
                <a:p>
                  <a:endParaRPr lang="en-IN"/>
                </a:p>
              </p:txBody>
            </p:sp>
            <p:sp>
              <p:nvSpPr>
                <p:cNvPr id="1137" name="Freeform: Shape 1136">
                  <a:extLst>
                    <a:ext uri="{FF2B5EF4-FFF2-40B4-BE49-F238E27FC236}">
                      <a16:creationId xmlns:a16="http://schemas.microsoft.com/office/drawing/2014/main" id="{EBE6F5BC-3E2F-F638-8EF5-548B3849EBD2}"/>
                    </a:ext>
                  </a:extLst>
                </p:cNvPr>
                <p:cNvSpPr/>
                <p:nvPr/>
              </p:nvSpPr>
              <p:spPr>
                <a:xfrm>
                  <a:off x="3271441" y="2222120"/>
                  <a:ext cx="208407" cy="226123"/>
                </a:xfrm>
                <a:custGeom>
                  <a:avLst/>
                  <a:gdLst>
                    <a:gd name="connsiteX0" fmla="*/ 208407 w 208407"/>
                    <a:gd name="connsiteY0" fmla="*/ 211931 h 226123"/>
                    <a:gd name="connsiteX1" fmla="*/ 208407 w 208407"/>
                    <a:gd name="connsiteY1" fmla="*/ 226123 h 226123"/>
                    <a:gd name="connsiteX2" fmla="*/ 202883 w 208407"/>
                    <a:gd name="connsiteY2" fmla="*/ 226123 h 226123"/>
                    <a:gd name="connsiteX3" fmla="*/ 185738 w 208407"/>
                    <a:gd name="connsiteY3" fmla="*/ 207931 h 226123"/>
                    <a:gd name="connsiteX4" fmla="*/ 104680 w 208407"/>
                    <a:gd name="connsiteY4" fmla="*/ 121729 h 226123"/>
                    <a:gd name="connsiteX5" fmla="*/ 100203 w 208407"/>
                    <a:gd name="connsiteY5" fmla="*/ 116967 h 226123"/>
                    <a:gd name="connsiteX6" fmla="*/ 95155 w 208407"/>
                    <a:gd name="connsiteY6" fmla="*/ 111538 h 226123"/>
                    <a:gd name="connsiteX7" fmla="*/ 16764 w 208407"/>
                    <a:gd name="connsiteY7" fmla="*/ 28194 h 226123"/>
                    <a:gd name="connsiteX8" fmla="*/ 2572 w 208407"/>
                    <a:gd name="connsiteY8" fmla="*/ 13144 h 226123"/>
                    <a:gd name="connsiteX9" fmla="*/ 0 w 208407"/>
                    <a:gd name="connsiteY9" fmla="*/ 10382 h 226123"/>
                    <a:gd name="connsiteX10" fmla="*/ 0 w 208407"/>
                    <a:gd name="connsiteY10" fmla="*/ 0 h 226123"/>
                    <a:gd name="connsiteX11" fmla="*/ 9144 w 208407"/>
                    <a:gd name="connsiteY11" fmla="*/ 0 h 226123"/>
                    <a:gd name="connsiteX12" fmla="*/ 26289 w 208407"/>
                    <a:gd name="connsiteY12" fmla="*/ 18193 h 226123"/>
                    <a:gd name="connsiteX13" fmla="*/ 104299 w 208407"/>
                    <a:gd name="connsiteY13" fmla="*/ 101251 h 226123"/>
                    <a:gd name="connsiteX14" fmla="*/ 113919 w 208407"/>
                    <a:gd name="connsiteY14" fmla="*/ 111442 h 226123"/>
                    <a:gd name="connsiteX15" fmla="*/ 114872 w 208407"/>
                    <a:gd name="connsiteY15" fmla="*/ 112490 h 226123"/>
                    <a:gd name="connsiteX16" fmla="*/ 191643 w 208407"/>
                    <a:gd name="connsiteY16" fmla="*/ 194119 h 226123"/>
                    <a:gd name="connsiteX17" fmla="*/ 208407 w 208407"/>
                    <a:gd name="connsiteY17" fmla="*/ 211931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07" h="226123">
                      <a:moveTo>
                        <a:pt x="208407" y="211931"/>
                      </a:moveTo>
                      <a:lnTo>
                        <a:pt x="208407" y="226123"/>
                      </a:lnTo>
                      <a:lnTo>
                        <a:pt x="202883" y="226123"/>
                      </a:lnTo>
                      <a:lnTo>
                        <a:pt x="185738" y="207931"/>
                      </a:lnTo>
                      <a:lnTo>
                        <a:pt x="104680" y="121729"/>
                      </a:lnTo>
                      <a:lnTo>
                        <a:pt x="100203" y="116967"/>
                      </a:lnTo>
                      <a:lnTo>
                        <a:pt x="95155" y="111538"/>
                      </a:lnTo>
                      <a:lnTo>
                        <a:pt x="16764" y="28194"/>
                      </a:lnTo>
                      <a:lnTo>
                        <a:pt x="2572" y="13144"/>
                      </a:lnTo>
                      <a:lnTo>
                        <a:pt x="0" y="10382"/>
                      </a:lnTo>
                      <a:lnTo>
                        <a:pt x="0" y="0"/>
                      </a:lnTo>
                      <a:lnTo>
                        <a:pt x="9144" y="0"/>
                      </a:lnTo>
                      <a:lnTo>
                        <a:pt x="26289" y="18193"/>
                      </a:lnTo>
                      <a:lnTo>
                        <a:pt x="104299" y="101251"/>
                      </a:lnTo>
                      <a:lnTo>
                        <a:pt x="113919" y="111442"/>
                      </a:lnTo>
                      <a:lnTo>
                        <a:pt x="114872" y="112490"/>
                      </a:lnTo>
                      <a:lnTo>
                        <a:pt x="191643" y="194119"/>
                      </a:lnTo>
                      <a:lnTo>
                        <a:pt x="208407" y="211931"/>
                      </a:lnTo>
                      <a:close/>
                    </a:path>
                  </a:pathLst>
                </a:custGeom>
                <a:solidFill>
                  <a:schemeClr val="accent6">
                    <a:lumMod val="50000"/>
                  </a:schemeClr>
                </a:solidFill>
                <a:ln w="0" cap="flat">
                  <a:noFill/>
                  <a:prstDash val="solid"/>
                  <a:miter/>
                </a:ln>
              </p:spPr>
              <p:txBody>
                <a:bodyPr rtlCol="0" anchor="ctr"/>
                <a:lstStyle/>
                <a:p>
                  <a:endParaRPr lang="en-IN"/>
                </a:p>
              </p:txBody>
            </p:sp>
            <p:sp>
              <p:nvSpPr>
                <p:cNvPr id="1139" name="Freeform: Shape 1138">
                  <a:extLst>
                    <a:ext uri="{FF2B5EF4-FFF2-40B4-BE49-F238E27FC236}">
                      <a16:creationId xmlns:a16="http://schemas.microsoft.com/office/drawing/2014/main" id="{EF38CF2F-24D9-49B8-B571-5CFBC798883A}"/>
                    </a:ext>
                  </a:extLst>
                </p:cNvPr>
                <p:cNvSpPr/>
                <p:nvPr/>
              </p:nvSpPr>
              <p:spPr>
                <a:xfrm>
                  <a:off x="3479848" y="2222120"/>
                  <a:ext cx="208407" cy="226123"/>
                </a:xfrm>
                <a:custGeom>
                  <a:avLst/>
                  <a:gdLst>
                    <a:gd name="connsiteX0" fmla="*/ 0 w 208407"/>
                    <a:gd name="connsiteY0" fmla="*/ 0 h 226123"/>
                    <a:gd name="connsiteX1" fmla="*/ 208407 w 208407"/>
                    <a:gd name="connsiteY1" fmla="*/ 0 h 226123"/>
                    <a:gd name="connsiteX2" fmla="*/ 208407 w 208407"/>
                    <a:gd name="connsiteY2" fmla="*/ 226124 h 226123"/>
                    <a:gd name="connsiteX3" fmla="*/ 0 w 208407"/>
                    <a:gd name="connsiteY3" fmla="*/ 226124 h 226123"/>
                  </a:gdLst>
                  <a:ahLst/>
                  <a:cxnLst>
                    <a:cxn ang="0">
                      <a:pos x="connsiteX0" y="connsiteY0"/>
                    </a:cxn>
                    <a:cxn ang="0">
                      <a:pos x="connsiteX1" y="connsiteY1"/>
                    </a:cxn>
                    <a:cxn ang="0">
                      <a:pos x="connsiteX2" y="connsiteY2"/>
                    </a:cxn>
                    <a:cxn ang="0">
                      <a:pos x="connsiteX3" y="connsiteY3"/>
                    </a:cxn>
                  </a:cxnLst>
                  <a:rect l="l" t="t" r="r" b="b"/>
                  <a:pathLst>
                    <a:path w="208407" h="226123">
                      <a:moveTo>
                        <a:pt x="0" y="0"/>
                      </a:moveTo>
                      <a:lnTo>
                        <a:pt x="208407" y="0"/>
                      </a:lnTo>
                      <a:lnTo>
                        <a:pt x="208407" y="226124"/>
                      </a:lnTo>
                      <a:lnTo>
                        <a:pt x="0" y="226124"/>
                      </a:lnTo>
                      <a:close/>
                    </a:path>
                  </a:pathLst>
                </a:custGeom>
                <a:solidFill>
                  <a:schemeClr val="accent6">
                    <a:lumMod val="50000"/>
                  </a:schemeClr>
                </a:solidFill>
                <a:ln w="0" cap="flat">
                  <a:noFill/>
                  <a:prstDash val="solid"/>
                  <a:miter/>
                </a:ln>
              </p:spPr>
              <p:txBody>
                <a:bodyPr rtlCol="0" anchor="ctr"/>
                <a:lstStyle/>
                <a:p>
                  <a:endParaRPr lang="en-IN"/>
                </a:p>
              </p:txBody>
            </p:sp>
            <p:sp>
              <p:nvSpPr>
                <p:cNvPr id="1140" name="Freeform: Shape 1139">
                  <a:extLst>
                    <a:ext uri="{FF2B5EF4-FFF2-40B4-BE49-F238E27FC236}">
                      <a16:creationId xmlns:a16="http://schemas.microsoft.com/office/drawing/2014/main" id="{2FF1F37C-6F09-10B3-EE3D-973BF90FDDBC}"/>
                    </a:ext>
                  </a:extLst>
                </p:cNvPr>
                <p:cNvSpPr/>
                <p:nvPr/>
              </p:nvSpPr>
              <p:spPr>
                <a:xfrm>
                  <a:off x="3496612" y="2240408"/>
                  <a:ext cx="174783" cy="189642"/>
                </a:xfrm>
                <a:custGeom>
                  <a:avLst/>
                  <a:gdLst>
                    <a:gd name="connsiteX0" fmla="*/ 0 w 174783"/>
                    <a:gd name="connsiteY0" fmla="*/ 0 h 189642"/>
                    <a:gd name="connsiteX1" fmla="*/ 174784 w 174783"/>
                    <a:gd name="connsiteY1" fmla="*/ 0 h 189642"/>
                    <a:gd name="connsiteX2" fmla="*/ 174784 w 174783"/>
                    <a:gd name="connsiteY2" fmla="*/ 189643 h 189642"/>
                    <a:gd name="connsiteX3" fmla="*/ 0 w 174783"/>
                    <a:gd name="connsiteY3" fmla="*/ 189643 h 189642"/>
                  </a:gdLst>
                  <a:ahLst/>
                  <a:cxnLst>
                    <a:cxn ang="0">
                      <a:pos x="connsiteX0" y="connsiteY0"/>
                    </a:cxn>
                    <a:cxn ang="0">
                      <a:pos x="connsiteX1" y="connsiteY1"/>
                    </a:cxn>
                    <a:cxn ang="0">
                      <a:pos x="connsiteX2" y="connsiteY2"/>
                    </a:cxn>
                    <a:cxn ang="0">
                      <a:pos x="connsiteX3" y="connsiteY3"/>
                    </a:cxn>
                  </a:cxnLst>
                  <a:rect l="l" t="t" r="r" b="b"/>
                  <a:pathLst>
                    <a:path w="174783" h="189642">
                      <a:moveTo>
                        <a:pt x="0" y="0"/>
                      </a:moveTo>
                      <a:lnTo>
                        <a:pt x="174784" y="0"/>
                      </a:lnTo>
                      <a:lnTo>
                        <a:pt x="174784" y="189643"/>
                      </a:lnTo>
                      <a:lnTo>
                        <a:pt x="0" y="189643"/>
                      </a:lnTo>
                      <a:close/>
                    </a:path>
                  </a:pathLst>
                </a:custGeom>
                <a:solidFill>
                  <a:schemeClr val="accent6"/>
                </a:solidFill>
                <a:ln w="0" cap="flat">
                  <a:noFill/>
                  <a:prstDash val="solid"/>
                  <a:miter/>
                </a:ln>
              </p:spPr>
              <p:txBody>
                <a:bodyPr rtlCol="0" anchor="ctr"/>
                <a:lstStyle/>
                <a:p>
                  <a:endParaRPr lang="en-IN"/>
                </a:p>
              </p:txBody>
            </p:sp>
            <p:sp>
              <p:nvSpPr>
                <p:cNvPr id="1141" name="Freeform: Shape 1140">
                  <a:extLst>
                    <a:ext uri="{FF2B5EF4-FFF2-40B4-BE49-F238E27FC236}">
                      <a16:creationId xmlns:a16="http://schemas.microsoft.com/office/drawing/2014/main" id="{903C38A1-7A95-EC2A-9D9A-EB2F6238AF8E}"/>
                    </a:ext>
                  </a:extLst>
                </p:cNvPr>
                <p:cNvSpPr/>
                <p:nvPr/>
              </p:nvSpPr>
              <p:spPr>
                <a:xfrm>
                  <a:off x="3479848" y="2222120"/>
                  <a:ext cx="208407" cy="226123"/>
                </a:xfrm>
                <a:custGeom>
                  <a:avLst/>
                  <a:gdLst>
                    <a:gd name="connsiteX0" fmla="*/ 208407 w 208407"/>
                    <a:gd name="connsiteY0" fmla="*/ 0 h 226123"/>
                    <a:gd name="connsiteX1" fmla="*/ 208407 w 208407"/>
                    <a:gd name="connsiteY1" fmla="*/ 6287 h 226123"/>
                    <a:gd name="connsiteX2" fmla="*/ 191643 w 208407"/>
                    <a:gd name="connsiteY2" fmla="*/ 24955 h 226123"/>
                    <a:gd name="connsiteX3" fmla="*/ 191548 w 208407"/>
                    <a:gd name="connsiteY3" fmla="*/ 24955 h 226123"/>
                    <a:gd name="connsiteX4" fmla="*/ 113919 w 208407"/>
                    <a:gd name="connsiteY4" fmla="*/ 111442 h 226123"/>
                    <a:gd name="connsiteX5" fmla="*/ 104680 w 208407"/>
                    <a:gd name="connsiteY5" fmla="*/ 121729 h 226123"/>
                    <a:gd name="connsiteX6" fmla="*/ 27146 w 208407"/>
                    <a:gd name="connsiteY6" fmla="*/ 207931 h 226123"/>
                    <a:gd name="connsiteX7" fmla="*/ 10763 w 208407"/>
                    <a:gd name="connsiteY7" fmla="*/ 226123 h 226123"/>
                    <a:gd name="connsiteX8" fmla="*/ 0 w 208407"/>
                    <a:gd name="connsiteY8" fmla="*/ 226123 h 226123"/>
                    <a:gd name="connsiteX9" fmla="*/ 0 w 208407"/>
                    <a:gd name="connsiteY9" fmla="*/ 217360 h 226123"/>
                    <a:gd name="connsiteX10" fmla="*/ 16764 w 208407"/>
                    <a:gd name="connsiteY10" fmla="*/ 198692 h 226123"/>
                    <a:gd name="connsiteX11" fmla="*/ 95059 w 208407"/>
                    <a:gd name="connsiteY11" fmla="*/ 111538 h 226123"/>
                    <a:gd name="connsiteX12" fmla="*/ 104299 w 208407"/>
                    <a:gd name="connsiteY12" fmla="*/ 101251 h 226123"/>
                    <a:gd name="connsiteX13" fmla="*/ 165735 w 208407"/>
                    <a:gd name="connsiteY13" fmla="*/ 32956 h 226123"/>
                    <a:gd name="connsiteX14" fmla="*/ 178975 w 208407"/>
                    <a:gd name="connsiteY14" fmla="*/ 18193 h 226123"/>
                    <a:gd name="connsiteX15" fmla="*/ 195358 w 208407"/>
                    <a:gd name="connsiteY15" fmla="*/ 0 h 226123"/>
                    <a:gd name="connsiteX16" fmla="*/ 208407 w 208407"/>
                    <a:gd name="connsiteY16" fmla="*/ 0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407" h="226123">
                      <a:moveTo>
                        <a:pt x="208407" y="0"/>
                      </a:moveTo>
                      <a:lnTo>
                        <a:pt x="208407" y="6287"/>
                      </a:lnTo>
                      <a:lnTo>
                        <a:pt x="191643" y="24955"/>
                      </a:lnTo>
                      <a:lnTo>
                        <a:pt x="191548" y="24955"/>
                      </a:lnTo>
                      <a:lnTo>
                        <a:pt x="113919" y="111442"/>
                      </a:lnTo>
                      <a:lnTo>
                        <a:pt x="104680" y="121729"/>
                      </a:lnTo>
                      <a:lnTo>
                        <a:pt x="27146" y="207931"/>
                      </a:lnTo>
                      <a:lnTo>
                        <a:pt x="10763" y="226123"/>
                      </a:lnTo>
                      <a:lnTo>
                        <a:pt x="0" y="226123"/>
                      </a:lnTo>
                      <a:lnTo>
                        <a:pt x="0" y="217360"/>
                      </a:lnTo>
                      <a:lnTo>
                        <a:pt x="16764" y="198692"/>
                      </a:lnTo>
                      <a:lnTo>
                        <a:pt x="95059" y="111538"/>
                      </a:lnTo>
                      <a:lnTo>
                        <a:pt x="104299" y="101251"/>
                      </a:lnTo>
                      <a:lnTo>
                        <a:pt x="165735" y="32956"/>
                      </a:lnTo>
                      <a:lnTo>
                        <a:pt x="178975" y="18193"/>
                      </a:lnTo>
                      <a:lnTo>
                        <a:pt x="195358" y="0"/>
                      </a:lnTo>
                      <a:lnTo>
                        <a:pt x="208407" y="0"/>
                      </a:lnTo>
                      <a:close/>
                    </a:path>
                  </a:pathLst>
                </a:custGeom>
                <a:solidFill>
                  <a:schemeClr val="accent6">
                    <a:lumMod val="50000"/>
                  </a:schemeClr>
                </a:solidFill>
                <a:ln w="0" cap="flat">
                  <a:noFill/>
                  <a:prstDash val="solid"/>
                  <a:miter/>
                </a:ln>
              </p:spPr>
              <p:txBody>
                <a:bodyPr rtlCol="0" anchor="ctr"/>
                <a:lstStyle/>
                <a:p>
                  <a:endParaRPr lang="en-IN"/>
                </a:p>
              </p:txBody>
            </p:sp>
            <p:sp>
              <p:nvSpPr>
                <p:cNvPr id="1142" name="Freeform: Shape 1141">
                  <a:extLst>
                    <a:ext uri="{FF2B5EF4-FFF2-40B4-BE49-F238E27FC236}">
                      <a16:creationId xmlns:a16="http://schemas.microsoft.com/office/drawing/2014/main" id="{DD432442-9296-669E-B777-059063B41844}"/>
                    </a:ext>
                  </a:extLst>
                </p:cNvPr>
                <p:cNvSpPr/>
                <p:nvPr/>
              </p:nvSpPr>
              <p:spPr>
                <a:xfrm>
                  <a:off x="3479848" y="2222120"/>
                  <a:ext cx="208407" cy="226123"/>
                </a:xfrm>
                <a:custGeom>
                  <a:avLst/>
                  <a:gdLst>
                    <a:gd name="connsiteX0" fmla="*/ 208407 w 208407"/>
                    <a:gd name="connsiteY0" fmla="*/ 211931 h 226123"/>
                    <a:gd name="connsiteX1" fmla="*/ 208407 w 208407"/>
                    <a:gd name="connsiteY1" fmla="*/ 226123 h 226123"/>
                    <a:gd name="connsiteX2" fmla="*/ 202787 w 208407"/>
                    <a:gd name="connsiteY2" fmla="*/ 226123 h 226123"/>
                    <a:gd name="connsiteX3" fmla="*/ 185737 w 208407"/>
                    <a:gd name="connsiteY3" fmla="*/ 207931 h 226123"/>
                    <a:gd name="connsiteX4" fmla="*/ 104680 w 208407"/>
                    <a:gd name="connsiteY4" fmla="*/ 121729 h 226123"/>
                    <a:gd name="connsiteX5" fmla="*/ 95059 w 208407"/>
                    <a:gd name="connsiteY5" fmla="*/ 111538 h 226123"/>
                    <a:gd name="connsiteX6" fmla="*/ 53530 w 208407"/>
                    <a:gd name="connsiteY6" fmla="*/ 67342 h 226123"/>
                    <a:gd name="connsiteX7" fmla="*/ 16764 w 208407"/>
                    <a:gd name="connsiteY7" fmla="*/ 28194 h 226123"/>
                    <a:gd name="connsiteX8" fmla="*/ 0 w 208407"/>
                    <a:gd name="connsiteY8" fmla="*/ 10382 h 226123"/>
                    <a:gd name="connsiteX9" fmla="*/ 0 w 208407"/>
                    <a:gd name="connsiteY9" fmla="*/ 0 h 226123"/>
                    <a:gd name="connsiteX10" fmla="*/ 9144 w 208407"/>
                    <a:gd name="connsiteY10" fmla="*/ 0 h 226123"/>
                    <a:gd name="connsiteX11" fmla="*/ 26289 w 208407"/>
                    <a:gd name="connsiteY11" fmla="*/ 18193 h 226123"/>
                    <a:gd name="connsiteX12" fmla="*/ 68199 w 208407"/>
                    <a:gd name="connsiteY12" fmla="*/ 62865 h 226123"/>
                    <a:gd name="connsiteX13" fmla="*/ 104299 w 208407"/>
                    <a:gd name="connsiteY13" fmla="*/ 101251 h 226123"/>
                    <a:gd name="connsiteX14" fmla="*/ 113919 w 208407"/>
                    <a:gd name="connsiteY14" fmla="*/ 111442 h 226123"/>
                    <a:gd name="connsiteX15" fmla="*/ 191643 w 208407"/>
                    <a:gd name="connsiteY15" fmla="*/ 194119 h 226123"/>
                    <a:gd name="connsiteX16" fmla="*/ 208407 w 208407"/>
                    <a:gd name="connsiteY16" fmla="*/ 211931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407" h="226123">
                      <a:moveTo>
                        <a:pt x="208407" y="211931"/>
                      </a:moveTo>
                      <a:lnTo>
                        <a:pt x="208407" y="226123"/>
                      </a:lnTo>
                      <a:lnTo>
                        <a:pt x="202787" y="226123"/>
                      </a:lnTo>
                      <a:lnTo>
                        <a:pt x="185737" y="207931"/>
                      </a:lnTo>
                      <a:lnTo>
                        <a:pt x="104680" y="121729"/>
                      </a:lnTo>
                      <a:lnTo>
                        <a:pt x="95059" y="111538"/>
                      </a:lnTo>
                      <a:lnTo>
                        <a:pt x="53530" y="67342"/>
                      </a:lnTo>
                      <a:lnTo>
                        <a:pt x="16764" y="28194"/>
                      </a:lnTo>
                      <a:lnTo>
                        <a:pt x="0" y="10382"/>
                      </a:lnTo>
                      <a:lnTo>
                        <a:pt x="0" y="0"/>
                      </a:lnTo>
                      <a:lnTo>
                        <a:pt x="9144" y="0"/>
                      </a:lnTo>
                      <a:lnTo>
                        <a:pt x="26289" y="18193"/>
                      </a:lnTo>
                      <a:lnTo>
                        <a:pt x="68199" y="62865"/>
                      </a:lnTo>
                      <a:lnTo>
                        <a:pt x="104299" y="101251"/>
                      </a:lnTo>
                      <a:lnTo>
                        <a:pt x="113919" y="111442"/>
                      </a:lnTo>
                      <a:lnTo>
                        <a:pt x="191643" y="194119"/>
                      </a:lnTo>
                      <a:lnTo>
                        <a:pt x="208407" y="211931"/>
                      </a:lnTo>
                      <a:close/>
                    </a:path>
                  </a:pathLst>
                </a:custGeom>
                <a:solidFill>
                  <a:schemeClr val="accent6">
                    <a:lumMod val="50000"/>
                  </a:schemeClr>
                </a:solidFill>
                <a:ln w="0" cap="flat">
                  <a:noFill/>
                  <a:prstDash val="solid"/>
                  <a:miter/>
                </a:ln>
              </p:spPr>
              <p:txBody>
                <a:bodyPr rtlCol="0" anchor="ctr"/>
                <a:lstStyle/>
                <a:p>
                  <a:endParaRPr lang="en-IN"/>
                </a:p>
              </p:txBody>
            </p:sp>
            <p:sp>
              <p:nvSpPr>
                <p:cNvPr id="1144" name="Freeform: Shape 1143">
                  <a:extLst>
                    <a:ext uri="{FF2B5EF4-FFF2-40B4-BE49-F238E27FC236}">
                      <a16:creationId xmlns:a16="http://schemas.microsoft.com/office/drawing/2014/main" id="{D9B27575-0805-825C-0D04-53ECB001AB36}"/>
                    </a:ext>
                  </a:extLst>
                </p:cNvPr>
                <p:cNvSpPr/>
                <p:nvPr/>
              </p:nvSpPr>
              <p:spPr>
                <a:xfrm>
                  <a:off x="3688255" y="2222120"/>
                  <a:ext cx="208406" cy="226123"/>
                </a:xfrm>
                <a:custGeom>
                  <a:avLst/>
                  <a:gdLst>
                    <a:gd name="connsiteX0" fmla="*/ 0 w 208406"/>
                    <a:gd name="connsiteY0" fmla="*/ 0 h 226123"/>
                    <a:gd name="connsiteX1" fmla="*/ 208407 w 208406"/>
                    <a:gd name="connsiteY1" fmla="*/ 0 h 226123"/>
                    <a:gd name="connsiteX2" fmla="*/ 208407 w 208406"/>
                    <a:gd name="connsiteY2" fmla="*/ 226124 h 226123"/>
                    <a:gd name="connsiteX3" fmla="*/ 0 w 208406"/>
                    <a:gd name="connsiteY3" fmla="*/ 226124 h 226123"/>
                  </a:gdLst>
                  <a:ahLst/>
                  <a:cxnLst>
                    <a:cxn ang="0">
                      <a:pos x="connsiteX0" y="connsiteY0"/>
                    </a:cxn>
                    <a:cxn ang="0">
                      <a:pos x="connsiteX1" y="connsiteY1"/>
                    </a:cxn>
                    <a:cxn ang="0">
                      <a:pos x="connsiteX2" y="connsiteY2"/>
                    </a:cxn>
                    <a:cxn ang="0">
                      <a:pos x="connsiteX3" y="connsiteY3"/>
                    </a:cxn>
                  </a:cxnLst>
                  <a:rect l="l" t="t" r="r" b="b"/>
                  <a:pathLst>
                    <a:path w="208406" h="226123">
                      <a:moveTo>
                        <a:pt x="0" y="0"/>
                      </a:moveTo>
                      <a:lnTo>
                        <a:pt x="208407" y="0"/>
                      </a:lnTo>
                      <a:lnTo>
                        <a:pt x="208407" y="226124"/>
                      </a:lnTo>
                      <a:lnTo>
                        <a:pt x="0" y="226124"/>
                      </a:lnTo>
                      <a:close/>
                    </a:path>
                  </a:pathLst>
                </a:custGeom>
                <a:solidFill>
                  <a:schemeClr val="accent6">
                    <a:lumMod val="50000"/>
                  </a:schemeClr>
                </a:solidFill>
                <a:ln w="0" cap="flat">
                  <a:noFill/>
                  <a:prstDash val="solid"/>
                  <a:miter/>
                </a:ln>
              </p:spPr>
              <p:txBody>
                <a:bodyPr rtlCol="0" anchor="ctr"/>
                <a:lstStyle/>
                <a:p>
                  <a:endParaRPr lang="en-IN"/>
                </a:p>
              </p:txBody>
            </p:sp>
            <p:sp>
              <p:nvSpPr>
                <p:cNvPr id="1145" name="Freeform: Shape 1144">
                  <a:extLst>
                    <a:ext uri="{FF2B5EF4-FFF2-40B4-BE49-F238E27FC236}">
                      <a16:creationId xmlns:a16="http://schemas.microsoft.com/office/drawing/2014/main" id="{BF81F044-B9B7-4764-E94A-2A192E7D6F90}"/>
                    </a:ext>
                  </a:extLst>
                </p:cNvPr>
                <p:cNvSpPr/>
                <p:nvPr/>
              </p:nvSpPr>
              <p:spPr>
                <a:xfrm>
                  <a:off x="3705019" y="2240408"/>
                  <a:ext cx="174783" cy="189642"/>
                </a:xfrm>
                <a:custGeom>
                  <a:avLst/>
                  <a:gdLst>
                    <a:gd name="connsiteX0" fmla="*/ 0 w 174783"/>
                    <a:gd name="connsiteY0" fmla="*/ 0 h 189642"/>
                    <a:gd name="connsiteX1" fmla="*/ 174784 w 174783"/>
                    <a:gd name="connsiteY1" fmla="*/ 0 h 189642"/>
                    <a:gd name="connsiteX2" fmla="*/ 174784 w 174783"/>
                    <a:gd name="connsiteY2" fmla="*/ 189643 h 189642"/>
                    <a:gd name="connsiteX3" fmla="*/ 0 w 174783"/>
                    <a:gd name="connsiteY3" fmla="*/ 189643 h 189642"/>
                  </a:gdLst>
                  <a:ahLst/>
                  <a:cxnLst>
                    <a:cxn ang="0">
                      <a:pos x="connsiteX0" y="connsiteY0"/>
                    </a:cxn>
                    <a:cxn ang="0">
                      <a:pos x="connsiteX1" y="connsiteY1"/>
                    </a:cxn>
                    <a:cxn ang="0">
                      <a:pos x="connsiteX2" y="connsiteY2"/>
                    </a:cxn>
                    <a:cxn ang="0">
                      <a:pos x="connsiteX3" y="connsiteY3"/>
                    </a:cxn>
                  </a:cxnLst>
                  <a:rect l="l" t="t" r="r" b="b"/>
                  <a:pathLst>
                    <a:path w="174783" h="189642">
                      <a:moveTo>
                        <a:pt x="0" y="0"/>
                      </a:moveTo>
                      <a:lnTo>
                        <a:pt x="174784" y="0"/>
                      </a:lnTo>
                      <a:lnTo>
                        <a:pt x="174784" y="189643"/>
                      </a:lnTo>
                      <a:lnTo>
                        <a:pt x="0" y="189643"/>
                      </a:lnTo>
                      <a:close/>
                    </a:path>
                  </a:pathLst>
                </a:custGeom>
                <a:solidFill>
                  <a:schemeClr val="accent6"/>
                </a:solidFill>
                <a:ln w="0" cap="flat">
                  <a:noFill/>
                  <a:prstDash val="solid"/>
                  <a:miter/>
                </a:ln>
              </p:spPr>
              <p:txBody>
                <a:bodyPr rtlCol="0" anchor="ctr"/>
                <a:lstStyle/>
                <a:p>
                  <a:endParaRPr lang="en-IN"/>
                </a:p>
              </p:txBody>
            </p:sp>
            <p:sp>
              <p:nvSpPr>
                <p:cNvPr id="1146" name="Freeform: Shape 1145">
                  <a:extLst>
                    <a:ext uri="{FF2B5EF4-FFF2-40B4-BE49-F238E27FC236}">
                      <a16:creationId xmlns:a16="http://schemas.microsoft.com/office/drawing/2014/main" id="{37374A6B-19F0-2BC8-6EAC-7976ACF17A97}"/>
                    </a:ext>
                  </a:extLst>
                </p:cNvPr>
                <p:cNvSpPr/>
                <p:nvPr/>
              </p:nvSpPr>
              <p:spPr>
                <a:xfrm>
                  <a:off x="3688255" y="2222120"/>
                  <a:ext cx="208406" cy="226123"/>
                </a:xfrm>
                <a:custGeom>
                  <a:avLst/>
                  <a:gdLst>
                    <a:gd name="connsiteX0" fmla="*/ 208407 w 208406"/>
                    <a:gd name="connsiteY0" fmla="*/ 0 h 226123"/>
                    <a:gd name="connsiteX1" fmla="*/ 208407 w 208406"/>
                    <a:gd name="connsiteY1" fmla="*/ 6287 h 226123"/>
                    <a:gd name="connsiteX2" fmla="*/ 191548 w 208406"/>
                    <a:gd name="connsiteY2" fmla="*/ 24955 h 226123"/>
                    <a:gd name="connsiteX3" fmla="*/ 113824 w 208406"/>
                    <a:gd name="connsiteY3" fmla="*/ 111442 h 226123"/>
                    <a:gd name="connsiteX4" fmla="*/ 104680 w 208406"/>
                    <a:gd name="connsiteY4" fmla="*/ 121729 h 226123"/>
                    <a:gd name="connsiteX5" fmla="*/ 27146 w 208406"/>
                    <a:gd name="connsiteY5" fmla="*/ 207931 h 226123"/>
                    <a:gd name="connsiteX6" fmla="*/ 10763 w 208406"/>
                    <a:gd name="connsiteY6" fmla="*/ 226123 h 226123"/>
                    <a:gd name="connsiteX7" fmla="*/ 0 w 208406"/>
                    <a:gd name="connsiteY7" fmla="*/ 226123 h 226123"/>
                    <a:gd name="connsiteX8" fmla="*/ 0 w 208406"/>
                    <a:gd name="connsiteY8" fmla="*/ 217360 h 226123"/>
                    <a:gd name="connsiteX9" fmla="*/ 16764 w 208406"/>
                    <a:gd name="connsiteY9" fmla="*/ 198692 h 226123"/>
                    <a:gd name="connsiteX10" fmla="*/ 95059 w 208406"/>
                    <a:gd name="connsiteY10" fmla="*/ 111538 h 226123"/>
                    <a:gd name="connsiteX11" fmla="*/ 104299 w 208406"/>
                    <a:gd name="connsiteY11" fmla="*/ 101251 h 226123"/>
                    <a:gd name="connsiteX12" fmla="*/ 178975 w 208406"/>
                    <a:gd name="connsiteY12" fmla="*/ 18288 h 226123"/>
                    <a:gd name="connsiteX13" fmla="*/ 195358 w 208406"/>
                    <a:gd name="connsiteY13" fmla="*/ 0 h 226123"/>
                    <a:gd name="connsiteX14" fmla="*/ 208407 w 208406"/>
                    <a:gd name="connsiteY14" fmla="*/ 0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8406" h="226123">
                      <a:moveTo>
                        <a:pt x="208407" y="0"/>
                      </a:moveTo>
                      <a:lnTo>
                        <a:pt x="208407" y="6287"/>
                      </a:lnTo>
                      <a:lnTo>
                        <a:pt x="191548" y="24955"/>
                      </a:lnTo>
                      <a:lnTo>
                        <a:pt x="113824" y="111442"/>
                      </a:lnTo>
                      <a:lnTo>
                        <a:pt x="104680" y="121729"/>
                      </a:lnTo>
                      <a:lnTo>
                        <a:pt x="27146" y="207931"/>
                      </a:lnTo>
                      <a:lnTo>
                        <a:pt x="10763" y="226123"/>
                      </a:lnTo>
                      <a:lnTo>
                        <a:pt x="0" y="226123"/>
                      </a:lnTo>
                      <a:lnTo>
                        <a:pt x="0" y="217360"/>
                      </a:lnTo>
                      <a:lnTo>
                        <a:pt x="16764" y="198692"/>
                      </a:lnTo>
                      <a:lnTo>
                        <a:pt x="95059" y="111538"/>
                      </a:lnTo>
                      <a:lnTo>
                        <a:pt x="104299" y="101251"/>
                      </a:lnTo>
                      <a:lnTo>
                        <a:pt x="178975" y="18288"/>
                      </a:lnTo>
                      <a:lnTo>
                        <a:pt x="195358" y="0"/>
                      </a:lnTo>
                      <a:lnTo>
                        <a:pt x="208407" y="0"/>
                      </a:lnTo>
                      <a:close/>
                    </a:path>
                  </a:pathLst>
                </a:custGeom>
                <a:solidFill>
                  <a:schemeClr val="accent6">
                    <a:lumMod val="50000"/>
                  </a:schemeClr>
                </a:solidFill>
                <a:ln w="0" cap="flat">
                  <a:noFill/>
                  <a:prstDash val="solid"/>
                  <a:miter/>
                </a:ln>
              </p:spPr>
              <p:txBody>
                <a:bodyPr rtlCol="0" anchor="ctr"/>
                <a:lstStyle/>
                <a:p>
                  <a:endParaRPr lang="en-IN"/>
                </a:p>
              </p:txBody>
            </p:sp>
            <p:sp>
              <p:nvSpPr>
                <p:cNvPr id="1147" name="Freeform: Shape 1146">
                  <a:extLst>
                    <a:ext uri="{FF2B5EF4-FFF2-40B4-BE49-F238E27FC236}">
                      <a16:creationId xmlns:a16="http://schemas.microsoft.com/office/drawing/2014/main" id="{FD4716B3-C483-6612-6A7D-6EE2ED479DC9}"/>
                    </a:ext>
                  </a:extLst>
                </p:cNvPr>
                <p:cNvSpPr/>
                <p:nvPr/>
              </p:nvSpPr>
              <p:spPr>
                <a:xfrm>
                  <a:off x="3688255" y="2222120"/>
                  <a:ext cx="208406" cy="226123"/>
                </a:xfrm>
                <a:custGeom>
                  <a:avLst/>
                  <a:gdLst>
                    <a:gd name="connsiteX0" fmla="*/ 208407 w 208406"/>
                    <a:gd name="connsiteY0" fmla="*/ 211931 h 226123"/>
                    <a:gd name="connsiteX1" fmla="*/ 208407 w 208406"/>
                    <a:gd name="connsiteY1" fmla="*/ 226123 h 226123"/>
                    <a:gd name="connsiteX2" fmla="*/ 202787 w 208406"/>
                    <a:gd name="connsiteY2" fmla="*/ 226123 h 226123"/>
                    <a:gd name="connsiteX3" fmla="*/ 185738 w 208406"/>
                    <a:gd name="connsiteY3" fmla="*/ 207931 h 226123"/>
                    <a:gd name="connsiteX4" fmla="*/ 104680 w 208406"/>
                    <a:gd name="connsiteY4" fmla="*/ 121729 h 226123"/>
                    <a:gd name="connsiteX5" fmla="*/ 95059 w 208406"/>
                    <a:gd name="connsiteY5" fmla="*/ 111538 h 226123"/>
                    <a:gd name="connsiteX6" fmla="*/ 16764 w 208406"/>
                    <a:gd name="connsiteY6" fmla="*/ 28194 h 226123"/>
                    <a:gd name="connsiteX7" fmla="*/ 6858 w 208406"/>
                    <a:gd name="connsiteY7" fmla="*/ 17717 h 226123"/>
                    <a:gd name="connsiteX8" fmla="*/ 0 w 208406"/>
                    <a:gd name="connsiteY8" fmla="*/ 10382 h 226123"/>
                    <a:gd name="connsiteX9" fmla="*/ 0 w 208406"/>
                    <a:gd name="connsiteY9" fmla="*/ 0 h 226123"/>
                    <a:gd name="connsiteX10" fmla="*/ 9144 w 208406"/>
                    <a:gd name="connsiteY10" fmla="*/ 0 h 226123"/>
                    <a:gd name="connsiteX11" fmla="*/ 21526 w 208406"/>
                    <a:gd name="connsiteY11" fmla="*/ 13240 h 226123"/>
                    <a:gd name="connsiteX12" fmla="*/ 26289 w 208406"/>
                    <a:gd name="connsiteY12" fmla="*/ 18193 h 226123"/>
                    <a:gd name="connsiteX13" fmla="*/ 104299 w 208406"/>
                    <a:gd name="connsiteY13" fmla="*/ 101251 h 226123"/>
                    <a:gd name="connsiteX14" fmla="*/ 113824 w 208406"/>
                    <a:gd name="connsiteY14" fmla="*/ 111442 h 226123"/>
                    <a:gd name="connsiteX15" fmla="*/ 191548 w 208406"/>
                    <a:gd name="connsiteY15" fmla="*/ 194119 h 226123"/>
                    <a:gd name="connsiteX16" fmla="*/ 206026 w 208406"/>
                    <a:gd name="connsiteY16" fmla="*/ 209455 h 226123"/>
                    <a:gd name="connsiteX17" fmla="*/ 208407 w 208406"/>
                    <a:gd name="connsiteY17" fmla="*/ 211931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06" h="226123">
                      <a:moveTo>
                        <a:pt x="208407" y="211931"/>
                      </a:moveTo>
                      <a:lnTo>
                        <a:pt x="208407" y="226123"/>
                      </a:lnTo>
                      <a:lnTo>
                        <a:pt x="202787" y="226123"/>
                      </a:lnTo>
                      <a:lnTo>
                        <a:pt x="185738" y="207931"/>
                      </a:lnTo>
                      <a:lnTo>
                        <a:pt x="104680" y="121729"/>
                      </a:lnTo>
                      <a:lnTo>
                        <a:pt x="95059" y="111538"/>
                      </a:lnTo>
                      <a:lnTo>
                        <a:pt x="16764" y="28194"/>
                      </a:lnTo>
                      <a:lnTo>
                        <a:pt x="6858" y="17717"/>
                      </a:lnTo>
                      <a:lnTo>
                        <a:pt x="0" y="10382"/>
                      </a:lnTo>
                      <a:lnTo>
                        <a:pt x="0" y="0"/>
                      </a:lnTo>
                      <a:lnTo>
                        <a:pt x="9144" y="0"/>
                      </a:lnTo>
                      <a:lnTo>
                        <a:pt x="21526" y="13240"/>
                      </a:lnTo>
                      <a:lnTo>
                        <a:pt x="26289" y="18193"/>
                      </a:lnTo>
                      <a:lnTo>
                        <a:pt x="104299" y="101251"/>
                      </a:lnTo>
                      <a:lnTo>
                        <a:pt x="113824" y="111442"/>
                      </a:lnTo>
                      <a:lnTo>
                        <a:pt x="191548" y="194119"/>
                      </a:lnTo>
                      <a:lnTo>
                        <a:pt x="206026" y="209455"/>
                      </a:lnTo>
                      <a:lnTo>
                        <a:pt x="208407" y="211931"/>
                      </a:lnTo>
                      <a:close/>
                    </a:path>
                  </a:pathLst>
                </a:custGeom>
                <a:solidFill>
                  <a:schemeClr val="accent6">
                    <a:lumMod val="50000"/>
                  </a:schemeClr>
                </a:solidFill>
                <a:ln w="0" cap="flat">
                  <a:noFill/>
                  <a:prstDash val="solid"/>
                  <a:miter/>
                </a:ln>
              </p:spPr>
              <p:txBody>
                <a:bodyPr rtlCol="0" anchor="ctr"/>
                <a:lstStyle/>
                <a:p>
                  <a:endParaRPr lang="en-IN"/>
                </a:p>
              </p:txBody>
            </p:sp>
          </p:grpSp>
          <p:sp>
            <p:nvSpPr>
              <p:cNvPr id="1210" name="Freeform: Shape 1209">
                <a:extLst>
                  <a:ext uri="{FF2B5EF4-FFF2-40B4-BE49-F238E27FC236}">
                    <a16:creationId xmlns:a16="http://schemas.microsoft.com/office/drawing/2014/main" id="{CA5EE6C3-7917-48DD-974F-94B4E68636BD}"/>
                  </a:ext>
                </a:extLst>
              </p:cNvPr>
              <p:cNvSpPr/>
              <p:nvPr/>
            </p:nvSpPr>
            <p:spPr>
              <a:xfrm>
                <a:off x="9034298" y="3069121"/>
                <a:ext cx="315545" cy="288075"/>
              </a:xfrm>
              <a:custGeom>
                <a:avLst/>
                <a:gdLst>
                  <a:gd name="connsiteX0" fmla="*/ 0 w 366521"/>
                  <a:gd name="connsiteY0" fmla="*/ 0 h 334613"/>
                  <a:gd name="connsiteX1" fmla="*/ 366522 w 366521"/>
                  <a:gd name="connsiteY1" fmla="*/ 0 h 334613"/>
                  <a:gd name="connsiteX2" fmla="*/ 366522 w 366521"/>
                  <a:gd name="connsiteY2" fmla="*/ 334613 h 334613"/>
                  <a:gd name="connsiteX3" fmla="*/ 0 w 366521"/>
                  <a:gd name="connsiteY3" fmla="*/ 334613 h 334613"/>
                </a:gdLst>
                <a:ahLst/>
                <a:cxnLst>
                  <a:cxn ang="0">
                    <a:pos x="connsiteX0" y="connsiteY0"/>
                  </a:cxn>
                  <a:cxn ang="0">
                    <a:pos x="connsiteX1" y="connsiteY1"/>
                  </a:cxn>
                  <a:cxn ang="0">
                    <a:pos x="connsiteX2" y="connsiteY2"/>
                  </a:cxn>
                  <a:cxn ang="0">
                    <a:pos x="connsiteX3" y="connsiteY3"/>
                  </a:cxn>
                </a:cxnLst>
                <a:rect l="l" t="t" r="r" b="b"/>
                <a:pathLst>
                  <a:path w="366521" h="334613">
                    <a:moveTo>
                      <a:pt x="0" y="0"/>
                    </a:moveTo>
                    <a:lnTo>
                      <a:pt x="366522" y="0"/>
                    </a:lnTo>
                    <a:lnTo>
                      <a:pt x="366522" y="334613"/>
                    </a:lnTo>
                    <a:lnTo>
                      <a:pt x="0" y="334613"/>
                    </a:lnTo>
                    <a:close/>
                  </a:path>
                </a:pathLst>
              </a:custGeom>
              <a:solidFill>
                <a:schemeClr val="accent6">
                  <a:lumMod val="50000"/>
                </a:schemeClr>
              </a:solidFill>
              <a:ln w="0" cap="flat">
                <a:noFill/>
                <a:prstDash val="solid"/>
                <a:miter/>
              </a:ln>
            </p:spPr>
            <p:txBody>
              <a:bodyPr rtlCol="0" anchor="ctr"/>
              <a:lstStyle/>
              <a:p>
                <a:endParaRPr lang="en-IN"/>
              </a:p>
            </p:txBody>
          </p:sp>
          <p:sp>
            <p:nvSpPr>
              <p:cNvPr id="1212" name="Freeform: Shape 1211">
                <a:extLst>
                  <a:ext uri="{FF2B5EF4-FFF2-40B4-BE49-F238E27FC236}">
                    <a16:creationId xmlns:a16="http://schemas.microsoft.com/office/drawing/2014/main" id="{D7283F12-7BAC-D7FE-476F-DE29A3667949}"/>
                  </a:ext>
                </a:extLst>
              </p:cNvPr>
              <p:cNvSpPr/>
              <p:nvPr/>
            </p:nvSpPr>
            <p:spPr>
              <a:xfrm>
                <a:off x="9066771" y="3098314"/>
                <a:ext cx="246499" cy="225097"/>
              </a:xfrm>
              <a:custGeom>
                <a:avLst/>
                <a:gdLst>
                  <a:gd name="connsiteX0" fmla="*/ 0 w 286321"/>
                  <a:gd name="connsiteY0" fmla="*/ 0 h 261461"/>
                  <a:gd name="connsiteX1" fmla="*/ 286322 w 286321"/>
                  <a:gd name="connsiteY1" fmla="*/ 0 h 261461"/>
                  <a:gd name="connsiteX2" fmla="*/ 286322 w 286321"/>
                  <a:gd name="connsiteY2" fmla="*/ 261461 h 261461"/>
                  <a:gd name="connsiteX3" fmla="*/ 0 w 286321"/>
                  <a:gd name="connsiteY3" fmla="*/ 261461 h 261461"/>
                </a:gdLst>
                <a:ahLst/>
                <a:cxnLst>
                  <a:cxn ang="0">
                    <a:pos x="connsiteX0" y="connsiteY0"/>
                  </a:cxn>
                  <a:cxn ang="0">
                    <a:pos x="connsiteX1" y="connsiteY1"/>
                  </a:cxn>
                  <a:cxn ang="0">
                    <a:pos x="connsiteX2" y="connsiteY2"/>
                  </a:cxn>
                  <a:cxn ang="0">
                    <a:pos x="connsiteX3" y="connsiteY3"/>
                  </a:cxn>
                </a:cxnLst>
                <a:rect l="l" t="t" r="r" b="b"/>
                <a:pathLst>
                  <a:path w="286321" h="261461">
                    <a:moveTo>
                      <a:pt x="0" y="0"/>
                    </a:moveTo>
                    <a:lnTo>
                      <a:pt x="286322" y="0"/>
                    </a:lnTo>
                    <a:lnTo>
                      <a:pt x="286322" y="261461"/>
                    </a:lnTo>
                    <a:lnTo>
                      <a:pt x="0" y="261461"/>
                    </a:lnTo>
                    <a:close/>
                  </a:path>
                </a:pathLst>
              </a:custGeom>
              <a:solidFill>
                <a:schemeClr val="accent6"/>
              </a:solidFill>
              <a:ln w="0" cap="flat">
                <a:noFill/>
                <a:prstDash val="solid"/>
                <a:miter/>
              </a:ln>
            </p:spPr>
            <p:txBody>
              <a:bodyPr rtlCol="0" anchor="ctr"/>
              <a:lstStyle/>
              <a:p>
                <a:endParaRPr lang="en-IN"/>
              </a:p>
            </p:txBody>
          </p:sp>
          <p:sp>
            <p:nvSpPr>
              <p:cNvPr id="1213" name="Freeform: Shape 1212">
                <a:extLst>
                  <a:ext uri="{FF2B5EF4-FFF2-40B4-BE49-F238E27FC236}">
                    <a16:creationId xmlns:a16="http://schemas.microsoft.com/office/drawing/2014/main" id="{7835EE7E-4751-6B83-587D-69E58DCCD599}"/>
                  </a:ext>
                </a:extLst>
              </p:cNvPr>
              <p:cNvSpPr/>
              <p:nvPr/>
            </p:nvSpPr>
            <p:spPr>
              <a:xfrm>
                <a:off x="9053158" y="3077485"/>
                <a:ext cx="273724" cy="274873"/>
              </a:xfrm>
              <a:custGeom>
                <a:avLst/>
                <a:gdLst>
                  <a:gd name="connsiteX0" fmla="*/ 282892 w 317944"/>
                  <a:gd name="connsiteY0" fmla="*/ 319278 h 319278"/>
                  <a:gd name="connsiteX1" fmla="*/ 0 w 317944"/>
                  <a:gd name="connsiteY1" fmla="*/ 35243 h 319278"/>
                  <a:gd name="connsiteX2" fmla="*/ 35052 w 317944"/>
                  <a:gd name="connsiteY2" fmla="*/ 0 h 319278"/>
                  <a:gd name="connsiteX3" fmla="*/ 317945 w 317944"/>
                  <a:gd name="connsiteY3" fmla="*/ 284036 h 319278"/>
                  <a:gd name="connsiteX4" fmla="*/ 282892 w 317944"/>
                  <a:gd name="connsiteY4" fmla="*/ 319278 h 319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944" h="319278">
                    <a:moveTo>
                      <a:pt x="282892" y="319278"/>
                    </a:moveTo>
                    <a:lnTo>
                      <a:pt x="0" y="35243"/>
                    </a:lnTo>
                    <a:lnTo>
                      <a:pt x="35052" y="0"/>
                    </a:lnTo>
                    <a:lnTo>
                      <a:pt x="317945" y="284036"/>
                    </a:lnTo>
                    <a:lnTo>
                      <a:pt x="282892" y="319278"/>
                    </a:lnTo>
                    <a:close/>
                  </a:path>
                </a:pathLst>
              </a:custGeom>
              <a:solidFill>
                <a:schemeClr val="accent6">
                  <a:lumMod val="50000"/>
                </a:schemeClr>
              </a:solidFill>
              <a:ln w="0" cap="flat">
                <a:noFill/>
                <a:prstDash val="solid"/>
                <a:miter/>
              </a:ln>
            </p:spPr>
            <p:txBody>
              <a:bodyPr rtlCol="0" anchor="ctr"/>
              <a:lstStyle/>
              <a:p>
                <a:endParaRPr lang="en-IN"/>
              </a:p>
            </p:txBody>
          </p:sp>
          <p:sp>
            <p:nvSpPr>
              <p:cNvPr id="1214" name="Freeform: Shape 1213">
                <a:extLst>
                  <a:ext uri="{FF2B5EF4-FFF2-40B4-BE49-F238E27FC236}">
                    <a16:creationId xmlns:a16="http://schemas.microsoft.com/office/drawing/2014/main" id="{09F8C4EE-E2D1-AF61-D181-4CE95F2D5A14}"/>
                  </a:ext>
                </a:extLst>
              </p:cNvPr>
              <p:cNvSpPr/>
              <p:nvPr/>
            </p:nvSpPr>
            <p:spPr>
              <a:xfrm>
                <a:off x="9057259" y="3073467"/>
                <a:ext cx="273642" cy="274873"/>
              </a:xfrm>
              <a:custGeom>
                <a:avLst/>
                <a:gdLst>
                  <a:gd name="connsiteX0" fmla="*/ 35052 w 317849"/>
                  <a:gd name="connsiteY0" fmla="*/ 319278 h 319278"/>
                  <a:gd name="connsiteX1" fmla="*/ 317849 w 317849"/>
                  <a:gd name="connsiteY1" fmla="*/ 35243 h 319278"/>
                  <a:gd name="connsiteX2" fmla="*/ 282797 w 317849"/>
                  <a:gd name="connsiteY2" fmla="*/ 0 h 319278"/>
                  <a:gd name="connsiteX3" fmla="*/ 0 w 317849"/>
                  <a:gd name="connsiteY3" fmla="*/ 284036 h 319278"/>
                  <a:gd name="connsiteX4" fmla="*/ 35052 w 317849"/>
                  <a:gd name="connsiteY4" fmla="*/ 319278 h 319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849" h="319278">
                    <a:moveTo>
                      <a:pt x="35052" y="319278"/>
                    </a:moveTo>
                    <a:lnTo>
                      <a:pt x="317849" y="35243"/>
                    </a:lnTo>
                    <a:lnTo>
                      <a:pt x="282797" y="0"/>
                    </a:lnTo>
                    <a:lnTo>
                      <a:pt x="0" y="284036"/>
                    </a:lnTo>
                    <a:lnTo>
                      <a:pt x="35052" y="319278"/>
                    </a:lnTo>
                    <a:close/>
                  </a:path>
                </a:pathLst>
              </a:custGeom>
              <a:solidFill>
                <a:schemeClr val="accent6">
                  <a:lumMod val="50000"/>
                </a:schemeClr>
              </a:solidFill>
              <a:ln w="0" cap="flat">
                <a:noFill/>
                <a:prstDash val="solid"/>
                <a:miter/>
              </a:ln>
            </p:spPr>
            <p:txBody>
              <a:bodyPr rtlCol="0" anchor="ctr"/>
              <a:lstStyle/>
              <a:p>
                <a:endParaRPr lang="en-IN"/>
              </a:p>
            </p:txBody>
          </p:sp>
          <p:grpSp>
            <p:nvGrpSpPr>
              <p:cNvPr id="1218" name="Group 1217">
                <a:extLst>
                  <a:ext uri="{FF2B5EF4-FFF2-40B4-BE49-F238E27FC236}">
                    <a16:creationId xmlns:a16="http://schemas.microsoft.com/office/drawing/2014/main" id="{4E8934CE-F66F-6BA9-4C71-9E160A76461F}"/>
                  </a:ext>
                </a:extLst>
              </p:cNvPr>
              <p:cNvGrpSpPr/>
              <p:nvPr/>
            </p:nvGrpSpPr>
            <p:grpSpPr>
              <a:xfrm>
                <a:off x="9317987" y="3635103"/>
                <a:ext cx="610016" cy="553680"/>
                <a:chOff x="3229911" y="1805116"/>
                <a:chExt cx="708564" cy="643127"/>
              </a:xfrm>
            </p:grpSpPr>
            <p:sp>
              <p:nvSpPr>
                <p:cNvPr id="1219" name="Freeform: Shape 1218">
                  <a:extLst>
                    <a:ext uri="{FF2B5EF4-FFF2-40B4-BE49-F238E27FC236}">
                      <a16:creationId xmlns:a16="http://schemas.microsoft.com/office/drawing/2014/main" id="{7765C518-1B63-B899-6465-BC232DF89D78}"/>
                    </a:ext>
                  </a:extLst>
                </p:cNvPr>
                <p:cNvSpPr/>
                <p:nvPr/>
              </p:nvSpPr>
              <p:spPr>
                <a:xfrm>
                  <a:off x="3274012" y="1866361"/>
                  <a:ext cx="620267" cy="581882"/>
                </a:xfrm>
                <a:custGeom>
                  <a:avLst/>
                  <a:gdLst>
                    <a:gd name="connsiteX0" fmla="*/ 620268 w 620267"/>
                    <a:gd name="connsiteY0" fmla="*/ 53150 h 581882"/>
                    <a:gd name="connsiteX1" fmla="*/ 620268 w 620267"/>
                    <a:gd name="connsiteY1" fmla="*/ 581882 h 581882"/>
                    <a:gd name="connsiteX2" fmla="*/ 0 w 620267"/>
                    <a:gd name="connsiteY2" fmla="*/ 581882 h 581882"/>
                    <a:gd name="connsiteX3" fmla="*/ 0 w 620267"/>
                    <a:gd name="connsiteY3" fmla="*/ 53150 h 581882"/>
                    <a:gd name="connsiteX4" fmla="*/ 43434 w 620267"/>
                    <a:gd name="connsiteY4" fmla="*/ 0 h 581882"/>
                    <a:gd name="connsiteX5" fmla="*/ 576739 w 620267"/>
                    <a:gd name="connsiteY5" fmla="*/ 0 h 581882"/>
                    <a:gd name="connsiteX6" fmla="*/ 620173 w 620267"/>
                    <a:gd name="connsiteY6" fmla="*/ 53150 h 581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267" h="581882">
                      <a:moveTo>
                        <a:pt x="620268" y="53150"/>
                      </a:moveTo>
                      <a:lnTo>
                        <a:pt x="620268" y="581882"/>
                      </a:lnTo>
                      <a:lnTo>
                        <a:pt x="0" y="581882"/>
                      </a:lnTo>
                      <a:lnTo>
                        <a:pt x="0" y="53150"/>
                      </a:lnTo>
                      <a:cubicBezTo>
                        <a:pt x="0" y="23813"/>
                        <a:pt x="19431" y="0"/>
                        <a:pt x="43434" y="0"/>
                      </a:cubicBezTo>
                      <a:lnTo>
                        <a:pt x="576739" y="0"/>
                      </a:lnTo>
                      <a:cubicBezTo>
                        <a:pt x="600742" y="0"/>
                        <a:pt x="620173" y="23813"/>
                        <a:pt x="620173" y="53150"/>
                      </a:cubicBezTo>
                      <a:close/>
                    </a:path>
                  </a:pathLst>
                </a:custGeom>
                <a:solidFill>
                  <a:schemeClr val="accent5">
                    <a:lumMod val="40000"/>
                    <a:lumOff val="60000"/>
                  </a:schemeClr>
                </a:solidFill>
                <a:ln w="0" cap="flat">
                  <a:noFill/>
                  <a:prstDash val="solid"/>
                  <a:miter/>
                </a:ln>
              </p:spPr>
              <p:txBody>
                <a:bodyPr rtlCol="0" anchor="ctr"/>
                <a:lstStyle/>
                <a:p>
                  <a:endParaRPr lang="en-IN"/>
                </a:p>
              </p:txBody>
            </p:sp>
            <p:sp>
              <p:nvSpPr>
                <p:cNvPr id="1220" name="Freeform: Shape 1219">
                  <a:extLst>
                    <a:ext uri="{FF2B5EF4-FFF2-40B4-BE49-F238E27FC236}">
                      <a16:creationId xmlns:a16="http://schemas.microsoft.com/office/drawing/2014/main" id="{270E916E-7344-2EA8-3F94-C9543A5957D7}"/>
                    </a:ext>
                  </a:extLst>
                </p:cNvPr>
                <p:cNvSpPr/>
                <p:nvPr/>
              </p:nvSpPr>
              <p:spPr>
                <a:xfrm>
                  <a:off x="3456892" y="2018140"/>
                  <a:ext cx="437483" cy="286466"/>
                </a:xfrm>
                <a:custGeom>
                  <a:avLst/>
                  <a:gdLst>
                    <a:gd name="connsiteX0" fmla="*/ 437388 w 437483"/>
                    <a:gd name="connsiteY0" fmla="*/ 20243 h 286466"/>
                    <a:gd name="connsiteX1" fmla="*/ 437388 w 437483"/>
                    <a:gd name="connsiteY1" fmla="*/ 286467 h 286466"/>
                    <a:gd name="connsiteX2" fmla="*/ 252413 w 437483"/>
                    <a:gd name="connsiteY2" fmla="*/ 280752 h 286466"/>
                    <a:gd name="connsiteX3" fmla="*/ 218980 w 437483"/>
                    <a:gd name="connsiteY3" fmla="*/ 258654 h 286466"/>
                    <a:gd name="connsiteX4" fmla="*/ 218980 w 437483"/>
                    <a:gd name="connsiteY4" fmla="*/ 258654 h 286466"/>
                    <a:gd name="connsiteX5" fmla="*/ 0 w 437483"/>
                    <a:gd name="connsiteY5" fmla="*/ 113683 h 286466"/>
                    <a:gd name="connsiteX6" fmla="*/ 10287 w 437483"/>
                    <a:gd name="connsiteY6" fmla="*/ 99491 h 286466"/>
                    <a:gd name="connsiteX7" fmla="*/ 125540 w 437483"/>
                    <a:gd name="connsiteY7" fmla="*/ 26625 h 286466"/>
                    <a:gd name="connsiteX8" fmla="*/ 214598 w 437483"/>
                    <a:gd name="connsiteY8" fmla="*/ 33102 h 286466"/>
                    <a:gd name="connsiteX9" fmla="*/ 304229 w 437483"/>
                    <a:gd name="connsiteY9" fmla="*/ 4812 h 286466"/>
                    <a:gd name="connsiteX10" fmla="*/ 370904 w 437483"/>
                    <a:gd name="connsiteY10" fmla="*/ 50628 h 286466"/>
                    <a:gd name="connsiteX11" fmla="*/ 437483 w 437483"/>
                    <a:gd name="connsiteY11" fmla="*/ 20243 h 28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483" h="286466">
                      <a:moveTo>
                        <a:pt x="437388" y="20243"/>
                      </a:moveTo>
                      <a:lnTo>
                        <a:pt x="437388" y="286467"/>
                      </a:lnTo>
                      <a:cubicBezTo>
                        <a:pt x="348139" y="283990"/>
                        <a:pt x="252413" y="280752"/>
                        <a:pt x="252413" y="280752"/>
                      </a:cubicBezTo>
                      <a:lnTo>
                        <a:pt x="218980" y="258654"/>
                      </a:lnTo>
                      <a:lnTo>
                        <a:pt x="218980" y="258654"/>
                      </a:lnTo>
                      <a:lnTo>
                        <a:pt x="0" y="113683"/>
                      </a:lnTo>
                      <a:cubicBezTo>
                        <a:pt x="0" y="113683"/>
                        <a:pt x="3619" y="107968"/>
                        <a:pt x="10287" y="99491"/>
                      </a:cubicBezTo>
                      <a:cubicBezTo>
                        <a:pt x="29623" y="74535"/>
                        <a:pt x="74390" y="25482"/>
                        <a:pt x="125540" y="26625"/>
                      </a:cubicBezTo>
                      <a:cubicBezTo>
                        <a:pt x="194119" y="28149"/>
                        <a:pt x="177546" y="39960"/>
                        <a:pt x="214598" y="33102"/>
                      </a:cubicBezTo>
                      <a:cubicBezTo>
                        <a:pt x="251650" y="26148"/>
                        <a:pt x="264223" y="-13571"/>
                        <a:pt x="304229" y="4812"/>
                      </a:cubicBezTo>
                      <a:cubicBezTo>
                        <a:pt x="344234" y="23100"/>
                        <a:pt x="342519" y="44532"/>
                        <a:pt x="370904" y="50628"/>
                      </a:cubicBezTo>
                      <a:cubicBezTo>
                        <a:pt x="385286" y="53676"/>
                        <a:pt x="410146" y="33673"/>
                        <a:pt x="437483" y="20243"/>
                      </a:cubicBezTo>
                      <a:close/>
                    </a:path>
                  </a:pathLst>
                </a:custGeom>
                <a:solidFill>
                  <a:schemeClr val="accent2"/>
                </a:solidFill>
                <a:ln w="0" cap="flat">
                  <a:noFill/>
                  <a:prstDash val="solid"/>
                  <a:miter/>
                </a:ln>
              </p:spPr>
              <p:txBody>
                <a:bodyPr rtlCol="0" anchor="ctr"/>
                <a:lstStyle/>
                <a:p>
                  <a:endParaRPr lang="en-IN"/>
                </a:p>
              </p:txBody>
            </p:sp>
            <p:sp>
              <p:nvSpPr>
                <p:cNvPr id="1221" name="Freeform: Shape 1220">
                  <a:extLst>
                    <a:ext uri="{FF2B5EF4-FFF2-40B4-BE49-F238E27FC236}">
                      <a16:creationId xmlns:a16="http://schemas.microsoft.com/office/drawing/2014/main" id="{2A01BABA-6B8B-75A3-02FE-7FEBB75CBD85}"/>
                    </a:ext>
                  </a:extLst>
                </p:cNvPr>
                <p:cNvSpPr/>
                <p:nvPr/>
              </p:nvSpPr>
              <p:spPr>
                <a:xfrm>
                  <a:off x="3274107" y="2051325"/>
                  <a:ext cx="425165" cy="246900"/>
                </a:xfrm>
                <a:custGeom>
                  <a:avLst/>
                  <a:gdLst>
                    <a:gd name="connsiteX0" fmla="*/ 414147 w 425165"/>
                    <a:gd name="connsiteY0" fmla="*/ 158032 h 246900"/>
                    <a:gd name="connsiteX1" fmla="*/ 421672 w 425165"/>
                    <a:gd name="connsiteY1" fmla="*/ 232613 h 246900"/>
                    <a:gd name="connsiteX2" fmla="*/ 401860 w 425165"/>
                    <a:gd name="connsiteY2" fmla="*/ 225564 h 246900"/>
                    <a:gd name="connsiteX3" fmla="*/ 0 w 425165"/>
                    <a:gd name="connsiteY3" fmla="*/ 246900 h 246900"/>
                    <a:gd name="connsiteX4" fmla="*/ 0 w 425165"/>
                    <a:gd name="connsiteY4" fmla="*/ 2394 h 246900"/>
                    <a:gd name="connsiteX5" fmla="*/ 101537 w 425165"/>
                    <a:gd name="connsiteY5" fmla="*/ 18586 h 246900"/>
                    <a:gd name="connsiteX6" fmla="*/ 171926 w 425165"/>
                    <a:gd name="connsiteY6" fmla="*/ 67449 h 246900"/>
                    <a:gd name="connsiteX7" fmla="*/ 193072 w 425165"/>
                    <a:gd name="connsiteY7" fmla="*/ 66497 h 246900"/>
                    <a:gd name="connsiteX8" fmla="*/ 313277 w 425165"/>
                    <a:gd name="connsiteY8" fmla="*/ 75546 h 246900"/>
                    <a:gd name="connsiteX9" fmla="*/ 414147 w 425165"/>
                    <a:gd name="connsiteY9" fmla="*/ 158127 h 24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165" h="246900">
                      <a:moveTo>
                        <a:pt x="414147" y="158032"/>
                      </a:moveTo>
                      <a:cubicBezTo>
                        <a:pt x="433292" y="192703"/>
                        <a:pt x="421672" y="232613"/>
                        <a:pt x="421672" y="232613"/>
                      </a:cubicBezTo>
                      <a:lnTo>
                        <a:pt x="401860" y="225564"/>
                      </a:lnTo>
                      <a:lnTo>
                        <a:pt x="0" y="246900"/>
                      </a:lnTo>
                      <a:lnTo>
                        <a:pt x="0" y="2394"/>
                      </a:lnTo>
                      <a:cubicBezTo>
                        <a:pt x="23813" y="-1131"/>
                        <a:pt x="69818" y="-3988"/>
                        <a:pt x="101537" y="18586"/>
                      </a:cubicBezTo>
                      <a:cubicBezTo>
                        <a:pt x="146114" y="50114"/>
                        <a:pt x="126111" y="64401"/>
                        <a:pt x="171926" y="67449"/>
                      </a:cubicBezTo>
                      <a:cubicBezTo>
                        <a:pt x="178880" y="67926"/>
                        <a:pt x="186023" y="67449"/>
                        <a:pt x="193072" y="66497"/>
                      </a:cubicBezTo>
                      <a:cubicBezTo>
                        <a:pt x="232982" y="61163"/>
                        <a:pt x="275177" y="40208"/>
                        <a:pt x="313277" y="75546"/>
                      </a:cubicBezTo>
                      <a:cubicBezTo>
                        <a:pt x="341376" y="101549"/>
                        <a:pt x="400145" y="132886"/>
                        <a:pt x="414147" y="158127"/>
                      </a:cubicBezTo>
                      <a:close/>
                    </a:path>
                  </a:pathLst>
                </a:custGeom>
                <a:solidFill>
                  <a:schemeClr val="accent3"/>
                </a:solidFill>
                <a:ln w="0" cap="flat">
                  <a:noFill/>
                  <a:prstDash val="solid"/>
                  <a:miter/>
                </a:ln>
              </p:spPr>
              <p:txBody>
                <a:bodyPr rtlCol="0" anchor="ctr"/>
                <a:lstStyle/>
                <a:p>
                  <a:endParaRPr lang="en-IN"/>
                </a:p>
              </p:txBody>
            </p:sp>
            <p:sp>
              <p:nvSpPr>
                <p:cNvPr id="1222" name="Freeform: Shape 1221">
                  <a:extLst>
                    <a:ext uri="{FF2B5EF4-FFF2-40B4-BE49-F238E27FC236}">
                      <a16:creationId xmlns:a16="http://schemas.microsoft.com/office/drawing/2014/main" id="{F629C39D-A06B-349A-BF71-90BF2B3BA21C}"/>
                    </a:ext>
                  </a:extLst>
                </p:cNvPr>
                <p:cNvSpPr/>
                <p:nvPr/>
              </p:nvSpPr>
              <p:spPr>
                <a:xfrm>
                  <a:off x="3325714" y="2228975"/>
                  <a:ext cx="15372" cy="22105"/>
                </a:xfrm>
                <a:custGeom>
                  <a:avLst/>
                  <a:gdLst>
                    <a:gd name="connsiteX0" fmla="*/ 14878 w 15372"/>
                    <a:gd name="connsiteY0" fmla="*/ 14386 h 22105"/>
                    <a:gd name="connsiteX1" fmla="*/ 7829 w 15372"/>
                    <a:gd name="connsiteY1" fmla="*/ 2575 h 22105"/>
                    <a:gd name="connsiteX2" fmla="*/ 5257 w 15372"/>
                    <a:gd name="connsiteY2" fmla="*/ 194 h 22105"/>
                    <a:gd name="connsiteX3" fmla="*/ 2019 w 15372"/>
                    <a:gd name="connsiteY3" fmla="*/ 670 h 22105"/>
                    <a:gd name="connsiteX4" fmla="*/ 114 w 15372"/>
                    <a:gd name="connsiteY4" fmla="*/ 3718 h 22105"/>
                    <a:gd name="connsiteX5" fmla="*/ 495 w 15372"/>
                    <a:gd name="connsiteY5" fmla="*/ 7719 h 22105"/>
                    <a:gd name="connsiteX6" fmla="*/ 7543 w 15372"/>
                    <a:gd name="connsiteY6" fmla="*/ 19530 h 22105"/>
                    <a:gd name="connsiteX7" fmla="*/ 10115 w 15372"/>
                    <a:gd name="connsiteY7" fmla="*/ 21911 h 22105"/>
                    <a:gd name="connsiteX8" fmla="*/ 13354 w 15372"/>
                    <a:gd name="connsiteY8" fmla="*/ 21435 h 22105"/>
                    <a:gd name="connsiteX9" fmla="*/ 15259 w 15372"/>
                    <a:gd name="connsiteY9" fmla="*/ 18387 h 22105"/>
                    <a:gd name="connsiteX10" fmla="*/ 14878 w 15372"/>
                    <a:gd name="connsiteY10" fmla="*/ 14386 h 22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72" h="22105">
                      <a:moveTo>
                        <a:pt x="14878" y="14386"/>
                      </a:moveTo>
                      <a:cubicBezTo>
                        <a:pt x="12496" y="10481"/>
                        <a:pt x="10210" y="6576"/>
                        <a:pt x="7829" y="2575"/>
                      </a:cubicBezTo>
                      <a:cubicBezTo>
                        <a:pt x="7162" y="1432"/>
                        <a:pt x="6400" y="575"/>
                        <a:pt x="5257" y="194"/>
                      </a:cubicBezTo>
                      <a:cubicBezTo>
                        <a:pt x="4210" y="-187"/>
                        <a:pt x="2876" y="4"/>
                        <a:pt x="2019" y="670"/>
                      </a:cubicBezTo>
                      <a:cubicBezTo>
                        <a:pt x="1162" y="1337"/>
                        <a:pt x="304" y="2480"/>
                        <a:pt x="114" y="3718"/>
                      </a:cubicBezTo>
                      <a:cubicBezTo>
                        <a:pt x="-77" y="4957"/>
                        <a:pt x="-77" y="6576"/>
                        <a:pt x="495" y="7719"/>
                      </a:cubicBezTo>
                      <a:lnTo>
                        <a:pt x="7543" y="19530"/>
                      </a:lnTo>
                      <a:cubicBezTo>
                        <a:pt x="8210" y="20673"/>
                        <a:pt x="8972" y="21530"/>
                        <a:pt x="10115" y="21911"/>
                      </a:cubicBezTo>
                      <a:cubicBezTo>
                        <a:pt x="11163" y="22292"/>
                        <a:pt x="12496" y="22102"/>
                        <a:pt x="13354" y="21435"/>
                      </a:cubicBezTo>
                      <a:cubicBezTo>
                        <a:pt x="14211" y="20768"/>
                        <a:pt x="15068" y="19625"/>
                        <a:pt x="15259" y="18387"/>
                      </a:cubicBezTo>
                      <a:cubicBezTo>
                        <a:pt x="15449" y="17149"/>
                        <a:pt x="15449" y="15529"/>
                        <a:pt x="14878" y="14386"/>
                      </a:cubicBezTo>
                      <a:close/>
                    </a:path>
                  </a:pathLst>
                </a:custGeom>
                <a:solidFill>
                  <a:srgbClr val="F7D488"/>
                </a:solidFill>
                <a:ln w="0" cap="flat">
                  <a:noFill/>
                  <a:prstDash val="solid"/>
                  <a:miter/>
                </a:ln>
              </p:spPr>
              <p:txBody>
                <a:bodyPr rtlCol="0" anchor="ctr"/>
                <a:lstStyle/>
                <a:p>
                  <a:endParaRPr lang="en-IN"/>
                </a:p>
              </p:txBody>
            </p:sp>
            <p:sp>
              <p:nvSpPr>
                <p:cNvPr id="1223" name="Freeform: Shape 1222">
                  <a:extLst>
                    <a:ext uri="{FF2B5EF4-FFF2-40B4-BE49-F238E27FC236}">
                      <a16:creationId xmlns:a16="http://schemas.microsoft.com/office/drawing/2014/main" id="{C1FB49C7-AFDB-46E9-B431-9F4380AE1F29}"/>
                    </a:ext>
                  </a:extLst>
                </p:cNvPr>
                <p:cNvSpPr/>
                <p:nvPr/>
              </p:nvSpPr>
              <p:spPr>
                <a:xfrm>
                  <a:off x="3287286" y="2043330"/>
                  <a:ext cx="603435" cy="195107"/>
                </a:xfrm>
                <a:custGeom>
                  <a:avLst/>
                  <a:gdLst>
                    <a:gd name="connsiteX0" fmla="*/ 200276 w 603435"/>
                    <a:gd name="connsiteY0" fmla="*/ 181457 h 195107"/>
                    <a:gd name="connsiteX1" fmla="*/ 212754 w 603435"/>
                    <a:gd name="connsiteY1" fmla="*/ 184982 h 195107"/>
                    <a:gd name="connsiteX2" fmla="*/ 215707 w 603435"/>
                    <a:gd name="connsiteY2" fmla="*/ 191363 h 195107"/>
                    <a:gd name="connsiteX3" fmla="*/ 210468 w 603435"/>
                    <a:gd name="connsiteY3" fmla="*/ 194983 h 195107"/>
                    <a:gd name="connsiteX4" fmla="*/ 197990 w 603435"/>
                    <a:gd name="connsiteY4" fmla="*/ 191459 h 195107"/>
                    <a:gd name="connsiteX5" fmla="*/ 195038 w 603435"/>
                    <a:gd name="connsiteY5" fmla="*/ 185077 h 195107"/>
                    <a:gd name="connsiteX6" fmla="*/ 200276 w 603435"/>
                    <a:gd name="connsiteY6" fmla="*/ 181457 h 195107"/>
                    <a:gd name="connsiteX7" fmla="*/ 562417 w 603435"/>
                    <a:gd name="connsiteY7" fmla="*/ 178981 h 195107"/>
                    <a:gd name="connsiteX8" fmla="*/ 564989 w 603435"/>
                    <a:gd name="connsiteY8" fmla="*/ 181362 h 195107"/>
                    <a:gd name="connsiteX9" fmla="*/ 565370 w 603435"/>
                    <a:gd name="connsiteY9" fmla="*/ 185363 h 195107"/>
                    <a:gd name="connsiteX10" fmla="*/ 563465 w 603435"/>
                    <a:gd name="connsiteY10" fmla="*/ 188411 h 195107"/>
                    <a:gd name="connsiteX11" fmla="*/ 556797 w 603435"/>
                    <a:gd name="connsiteY11" fmla="*/ 193935 h 195107"/>
                    <a:gd name="connsiteX12" fmla="*/ 553559 w 603435"/>
                    <a:gd name="connsiteY12" fmla="*/ 194411 h 195107"/>
                    <a:gd name="connsiteX13" fmla="*/ 550987 w 603435"/>
                    <a:gd name="connsiteY13" fmla="*/ 192030 h 195107"/>
                    <a:gd name="connsiteX14" fmla="*/ 550606 w 603435"/>
                    <a:gd name="connsiteY14" fmla="*/ 188030 h 195107"/>
                    <a:gd name="connsiteX15" fmla="*/ 552511 w 603435"/>
                    <a:gd name="connsiteY15" fmla="*/ 184982 h 195107"/>
                    <a:gd name="connsiteX16" fmla="*/ 559179 w 603435"/>
                    <a:gd name="connsiteY16" fmla="*/ 179457 h 195107"/>
                    <a:gd name="connsiteX17" fmla="*/ 562417 w 603435"/>
                    <a:gd name="connsiteY17" fmla="*/ 178981 h 195107"/>
                    <a:gd name="connsiteX18" fmla="*/ 125600 w 603435"/>
                    <a:gd name="connsiteY18" fmla="*/ 178790 h 195107"/>
                    <a:gd name="connsiteX19" fmla="*/ 127315 w 603435"/>
                    <a:gd name="connsiteY19" fmla="*/ 178790 h 195107"/>
                    <a:gd name="connsiteX20" fmla="*/ 131887 w 603435"/>
                    <a:gd name="connsiteY20" fmla="*/ 180314 h 195107"/>
                    <a:gd name="connsiteX21" fmla="*/ 134459 w 603435"/>
                    <a:gd name="connsiteY21" fmla="*/ 182696 h 195107"/>
                    <a:gd name="connsiteX22" fmla="*/ 134363 w 603435"/>
                    <a:gd name="connsiteY22" fmla="*/ 182696 h 195107"/>
                    <a:gd name="connsiteX23" fmla="*/ 134935 w 603435"/>
                    <a:gd name="connsiteY23" fmla="*/ 185267 h 195107"/>
                    <a:gd name="connsiteX24" fmla="*/ 134745 w 603435"/>
                    <a:gd name="connsiteY24" fmla="*/ 186601 h 195107"/>
                    <a:gd name="connsiteX25" fmla="*/ 133982 w 603435"/>
                    <a:gd name="connsiteY25" fmla="*/ 188315 h 195107"/>
                    <a:gd name="connsiteX26" fmla="*/ 132839 w 603435"/>
                    <a:gd name="connsiteY26" fmla="*/ 189649 h 195107"/>
                    <a:gd name="connsiteX27" fmla="*/ 131315 w 603435"/>
                    <a:gd name="connsiteY27" fmla="*/ 190220 h 195107"/>
                    <a:gd name="connsiteX28" fmla="*/ 129601 w 603435"/>
                    <a:gd name="connsiteY28" fmla="*/ 190220 h 195107"/>
                    <a:gd name="connsiteX29" fmla="*/ 125029 w 603435"/>
                    <a:gd name="connsiteY29" fmla="*/ 188696 h 195107"/>
                    <a:gd name="connsiteX30" fmla="*/ 122552 w 603435"/>
                    <a:gd name="connsiteY30" fmla="*/ 186315 h 195107"/>
                    <a:gd name="connsiteX31" fmla="*/ 121981 w 603435"/>
                    <a:gd name="connsiteY31" fmla="*/ 183743 h 195107"/>
                    <a:gd name="connsiteX32" fmla="*/ 122172 w 603435"/>
                    <a:gd name="connsiteY32" fmla="*/ 182410 h 195107"/>
                    <a:gd name="connsiteX33" fmla="*/ 122933 w 603435"/>
                    <a:gd name="connsiteY33" fmla="*/ 180695 h 195107"/>
                    <a:gd name="connsiteX34" fmla="*/ 124076 w 603435"/>
                    <a:gd name="connsiteY34" fmla="*/ 179362 h 195107"/>
                    <a:gd name="connsiteX35" fmla="*/ 125600 w 603435"/>
                    <a:gd name="connsiteY35" fmla="*/ 178790 h 195107"/>
                    <a:gd name="connsiteX36" fmla="*/ 437926 w 603435"/>
                    <a:gd name="connsiteY36" fmla="*/ 178600 h 195107"/>
                    <a:gd name="connsiteX37" fmla="*/ 439069 w 603435"/>
                    <a:gd name="connsiteY37" fmla="*/ 178791 h 195107"/>
                    <a:gd name="connsiteX38" fmla="*/ 440497 w 603435"/>
                    <a:gd name="connsiteY38" fmla="*/ 179743 h 195107"/>
                    <a:gd name="connsiteX39" fmla="*/ 441545 w 603435"/>
                    <a:gd name="connsiteY39" fmla="*/ 181172 h 195107"/>
                    <a:gd name="connsiteX40" fmla="*/ 442021 w 603435"/>
                    <a:gd name="connsiteY40" fmla="*/ 183077 h 195107"/>
                    <a:gd name="connsiteX41" fmla="*/ 442021 w 603435"/>
                    <a:gd name="connsiteY41" fmla="*/ 185172 h 195107"/>
                    <a:gd name="connsiteX42" fmla="*/ 441164 w 603435"/>
                    <a:gd name="connsiteY42" fmla="*/ 189744 h 195107"/>
                    <a:gd name="connsiteX43" fmla="*/ 440116 w 603435"/>
                    <a:gd name="connsiteY43" fmla="*/ 192030 h 195107"/>
                    <a:gd name="connsiteX44" fmla="*/ 439259 w 603435"/>
                    <a:gd name="connsiteY44" fmla="*/ 192792 h 195107"/>
                    <a:gd name="connsiteX45" fmla="*/ 437164 w 603435"/>
                    <a:gd name="connsiteY45" fmla="*/ 193459 h 195107"/>
                    <a:gd name="connsiteX46" fmla="*/ 436021 w 603435"/>
                    <a:gd name="connsiteY46" fmla="*/ 193269 h 195107"/>
                    <a:gd name="connsiteX47" fmla="*/ 434592 w 603435"/>
                    <a:gd name="connsiteY47" fmla="*/ 192316 h 195107"/>
                    <a:gd name="connsiteX48" fmla="*/ 433544 w 603435"/>
                    <a:gd name="connsiteY48" fmla="*/ 190887 h 195107"/>
                    <a:gd name="connsiteX49" fmla="*/ 433068 w 603435"/>
                    <a:gd name="connsiteY49" fmla="*/ 188982 h 195107"/>
                    <a:gd name="connsiteX50" fmla="*/ 433068 w 603435"/>
                    <a:gd name="connsiteY50" fmla="*/ 186887 h 195107"/>
                    <a:gd name="connsiteX51" fmla="*/ 433925 w 603435"/>
                    <a:gd name="connsiteY51" fmla="*/ 182315 h 195107"/>
                    <a:gd name="connsiteX52" fmla="*/ 434973 w 603435"/>
                    <a:gd name="connsiteY52" fmla="*/ 180029 h 195107"/>
                    <a:gd name="connsiteX53" fmla="*/ 435830 w 603435"/>
                    <a:gd name="connsiteY53" fmla="*/ 179267 h 195107"/>
                    <a:gd name="connsiteX54" fmla="*/ 437926 w 603435"/>
                    <a:gd name="connsiteY54" fmla="*/ 178600 h 195107"/>
                    <a:gd name="connsiteX55" fmla="*/ 246473 w 603435"/>
                    <a:gd name="connsiteY55" fmla="*/ 165455 h 195107"/>
                    <a:gd name="connsiteX56" fmla="*/ 248188 w 603435"/>
                    <a:gd name="connsiteY56" fmla="*/ 165455 h 195107"/>
                    <a:gd name="connsiteX57" fmla="*/ 249712 w 603435"/>
                    <a:gd name="connsiteY57" fmla="*/ 166027 h 195107"/>
                    <a:gd name="connsiteX58" fmla="*/ 255522 w 603435"/>
                    <a:gd name="connsiteY58" fmla="*/ 169074 h 195107"/>
                    <a:gd name="connsiteX59" fmla="*/ 257046 w 603435"/>
                    <a:gd name="connsiteY59" fmla="*/ 170884 h 195107"/>
                    <a:gd name="connsiteX60" fmla="*/ 257427 w 603435"/>
                    <a:gd name="connsiteY60" fmla="*/ 172123 h 195107"/>
                    <a:gd name="connsiteX61" fmla="*/ 257046 w 603435"/>
                    <a:gd name="connsiteY61" fmla="*/ 176123 h 195107"/>
                    <a:gd name="connsiteX62" fmla="*/ 255998 w 603435"/>
                    <a:gd name="connsiteY62" fmla="*/ 177552 h 195107"/>
                    <a:gd name="connsiteX63" fmla="*/ 254569 w 603435"/>
                    <a:gd name="connsiteY63" fmla="*/ 178504 h 195107"/>
                    <a:gd name="connsiteX64" fmla="*/ 252855 w 603435"/>
                    <a:gd name="connsiteY64" fmla="*/ 178504 h 195107"/>
                    <a:gd name="connsiteX65" fmla="*/ 251331 w 603435"/>
                    <a:gd name="connsiteY65" fmla="*/ 177933 h 195107"/>
                    <a:gd name="connsiteX66" fmla="*/ 245521 w 603435"/>
                    <a:gd name="connsiteY66" fmla="*/ 174885 h 195107"/>
                    <a:gd name="connsiteX67" fmla="*/ 243997 w 603435"/>
                    <a:gd name="connsiteY67" fmla="*/ 173075 h 195107"/>
                    <a:gd name="connsiteX68" fmla="*/ 243616 w 603435"/>
                    <a:gd name="connsiteY68" fmla="*/ 171837 h 195107"/>
                    <a:gd name="connsiteX69" fmla="*/ 243997 w 603435"/>
                    <a:gd name="connsiteY69" fmla="*/ 167836 h 195107"/>
                    <a:gd name="connsiteX70" fmla="*/ 245044 w 603435"/>
                    <a:gd name="connsiteY70" fmla="*/ 166407 h 195107"/>
                    <a:gd name="connsiteX71" fmla="*/ 246473 w 603435"/>
                    <a:gd name="connsiteY71" fmla="*/ 165455 h 195107"/>
                    <a:gd name="connsiteX72" fmla="*/ 3585 w 603435"/>
                    <a:gd name="connsiteY72" fmla="*/ 159930 h 195107"/>
                    <a:gd name="connsiteX73" fmla="*/ 5300 w 603435"/>
                    <a:gd name="connsiteY73" fmla="*/ 159930 h 195107"/>
                    <a:gd name="connsiteX74" fmla="*/ 11110 w 603435"/>
                    <a:gd name="connsiteY74" fmla="*/ 160978 h 195107"/>
                    <a:gd name="connsiteX75" fmla="*/ 13015 w 603435"/>
                    <a:gd name="connsiteY75" fmla="*/ 162312 h 195107"/>
                    <a:gd name="connsiteX76" fmla="*/ 13682 w 603435"/>
                    <a:gd name="connsiteY76" fmla="*/ 163359 h 195107"/>
                    <a:gd name="connsiteX77" fmla="*/ 13777 w 603435"/>
                    <a:gd name="connsiteY77" fmla="*/ 163359 h 195107"/>
                    <a:gd name="connsiteX78" fmla="*/ 14158 w 603435"/>
                    <a:gd name="connsiteY78" fmla="*/ 167360 h 195107"/>
                    <a:gd name="connsiteX79" fmla="*/ 13396 w 603435"/>
                    <a:gd name="connsiteY79" fmla="*/ 169074 h 195107"/>
                    <a:gd name="connsiteX80" fmla="*/ 12253 w 603435"/>
                    <a:gd name="connsiteY80" fmla="*/ 170408 h 195107"/>
                    <a:gd name="connsiteX81" fmla="*/ 10634 w 603435"/>
                    <a:gd name="connsiteY81" fmla="*/ 170979 h 195107"/>
                    <a:gd name="connsiteX82" fmla="*/ 8919 w 603435"/>
                    <a:gd name="connsiteY82" fmla="*/ 170979 h 195107"/>
                    <a:gd name="connsiteX83" fmla="*/ 3109 w 603435"/>
                    <a:gd name="connsiteY83" fmla="*/ 169932 h 195107"/>
                    <a:gd name="connsiteX84" fmla="*/ 1204 w 603435"/>
                    <a:gd name="connsiteY84" fmla="*/ 168598 h 195107"/>
                    <a:gd name="connsiteX85" fmla="*/ 537 w 603435"/>
                    <a:gd name="connsiteY85" fmla="*/ 167550 h 195107"/>
                    <a:gd name="connsiteX86" fmla="*/ 156 w 603435"/>
                    <a:gd name="connsiteY86" fmla="*/ 163550 h 195107"/>
                    <a:gd name="connsiteX87" fmla="*/ 918 w 603435"/>
                    <a:gd name="connsiteY87" fmla="*/ 161835 h 195107"/>
                    <a:gd name="connsiteX88" fmla="*/ 2061 w 603435"/>
                    <a:gd name="connsiteY88" fmla="*/ 160502 h 195107"/>
                    <a:gd name="connsiteX89" fmla="*/ 3585 w 603435"/>
                    <a:gd name="connsiteY89" fmla="*/ 159930 h 195107"/>
                    <a:gd name="connsiteX90" fmla="*/ 355820 w 603435"/>
                    <a:gd name="connsiteY90" fmla="*/ 157264 h 195107"/>
                    <a:gd name="connsiteX91" fmla="*/ 358773 w 603435"/>
                    <a:gd name="connsiteY91" fmla="*/ 158788 h 195107"/>
                    <a:gd name="connsiteX92" fmla="*/ 369536 w 603435"/>
                    <a:gd name="connsiteY92" fmla="*/ 177267 h 195107"/>
                    <a:gd name="connsiteX93" fmla="*/ 369441 w 603435"/>
                    <a:gd name="connsiteY93" fmla="*/ 177267 h 195107"/>
                    <a:gd name="connsiteX94" fmla="*/ 369060 w 603435"/>
                    <a:gd name="connsiteY94" fmla="*/ 181267 h 195107"/>
                    <a:gd name="connsiteX95" fmla="*/ 366488 w 603435"/>
                    <a:gd name="connsiteY95" fmla="*/ 183648 h 195107"/>
                    <a:gd name="connsiteX96" fmla="*/ 363250 w 603435"/>
                    <a:gd name="connsiteY96" fmla="*/ 183172 h 195107"/>
                    <a:gd name="connsiteX97" fmla="*/ 361345 w 603435"/>
                    <a:gd name="connsiteY97" fmla="*/ 180124 h 195107"/>
                    <a:gd name="connsiteX98" fmla="*/ 361631 w 603435"/>
                    <a:gd name="connsiteY98" fmla="*/ 180791 h 195107"/>
                    <a:gd name="connsiteX99" fmla="*/ 357440 w 603435"/>
                    <a:gd name="connsiteY99" fmla="*/ 171933 h 195107"/>
                    <a:gd name="connsiteX100" fmla="*/ 352868 w 603435"/>
                    <a:gd name="connsiteY100" fmla="*/ 166122 h 195107"/>
                    <a:gd name="connsiteX101" fmla="*/ 352868 w 603435"/>
                    <a:gd name="connsiteY101" fmla="*/ 158788 h 195107"/>
                    <a:gd name="connsiteX102" fmla="*/ 355820 w 603435"/>
                    <a:gd name="connsiteY102" fmla="*/ 157264 h 195107"/>
                    <a:gd name="connsiteX103" fmla="*/ 475549 w 603435"/>
                    <a:gd name="connsiteY103" fmla="*/ 156026 h 195107"/>
                    <a:gd name="connsiteX104" fmla="*/ 478788 w 603435"/>
                    <a:gd name="connsiteY104" fmla="*/ 156502 h 195107"/>
                    <a:gd name="connsiteX105" fmla="*/ 480693 w 603435"/>
                    <a:gd name="connsiteY105" fmla="*/ 159550 h 195107"/>
                    <a:gd name="connsiteX106" fmla="*/ 480693 w 603435"/>
                    <a:gd name="connsiteY106" fmla="*/ 161645 h 195107"/>
                    <a:gd name="connsiteX107" fmla="*/ 480217 w 603435"/>
                    <a:gd name="connsiteY107" fmla="*/ 163550 h 195107"/>
                    <a:gd name="connsiteX108" fmla="*/ 475645 w 603435"/>
                    <a:gd name="connsiteY108" fmla="*/ 171742 h 195107"/>
                    <a:gd name="connsiteX109" fmla="*/ 474121 w 603435"/>
                    <a:gd name="connsiteY109" fmla="*/ 173551 h 195107"/>
                    <a:gd name="connsiteX110" fmla="*/ 473073 w 603435"/>
                    <a:gd name="connsiteY110" fmla="*/ 174028 h 195107"/>
                    <a:gd name="connsiteX111" fmla="*/ 469834 w 603435"/>
                    <a:gd name="connsiteY111" fmla="*/ 173551 h 195107"/>
                    <a:gd name="connsiteX112" fmla="*/ 467929 w 603435"/>
                    <a:gd name="connsiteY112" fmla="*/ 170503 h 195107"/>
                    <a:gd name="connsiteX113" fmla="*/ 467929 w 603435"/>
                    <a:gd name="connsiteY113" fmla="*/ 168408 h 195107"/>
                    <a:gd name="connsiteX114" fmla="*/ 468406 w 603435"/>
                    <a:gd name="connsiteY114" fmla="*/ 166503 h 195107"/>
                    <a:gd name="connsiteX115" fmla="*/ 472978 w 603435"/>
                    <a:gd name="connsiteY115" fmla="*/ 158311 h 195107"/>
                    <a:gd name="connsiteX116" fmla="*/ 474502 w 603435"/>
                    <a:gd name="connsiteY116" fmla="*/ 156502 h 195107"/>
                    <a:gd name="connsiteX117" fmla="*/ 475549 w 603435"/>
                    <a:gd name="connsiteY117" fmla="*/ 156026 h 195107"/>
                    <a:gd name="connsiteX118" fmla="*/ 76833 w 603435"/>
                    <a:gd name="connsiteY118" fmla="*/ 147835 h 195107"/>
                    <a:gd name="connsiteX119" fmla="*/ 80071 w 603435"/>
                    <a:gd name="connsiteY119" fmla="*/ 148311 h 195107"/>
                    <a:gd name="connsiteX120" fmla="*/ 81976 w 603435"/>
                    <a:gd name="connsiteY120" fmla="*/ 151359 h 195107"/>
                    <a:gd name="connsiteX121" fmla="*/ 84072 w 603435"/>
                    <a:gd name="connsiteY121" fmla="*/ 160027 h 195107"/>
                    <a:gd name="connsiteX122" fmla="*/ 83977 w 603435"/>
                    <a:gd name="connsiteY122" fmla="*/ 160027 h 195107"/>
                    <a:gd name="connsiteX123" fmla="*/ 83596 w 603435"/>
                    <a:gd name="connsiteY123" fmla="*/ 164027 h 195107"/>
                    <a:gd name="connsiteX124" fmla="*/ 81119 w 603435"/>
                    <a:gd name="connsiteY124" fmla="*/ 166408 h 195107"/>
                    <a:gd name="connsiteX125" fmla="*/ 77881 w 603435"/>
                    <a:gd name="connsiteY125" fmla="*/ 165932 h 195107"/>
                    <a:gd name="connsiteX126" fmla="*/ 75976 w 603435"/>
                    <a:gd name="connsiteY126" fmla="*/ 162884 h 195107"/>
                    <a:gd name="connsiteX127" fmla="*/ 73880 w 603435"/>
                    <a:gd name="connsiteY127" fmla="*/ 154216 h 195107"/>
                    <a:gd name="connsiteX128" fmla="*/ 74261 w 603435"/>
                    <a:gd name="connsiteY128" fmla="*/ 150216 h 195107"/>
                    <a:gd name="connsiteX129" fmla="*/ 76833 w 603435"/>
                    <a:gd name="connsiteY129" fmla="*/ 147835 h 195107"/>
                    <a:gd name="connsiteX130" fmla="*/ 320673 w 603435"/>
                    <a:gd name="connsiteY130" fmla="*/ 142119 h 195107"/>
                    <a:gd name="connsiteX131" fmla="*/ 323245 w 603435"/>
                    <a:gd name="connsiteY131" fmla="*/ 144500 h 195107"/>
                    <a:gd name="connsiteX132" fmla="*/ 326960 w 603435"/>
                    <a:gd name="connsiteY132" fmla="*/ 154216 h 195107"/>
                    <a:gd name="connsiteX133" fmla="*/ 327531 w 603435"/>
                    <a:gd name="connsiteY133" fmla="*/ 156788 h 195107"/>
                    <a:gd name="connsiteX134" fmla="*/ 327341 w 603435"/>
                    <a:gd name="connsiteY134" fmla="*/ 158121 h 195107"/>
                    <a:gd name="connsiteX135" fmla="*/ 325436 w 603435"/>
                    <a:gd name="connsiteY135" fmla="*/ 161169 h 195107"/>
                    <a:gd name="connsiteX136" fmla="*/ 322197 w 603435"/>
                    <a:gd name="connsiteY136" fmla="*/ 161645 h 195107"/>
                    <a:gd name="connsiteX137" fmla="*/ 319625 w 603435"/>
                    <a:gd name="connsiteY137" fmla="*/ 159264 h 195107"/>
                    <a:gd name="connsiteX138" fmla="*/ 315911 w 603435"/>
                    <a:gd name="connsiteY138" fmla="*/ 149549 h 195107"/>
                    <a:gd name="connsiteX139" fmla="*/ 315339 w 603435"/>
                    <a:gd name="connsiteY139" fmla="*/ 146977 h 195107"/>
                    <a:gd name="connsiteX140" fmla="*/ 315530 w 603435"/>
                    <a:gd name="connsiteY140" fmla="*/ 145644 h 195107"/>
                    <a:gd name="connsiteX141" fmla="*/ 317435 w 603435"/>
                    <a:gd name="connsiteY141" fmla="*/ 142595 h 195107"/>
                    <a:gd name="connsiteX142" fmla="*/ 320673 w 603435"/>
                    <a:gd name="connsiteY142" fmla="*/ 142119 h 195107"/>
                    <a:gd name="connsiteX143" fmla="*/ 195419 w 603435"/>
                    <a:gd name="connsiteY143" fmla="*/ 141357 h 195107"/>
                    <a:gd name="connsiteX144" fmla="*/ 204182 w 603435"/>
                    <a:gd name="connsiteY144" fmla="*/ 141738 h 195107"/>
                    <a:gd name="connsiteX145" fmla="*/ 208373 w 603435"/>
                    <a:gd name="connsiteY145" fmla="*/ 146882 h 195107"/>
                    <a:gd name="connsiteX146" fmla="*/ 207135 w 603435"/>
                    <a:gd name="connsiteY146" fmla="*/ 150501 h 195107"/>
                    <a:gd name="connsiteX147" fmla="*/ 204182 w 603435"/>
                    <a:gd name="connsiteY147" fmla="*/ 152025 h 195107"/>
                    <a:gd name="connsiteX148" fmla="*/ 195419 w 603435"/>
                    <a:gd name="connsiteY148" fmla="*/ 151644 h 195107"/>
                    <a:gd name="connsiteX149" fmla="*/ 191228 w 603435"/>
                    <a:gd name="connsiteY149" fmla="*/ 146501 h 195107"/>
                    <a:gd name="connsiteX150" fmla="*/ 192466 w 603435"/>
                    <a:gd name="connsiteY150" fmla="*/ 142881 h 195107"/>
                    <a:gd name="connsiteX151" fmla="*/ 195419 w 603435"/>
                    <a:gd name="connsiteY151" fmla="*/ 141357 h 195107"/>
                    <a:gd name="connsiteX152" fmla="*/ 272095 w 603435"/>
                    <a:gd name="connsiteY152" fmla="*/ 134309 h 195107"/>
                    <a:gd name="connsiteX153" fmla="*/ 272095 w 603435"/>
                    <a:gd name="connsiteY153" fmla="*/ 144596 h 195107"/>
                    <a:gd name="connsiteX154" fmla="*/ 272095 w 603435"/>
                    <a:gd name="connsiteY154" fmla="*/ 134309 h 195107"/>
                    <a:gd name="connsiteX155" fmla="*/ 562036 w 603435"/>
                    <a:gd name="connsiteY155" fmla="*/ 134023 h 195107"/>
                    <a:gd name="connsiteX156" fmla="*/ 563465 w 603435"/>
                    <a:gd name="connsiteY156" fmla="*/ 134975 h 195107"/>
                    <a:gd name="connsiteX157" fmla="*/ 564512 w 603435"/>
                    <a:gd name="connsiteY157" fmla="*/ 136404 h 195107"/>
                    <a:gd name="connsiteX158" fmla="*/ 564512 w 603435"/>
                    <a:gd name="connsiteY158" fmla="*/ 136499 h 195107"/>
                    <a:gd name="connsiteX159" fmla="*/ 564989 w 603435"/>
                    <a:gd name="connsiteY159" fmla="*/ 138404 h 195107"/>
                    <a:gd name="connsiteX160" fmla="*/ 564989 w 603435"/>
                    <a:gd name="connsiteY160" fmla="*/ 140500 h 195107"/>
                    <a:gd name="connsiteX161" fmla="*/ 562893 w 603435"/>
                    <a:gd name="connsiteY161" fmla="*/ 147072 h 195107"/>
                    <a:gd name="connsiteX162" fmla="*/ 561845 w 603435"/>
                    <a:gd name="connsiteY162" fmla="*/ 149358 h 195107"/>
                    <a:gd name="connsiteX163" fmla="*/ 560988 w 603435"/>
                    <a:gd name="connsiteY163" fmla="*/ 150120 h 195107"/>
                    <a:gd name="connsiteX164" fmla="*/ 557750 w 603435"/>
                    <a:gd name="connsiteY164" fmla="*/ 150596 h 195107"/>
                    <a:gd name="connsiteX165" fmla="*/ 556321 w 603435"/>
                    <a:gd name="connsiteY165" fmla="*/ 149644 h 195107"/>
                    <a:gd name="connsiteX166" fmla="*/ 555273 w 603435"/>
                    <a:gd name="connsiteY166" fmla="*/ 148215 h 195107"/>
                    <a:gd name="connsiteX167" fmla="*/ 554797 w 603435"/>
                    <a:gd name="connsiteY167" fmla="*/ 146310 h 195107"/>
                    <a:gd name="connsiteX168" fmla="*/ 554797 w 603435"/>
                    <a:gd name="connsiteY168" fmla="*/ 144215 h 195107"/>
                    <a:gd name="connsiteX169" fmla="*/ 556892 w 603435"/>
                    <a:gd name="connsiteY169" fmla="*/ 137547 h 195107"/>
                    <a:gd name="connsiteX170" fmla="*/ 557940 w 603435"/>
                    <a:gd name="connsiteY170" fmla="*/ 135261 h 195107"/>
                    <a:gd name="connsiteX171" fmla="*/ 558797 w 603435"/>
                    <a:gd name="connsiteY171" fmla="*/ 134499 h 195107"/>
                    <a:gd name="connsiteX172" fmla="*/ 562036 w 603435"/>
                    <a:gd name="connsiteY172" fmla="*/ 134023 h 195107"/>
                    <a:gd name="connsiteX173" fmla="*/ 122838 w 603435"/>
                    <a:gd name="connsiteY173" fmla="*/ 128307 h 195107"/>
                    <a:gd name="connsiteX174" fmla="*/ 128839 w 603435"/>
                    <a:gd name="connsiteY174" fmla="*/ 128307 h 195107"/>
                    <a:gd name="connsiteX175" fmla="*/ 142555 w 603435"/>
                    <a:gd name="connsiteY175" fmla="*/ 143547 h 195107"/>
                    <a:gd name="connsiteX176" fmla="*/ 142555 w 603435"/>
                    <a:gd name="connsiteY176" fmla="*/ 150882 h 195107"/>
                    <a:gd name="connsiteX177" fmla="*/ 136554 w 603435"/>
                    <a:gd name="connsiteY177" fmla="*/ 150882 h 195107"/>
                    <a:gd name="connsiteX178" fmla="*/ 122838 w 603435"/>
                    <a:gd name="connsiteY178" fmla="*/ 135642 h 195107"/>
                    <a:gd name="connsiteX179" fmla="*/ 122838 w 603435"/>
                    <a:gd name="connsiteY179" fmla="*/ 128307 h 195107"/>
                    <a:gd name="connsiteX180" fmla="*/ 598136 w 603435"/>
                    <a:gd name="connsiteY180" fmla="*/ 118783 h 195107"/>
                    <a:gd name="connsiteX181" fmla="*/ 601374 w 603435"/>
                    <a:gd name="connsiteY181" fmla="*/ 119259 h 195107"/>
                    <a:gd name="connsiteX182" fmla="*/ 603279 w 603435"/>
                    <a:gd name="connsiteY182" fmla="*/ 122307 h 195107"/>
                    <a:gd name="connsiteX183" fmla="*/ 602898 w 603435"/>
                    <a:gd name="connsiteY183" fmla="*/ 126307 h 195107"/>
                    <a:gd name="connsiteX184" fmla="*/ 599183 w 603435"/>
                    <a:gd name="connsiteY184" fmla="*/ 133927 h 195107"/>
                    <a:gd name="connsiteX185" fmla="*/ 596612 w 603435"/>
                    <a:gd name="connsiteY185" fmla="*/ 136308 h 195107"/>
                    <a:gd name="connsiteX186" fmla="*/ 593373 w 603435"/>
                    <a:gd name="connsiteY186" fmla="*/ 135832 h 195107"/>
                    <a:gd name="connsiteX187" fmla="*/ 591468 w 603435"/>
                    <a:gd name="connsiteY187" fmla="*/ 132784 h 195107"/>
                    <a:gd name="connsiteX188" fmla="*/ 591849 w 603435"/>
                    <a:gd name="connsiteY188" fmla="*/ 128784 h 195107"/>
                    <a:gd name="connsiteX189" fmla="*/ 595564 w 603435"/>
                    <a:gd name="connsiteY189" fmla="*/ 121164 h 195107"/>
                    <a:gd name="connsiteX190" fmla="*/ 598136 w 603435"/>
                    <a:gd name="connsiteY190" fmla="*/ 118783 h 195107"/>
                    <a:gd name="connsiteX191" fmla="*/ 414494 w 603435"/>
                    <a:gd name="connsiteY191" fmla="*/ 111734 h 195107"/>
                    <a:gd name="connsiteX192" fmla="*/ 417066 w 603435"/>
                    <a:gd name="connsiteY192" fmla="*/ 114115 h 195107"/>
                    <a:gd name="connsiteX193" fmla="*/ 417161 w 603435"/>
                    <a:gd name="connsiteY193" fmla="*/ 114020 h 195107"/>
                    <a:gd name="connsiteX194" fmla="*/ 417542 w 603435"/>
                    <a:gd name="connsiteY194" fmla="*/ 118020 h 195107"/>
                    <a:gd name="connsiteX195" fmla="*/ 415637 w 603435"/>
                    <a:gd name="connsiteY195" fmla="*/ 121068 h 195107"/>
                    <a:gd name="connsiteX196" fmla="*/ 416113 w 603435"/>
                    <a:gd name="connsiteY196" fmla="*/ 120592 h 195107"/>
                    <a:gd name="connsiteX197" fmla="*/ 412494 w 603435"/>
                    <a:gd name="connsiteY197" fmla="*/ 124974 h 195107"/>
                    <a:gd name="connsiteX198" fmla="*/ 410017 w 603435"/>
                    <a:gd name="connsiteY198" fmla="*/ 130212 h 195107"/>
                    <a:gd name="connsiteX199" fmla="*/ 409065 w 603435"/>
                    <a:gd name="connsiteY199" fmla="*/ 133641 h 195107"/>
                    <a:gd name="connsiteX200" fmla="*/ 403826 w 603435"/>
                    <a:gd name="connsiteY200" fmla="*/ 137261 h 195107"/>
                    <a:gd name="connsiteX201" fmla="*/ 400874 w 603435"/>
                    <a:gd name="connsiteY201" fmla="*/ 130879 h 195107"/>
                    <a:gd name="connsiteX202" fmla="*/ 404493 w 603435"/>
                    <a:gd name="connsiteY202" fmla="*/ 120878 h 195107"/>
                    <a:gd name="connsiteX203" fmla="*/ 411256 w 603435"/>
                    <a:gd name="connsiteY203" fmla="*/ 112210 h 195107"/>
                    <a:gd name="connsiteX204" fmla="*/ 414494 w 603435"/>
                    <a:gd name="connsiteY204" fmla="*/ 111734 h 195107"/>
                    <a:gd name="connsiteX205" fmla="*/ 512506 w 603435"/>
                    <a:gd name="connsiteY205" fmla="*/ 103257 h 195107"/>
                    <a:gd name="connsiteX206" fmla="*/ 516697 w 603435"/>
                    <a:gd name="connsiteY206" fmla="*/ 108400 h 195107"/>
                    <a:gd name="connsiteX207" fmla="*/ 515840 w 603435"/>
                    <a:gd name="connsiteY207" fmla="*/ 126212 h 195107"/>
                    <a:gd name="connsiteX208" fmla="*/ 511649 w 603435"/>
                    <a:gd name="connsiteY208" fmla="*/ 131355 h 195107"/>
                    <a:gd name="connsiteX209" fmla="*/ 507458 w 603435"/>
                    <a:gd name="connsiteY209" fmla="*/ 126212 h 195107"/>
                    <a:gd name="connsiteX210" fmla="*/ 508315 w 603435"/>
                    <a:gd name="connsiteY210" fmla="*/ 108400 h 195107"/>
                    <a:gd name="connsiteX211" fmla="*/ 512506 w 603435"/>
                    <a:gd name="connsiteY211" fmla="*/ 103257 h 195107"/>
                    <a:gd name="connsiteX212" fmla="*/ 215231 w 603435"/>
                    <a:gd name="connsiteY212" fmla="*/ 99637 h 195107"/>
                    <a:gd name="connsiteX213" fmla="*/ 221898 w 603435"/>
                    <a:gd name="connsiteY213" fmla="*/ 101352 h 195107"/>
                    <a:gd name="connsiteX214" fmla="*/ 224470 w 603435"/>
                    <a:gd name="connsiteY214" fmla="*/ 103733 h 195107"/>
                    <a:gd name="connsiteX215" fmla="*/ 224375 w 603435"/>
                    <a:gd name="connsiteY215" fmla="*/ 103828 h 195107"/>
                    <a:gd name="connsiteX216" fmla="*/ 224756 w 603435"/>
                    <a:gd name="connsiteY216" fmla="*/ 107829 h 195107"/>
                    <a:gd name="connsiteX217" fmla="*/ 222851 w 603435"/>
                    <a:gd name="connsiteY217" fmla="*/ 110877 h 195107"/>
                    <a:gd name="connsiteX218" fmla="*/ 219612 w 603435"/>
                    <a:gd name="connsiteY218" fmla="*/ 111353 h 195107"/>
                    <a:gd name="connsiteX219" fmla="*/ 215421 w 603435"/>
                    <a:gd name="connsiteY219" fmla="*/ 110019 h 195107"/>
                    <a:gd name="connsiteX220" fmla="*/ 209897 w 603435"/>
                    <a:gd name="connsiteY220" fmla="*/ 110019 h 195107"/>
                    <a:gd name="connsiteX221" fmla="*/ 208373 w 603435"/>
                    <a:gd name="connsiteY221" fmla="*/ 109924 h 195107"/>
                    <a:gd name="connsiteX222" fmla="*/ 207325 w 603435"/>
                    <a:gd name="connsiteY222" fmla="*/ 109448 h 195107"/>
                    <a:gd name="connsiteX223" fmla="*/ 205420 w 603435"/>
                    <a:gd name="connsiteY223" fmla="*/ 106400 h 195107"/>
                    <a:gd name="connsiteX224" fmla="*/ 205801 w 603435"/>
                    <a:gd name="connsiteY224" fmla="*/ 102399 h 195107"/>
                    <a:gd name="connsiteX225" fmla="*/ 208373 w 603435"/>
                    <a:gd name="connsiteY225" fmla="*/ 100018 h 195107"/>
                    <a:gd name="connsiteX226" fmla="*/ 215231 w 603435"/>
                    <a:gd name="connsiteY226" fmla="*/ 99637 h 195107"/>
                    <a:gd name="connsiteX227" fmla="*/ 76642 w 603435"/>
                    <a:gd name="connsiteY227" fmla="*/ 95732 h 195107"/>
                    <a:gd name="connsiteX228" fmla="*/ 92644 w 603435"/>
                    <a:gd name="connsiteY228" fmla="*/ 103638 h 195107"/>
                    <a:gd name="connsiteX229" fmla="*/ 92644 w 603435"/>
                    <a:gd name="connsiteY229" fmla="*/ 110972 h 195107"/>
                    <a:gd name="connsiteX230" fmla="*/ 86643 w 603435"/>
                    <a:gd name="connsiteY230" fmla="*/ 110972 h 195107"/>
                    <a:gd name="connsiteX231" fmla="*/ 85500 w 603435"/>
                    <a:gd name="connsiteY231" fmla="*/ 109734 h 195107"/>
                    <a:gd name="connsiteX232" fmla="*/ 82262 w 603435"/>
                    <a:gd name="connsiteY232" fmla="*/ 107448 h 195107"/>
                    <a:gd name="connsiteX233" fmla="*/ 78642 w 603435"/>
                    <a:gd name="connsiteY233" fmla="*/ 106209 h 195107"/>
                    <a:gd name="connsiteX234" fmla="*/ 76642 w 603435"/>
                    <a:gd name="connsiteY234" fmla="*/ 106019 h 195107"/>
                    <a:gd name="connsiteX235" fmla="*/ 72451 w 603435"/>
                    <a:gd name="connsiteY235" fmla="*/ 100875 h 195107"/>
                    <a:gd name="connsiteX236" fmla="*/ 76642 w 603435"/>
                    <a:gd name="connsiteY236" fmla="*/ 95732 h 195107"/>
                    <a:gd name="connsiteX237" fmla="*/ 50734 w 603435"/>
                    <a:gd name="connsiteY237" fmla="*/ 93923 h 195107"/>
                    <a:gd name="connsiteX238" fmla="*/ 50924 w 603435"/>
                    <a:gd name="connsiteY238" fmla="*/ 94113 h 195107"/>
                    <a:gd name="connsiteX239" fmla="*/ 50734 w 603435"/>
                    <a:gd name="connsiteY239" fmla="*/ 93979 h 195107"/>
                    <a:gd name="connsiteX240" fmla="*/ 156176 w 603435"/>
                    <a:gd name="connsiteY240" fmla="*/ 90780 h 195107"/>
                    <a:gd name="connsiteX241" fmla="*/ 186370 w 603435"/>
                    <a:gd name="connsiteY241" fmla="*/ 103924 h 195107"/>
                    <a:gd name="connsiteX242" fmla="*/ 186370 w 603435"/>
                    <a:gd name="connsiteY242" fmla="*/ 104019 h 195107"/>
                    <a:gd name="connsiteX243" fmla="*/ 187894 w 603435"/>
                    <a:gd name="connsiteY243" fmla="*/ 111068 h 195107"/>
                    <a:gd name="connsiteX244" fmla="*/ 182084 w 603435"/>
                    <a:gd name="connsiteY244" fmla="*/ 112878 h 195107"/>
                    <a:gd name="connsiteX245" fmla="*/ 153890 w 603435"/>
                    <a:gd name="connsiteY245" fmla="*/ 100781 h 195107"/>
                    <a:gd name="connsiteX246" fmla="*/ 150937 w 603435"/>
                    <a:gd name="connsiteY246" fmla="*/ 94399 h 195107"/>
                    <a:gd name="connsiteX247" fmla="*/ 156176 w 603435"/>
                    <a:gd name="connsiteY247" fmla="*/ 90780 h 195107"/>
                    <a:gd name="connsiteX248" fmla="*/ 472406 w 603435"/>
                    <a:gd name="connsiteY248" fmla="*/ 88874 h 195107"/>
                    <a:gd name="connsiteX249" fmla="*/ 475358 w 603435"/>
                    <a:gd name="connsiteY249" fmla="*/ 90398 h 195107"/>
                    <a:gd name="connsiteX250" fmla="*/ 476596 w 603435"/>
                    <a:gd name="connsiteY250" fmla="*/ 94018 h 195107"/>
                    <a:gd name="connsiteX251" fmla="*/ 475358 w 603435"/>
                    <a:gd name="connsiteY251" fmla="*/ 97637 h 195107"/>
                    <a:gd name="connsiteX252" fmla="*/ 467167 w 603435"/>
                    <a:gd name="connsiteY252" fmla="*/ 109448 h 195107"/>
                    <a:gd name="connsiteX253" fmla="*/ 464214 w 603435"/>
                    <a:gd name="connsiteY253" fmla="*/ 110972 h 195107"/>
                    <a:gd name="connsiteX254" fmla="*/ 461261 w 603435"/>
                    <a:gd name="connsiteY254" fmla="*/ 109448 h 195107"/>
                    <a:gd name="connsiteX255" fmla="*/ 460023 w 603435"/>
                    <a:gd name="connsiteY255" fmla="*/ 105829 h 195107"/>
                    <a:gd name="connsiteX256" fmla="*/ 461261 w 603435"/>
                    <a:gd name="connsiteY256" fmla="*/ 102209 h 195107"/>
                    <a:gd name="connsiteX257" fmla="*/ 469453 w 603435"/>
                    <a:gd name="connsiteY257" fmla="*/ 90398 h 195107"/>
                    <a:gd name="connsiteX258" fmla="*/ 472406 w 603435"/>
                    <a:gd name="connsiteY258" fmla="*/ 88874 h 195107"/>
                    <a:gd name="connsiteX259" fmla="*/ 358582 w 603435"/>
                    <a:gd name="connsiteY259" fmla="*/ 86779 h 195107"/>
                    <a:gd name="connsiteX260" fmla="*/ 358677 w 603435"/>
                    <a:gd name="connsiteY260" fmla="*/ 86969 h 195107"/>
                    <a:gd name="connsiteX261" fmla="*/ 358593 w 603435"/>
                    <a:gd name="connsiteY261" fmla="*/ 86891 h 195107"/>
                    <a:gd name="connsiteX262" fmla="*/ 356105 w 603435"/>
                    <a:gd name="connsiteY262" fmla="*/ 84588 h 195107"/>
                    <a:gd name="connsiteX263" fmla="*/ 358593 w 603435"/>
                    <a:gd name="connsiteY263" fmla="*/ 86891 h 195107"/>
                    <a:gd name="connsiteX264" fmla="*/ 358963 w 603435"/>
                    <a:gd name="connsiteY264" fmla="*/ 90779 h 195107"/>
                    <a:gd name="connsiteX265" fmla="*/ 358201 w 603435"/>
                    <a:gd name="connsiteY265" fmla="*/ 92494 h 195107"/>
                    <a:gd name="connsiteX266" fmla="*/ 357058 w 603435"/>
                    <a:gd name="connsiteY266" fmla="*/ 93732 h 195107"/>
                    <a:gd name="connsiteX267" fmla="*/ 357344 w 603435"/>
                    <a:gd name="connsiteY267" fmla="*/ 93446 h 195107"/>
                    <a:gd name="connsiteX268" fmla="*/ 354772 w 603435"/>
                    <a:gd name="connsiteY268" fmla="*/ 96684 h 195107"/>
                    <a:gd name="connsiteX269" fmla="*/ 353057 w 603435"/>
                    <a:gd name="connsiteY269" fmla="*/ 100209 h 195107"/>
                    <a:gd name="connsiteX270" fmla="*/ 350581 w 603435"/>
                    <a:gd name="connsiteY270" fmla="*/ 102590 h 195107"/>
                    <a:gd name="connsiteX271" fmla="*/ 347342 w 603435"/>
                    <a:gd name="connsiteY271" fmla="*/ 102114 h 195107"/>
                    <a:gd name="connsiteX272" fmla="*/ 345437 w 603435"/>
                    <a:gd name="connsiteY272" fmla="*/ 99066 h 195107"/>
                    <a:gd name="connsiteX273" fmla="*/ 345437 w 603435"/>
                    <a:gd name="connsiteY273" fmla="*/ 96970 h 195107"/>
                    <a:gd name="connsiteX274" fmla="*/ 345914 w 603435"/>
                    <a:gd name="connsiteY274" fmla="*/ 95065 h 195107"/>
                    <a:gd name="connsiteX275" fmla="*/ 348866 w 603435"/>
                    <a:gd name="connsiteY275" fmla="*/ 89541 h 195107"/>
                    <a:gd name="connsiteX276" fmla="*/ 352867 w 603435"/>
                    <a:gd name="connsiteY276" fmla="*/ 85064 h 195107"/>
                    <a:gd name="connsiteX277" fmla="*/ 356105 w 603435"/>
                    <a:gd name="connsiteY277" fmla="*/ 84588 h 195107"/>
                    <a:gd name="connsiteX278" fmla="*/ 269523 w 603435"/>
                    <a:gd name="connsiteY278" fmla="*/ 79254 h 195107"/>
                    <a:gd name="connsiteX279" fmla="*/ 298765 w 603435"/>
                    <a:gd name="connsiteY279" fmla="*/ 94875 h 195107"/>
                    <a:gd name="connsiteX280" fmla="*/ 298765 w 603435"/>
                    <a:gd name="connsiteY280" fmla="*/ 94970 h 195107"/>
                    <a:gd name="connsiteX281" fmla="*/ 300289 w 603435"/>
                    <a:gd name="connsiteY281" fmla="*/ 102019 h 195107"/>
                    <a:gd name="connsiteX282" fmla="*/ 294479 w 603435"/>
                    <a:gd name="connsiteY282" fmla="*/ 103828 h 195107"/>
                    <a:gd name="connsiteX283" fmla="*/ 267237 w 603435"/>
                    <a:gd name="connsiteY283" fmla="*/ 89255 h 195107"/>
                    <a:gd name="connsiteX284" fmla="*/ 264285 w 603435"/>
                    <a:gd name="connsiteY284" fmla="*/ 82873 h 195107"/>
                    <a:gd name="connsiteX285" fmla="*/ 269523 w 603435"/>
                    <a:gd name="connsiteY285" fmla="*/ 79254 h 195107"/>
                    <a:gd name="connsiteX286" fmla="*/ 26159 w 603435"/>
                    <a:gd name="connsiteY286" fmla="*/ 76682 h 195107"/>
                    <a:gd name="connsiteX287" fmla="*/ 50734 w 603435"/>
                    <a:gd name="connsiteY287" fmla="*/ 93979 h 195107"/>
                    <a:gd name="connsiteX288" fmla="*/ 50734 w 603435"/>
                    <a:gd name="connsiteY288" fmla="*/ 101257 h 195107"/>
                    <a:gd name="connsiteX289" fmla="*/ 44733 w 603435"/>
                    <a:gd name="connsiteY289" fmla="*/ 101257 h 195107"/>
                    <a:gd name="connsiteX290" fmla="*/ 39971 w 603435"/>
                    <a:gd name="connsiteY290" fmla="*/ 95542 h 195107"/>
                    <a:gd name="connsiteX291" fmla="*/ 39399 w 603435"/>
                    <a:gd name="connsiteY291" fmla="*/ 94970 h 195107"/>
                    <a:gd name="connsiteX292" fmla="*/ 39304 w 603435"/>
                    <a:gd name="connsiteY292" fmla="*/ 94875 h 195107"/>
                    <a:gd name="connsiteX293" fmla="*/ 37970 w 603435"/>
                    <a:gd name="connsiteY293" fmla="*/ 93732 h 195107"/>
                    <a:gd name="connsiteX294" fmla="*/ 35399 w 603435"/>
                    <a:gd name="connsiteY294" fmla="*/ 91732 h 195107"/>
                    <a:gd name="connsiteX295" fmla="*/ 32541 w 603435"/>
                    <a:gd name="connsiteY295" fmla="*/ 89922 h 195107"/>
                    <a:gd name="connsiteX296" fmla="*/ 31684 w 603435"/>
                    <a:gd name="connsiteY296" fmla="*/ 89446 h 195107"/>
                    <a:gd name="connsiteX297" fmla="*/ 30160 w 603435"/>
                    <a:gd name="connsiteY297" fmla="*/ 88779 h 195107"/>
                    <a:gd name="connsiteX298" fmla="*/ 23873 w 603435"/>
                    <a:gd name="connsiteY298" fmla="*/ 86684 h 195107"/>
                    <a:gd name="connsiteX299" fmla="*/ 20921 w 603435"/>
                    <a:gd name="connsiteY299" fmla="*/ 80302 h 195107"/>
                    <a:gd name="connsiteX300" fmla="*/ 26159 w 603435"/>
                    <a:gd name="connsiteY300" fmla="*/ 76682 h 195107"/>
                    <a:gd name="connsiteX301" fmla="*/ 412970 w 603435"/>
                    <a:gd name="connsiteY301" fmla="*/ 63061 h 195107"/>
                    <a:gd name="connsiteX302" fmla="*/ 415923 w 603435"/>
                    <a:gd name="connsiteY302" fmla="*/ 64585 h 195107"/>
                    <a:gd name="connsiteX303" fmla="*/ 416018 w 603435"/>
                    <a:gd name="connsiteY303" fmla="*/ 64680 h 195107"/>
                    <a:gd name="connsiteX304" fmla="*/ 417257 w 603435"/>
                    <a:gd name="connsiteY304" fmla="*/ 68300 h 195107"/>
                    <a:gd name="connsiteX305" fmla="*/ 416876 w 603435"/>
                    <a:gd name="connsiteY305" fmla="*/ 70300 h 195107"/>
                    <a:gd name="connsiteX306" fmla="*/ 416018 w 603435"/>
                    <a:gd name="connsiteY306" fmla="*/ 71919 h 195107"/>
                    <a:gd name="connsiteX307" fmla="*/ 407255 w 603435"/>
                    <a:gd name="connsiteY307" fmla="*/ 81921 h 195107"/>
                    <a:gd name="connsiteX308" fmla="*/ 404017 w 603435"/>
                    <a:gd name="connsiteY308" fmla="*/ 82397 h 195107"/>
                    <a:gd name="connsiteX309" fmla="*/ 401445 w 603435"/>
                    <a:gd name="connsiteY309" fmla="*/ 80016 h 195107"/>
                    <a:gd name="connsiteX310" fmla="*/ 401064 w 603435"/>
                    <a:gd name="connsiteY310" fmla="*/ 76015 h 195107"/>
                    <a:gd name="connsiteX311" fmla="*/ 402969 w 603435"/>
                    <a:gd name="connsiteY311" fmla="*/ 72967 h 195107"/>
                    <a:gd name="connsiteX312" fmla="*/ 403922 w 603435"/>
                    <a:gd name="connsiteY312" fmla="*/ 72110 h 195107"/>
                    <a:gd name="connsiteX313" fmla="*/ 410018 w 603435"/>
                    <a:gd name="connsiteY313" fmla="*/ 64585 h 195107"/>
                    <a:gd name="connsiteX314" fmla="*/ 412970 w 603435"/>
                    <a:gd name="connsiteY314" fmla="*/ 63061 h 195107"/>
                    <a:gd name="connsiteX315" fmla="*/ 543939 w 603435"/>
                    <a:gd name="connsiteY315" fmla="*/ 58204 h 195107"/>
                    <a:gd name="connsiteX316" fmla="*/ 547178 w 603435"/>
                    <a:gd name="connsiteY316" fmla="*/ 58680 h 195107"/>
                    <a:gd name="connsiteX317" fmla="*/ 548321 w 603435"/>
                    <a:gd name="connsiteY317" fmla="*/ 60013 h 195107"/>
                    <a:gd name="connsiteX318" fmla="*/ 549083 w 603435"/>
                    <a:gd name="connsiteY318" fmla="*/ 61728 h 195107"/>
                    <a:gd name="connsiteX319" fmla="*/ 549083 w 603435"/>
                    <a:gd name="connsiteY319" fmla="*/ 63823 h 195107"/>
                    <a:gd name="connsiteX320" fmla="*/ 548606 w 603435"/>
                    <a:gd name="connsiteY320" fmla="*/ 65728 h 195107"/>
                    <a:gd name="connsiteX321" fmla="*/ 545654 w 603435"/>
                    <a:gd name="connsiteY321" fmla="*/ 71348 h 195107"/>
                    <a:gd name="connsiteX322" fmla="*/ 544130 w 603435"/>
                    <a:gd name="connsiteY322" fmla="*/ 73158 h 195107"/>
                    <a:gd name="connsiteX323" fmla="*/ 543082 w 603435"/>
                    <a:gd name="connsiteY323" fmla="*/ 73634 h 195107"/>
                    <a:gd name="connsiteX324" fmla="*/ 539843 w 603435"/>
                    <a:gd name="connsiteY324" fmla="*/ 73158 h 195107"/>
                    <a:gd name="connsiteX325" fmla="*/ 538700 w 603435"/>
                    <a:gd name="connsiteY325" fmla="*/ 71824 h 195107"/>
                    <a:gd name="connsiteX326" fmla="*/ 537938 w 603435"/>
                    <a:gd name="connsiteY326" fmla="*/ 70110 h 195107"/>
                    <a:gd name="connsiteX327" fmla="*/ 537938 w 603435"/>
                    <a:gd name="connsiteY327" fmla="*/ 68014 h 195107"/>
                    <a:gd name="connsiteX328" fmla="*/ 538415 w 603435"/>
                    <a:gd name="connsiteY328" fmla="*/ 66109 h 195107"/>
                    <a:gd name="connsiteX329" fmla="*/ 541367 w 603435"/>
                    <a:gd name="connsiteY329" fmla="*/ 60490 h 195107"/>
                    <a:gd name="connsiteX330" fmla="*/ 542891 w 603435"/>
                    <a:gd name="connsiteY330" fmla="*/ 58680 h 195107"/>
                    <a:gd name="connsiteX331" fmla="*/ 543939 w 603435"/>
                    <a:gd name="connsiteY331" fmla="*/ 58204 h 195107"/>
                    <a:gd name="connsiteX332" fmla="*/ 56449 w 603435"/>
                    <a:gd name="connsiteY332" fmla="*/ 51060 h 195107"/>
                    <a:gd name="connsiteX333" fmla="*/ 59688 w 603435"/>
                    <a:gd name="connsiteY333" fmla="*/ 51536 h 195107"/>
                    <a:gd name="connsiteX334" fmla="*/ 65498 w 603435"/>
                    <a:gd name="connsiteY334" fmla="*/ 55632 h 195107"/>
                    <a:gd name="connsiteX335" fmla="*/ 67403 w 603435"/>
                    <a:gd name="connsiteY335" fmla="*/ 58680 h 195107"/>
                    <a:gd name="connsiteX336" fmla="*/ 67022 w 603435"/>
                    <a:gd name="connsiteY336" fmla="*/ 62681 h 195107"/>
                    <a:gd name="connsiteX337" fmla="*/ 65974 w 603435"/>
                    <a:gd name="connsiteY337" fmla="*/ 64109 h 195107"/>
                    <a:gd name="connsiteX338" fmla="*/ 64545 w 603435"/>
                    <a:gd name="connsiteY338" fmla="*/ 65062 h 195107"/>
                    <a:gd name="connsiteX339" fmla="*/ 61307 w 603435"/>
                    <a:gd name="connsiteY339" fmla="*/ 64586 h 195107"/>
                    <a:gd name="connsiteX340" fmla="*/ 55497 w 603435"/>
                    <a:gd name="connsiteY340" fmla="*/ 60490 h 195107"/>
                    <a:gd name="connsiteX341" fmla="*/ 53592 w 603435"/>
                    <a:gd name="connsiteY341" fmla="*/ 57442 h 195107"/>
                    <a:gd name="connsiteX342" fmla="*/ 53973 w 603435"/>
                    <a:gd name="connsiteY342" fmla="*/ 53441 h 195107"/>
                    <a:gd name="connsiteX343" fmla="*/ 55020 w 603435"/>
                    <a:gd name="connsiteY343" fmla="*/ 52013 h 195107"/>
                    <a:gd name="connsiteX344" fmla="*/ 56449 w 603435"/>
                    <a:gd name="connsiteY344" fmla="*/ 51060 h 195107"/>
                    <a:gd name="connsiteX345" fmla="*/ 381347 w 603435"/>
                    <a:gd name="connsiteY345" fmla="*/ 47536 h 195107"/>
                    <a:gd name="connsiteX346" fmla="*/ 381919 w 603435"/>
                    <a:gd name="connsiteY346" fmla="*/ 47536 h 195107"/>
                    <a:gd name="connsiteX347" fmla="*/ 384014 w 603435"/>
                    <a:gd name="connsiteY347" fmla="*/ 48203 h 195107"/>
                    <a:gd name="connsiteX348" fmla="*/ 384871 w 603435"/>
                    <a:gd name="connsiteY348" fmla="*/ 48965 h 195107"/>
                    <a:gd name="connsiteX349" fmla="*/ 385919 w 603435"/>
                    <a:gd name="connsiteY349" fmla="*/ 51251 h 195107"/>
                    <a:gd name="connsiteX350" fmla="*/ 385919 w 603435"/>
                    <a:gd name="connsiteY350" fmla="*/ 51346 h 195107"/>
                    <a:gd name="connsiteX351" fmla="*/ 386109 w 603435"/>
                    <a:gd name="connsiteY351" fmla="*/ 52679 h 195107"/>
                    <a:gd name="connsiteX352" fmla="*/ 385729 w 603435"/>
                    <a:gd name="connsiteY352" fmla="*/ 54680 h 195107"/>
                    <a:gd name="connsiteX353" fmla="*/ 384871 w 603435"/>
                    <a:gd name="connsiteY353" fmla="*/ 56299 h 195107"/>
                    <a:gd name="connsiteX354" fmla="*/ 383538 w 603435"/>
                    <a:gd name="connsiteY354" fmla="*/ 57347 h 195107"/>
                    <a:gd name="connsiteX355" fmla="*/ 381919 w 603435"/>
                    <a:gd name="connsiteY355" fmla="*/ 57823 h 195107"/>
                    <a:gd name="connsiteX356" fmla="*/ 381347 w 603435"/>
                    <a:gd name="connsiteY356" fmla="*/ 57823 h 195107"/>
                    <a:gd name="connsiteX357" fmla="*/ 379252 w 603435"/>
                    <a:gd name="connsiteY357" fmla="*/ 57156 h 195107"/>
                    <a:gd name="connsiteX358" fmla="*/ 378394 w 603435"/>
                    <a:gd name="connsiteY358" fmla="*/ 56299 h 195107"/>
                    <a:gd name="connsiteX359" fmla="*/ 377346 w 603435"/>
                    <a:gd name="connsiteY359" fmla="*/ 54013 h 195107"/>
                    <a:gd name="connsiteX360" fmla="*/ 377156 w 603435"/>
                    <a:gd name="connsiteY360" fmla="*/ 52679 h 195107"/>
                    <a:gd name="connsiteX361" fmla="*/ 377537 w 603435"/>
                    <a:gd name="connsiteY361" fmla="*/ 50679 h 195107"/>
                    <a:gd name="connsiteX362" fmla="*/ 378394 w 603435"/>
                    <a:gd name="connsiteY362" fmla="*/ 49060 h 195107"/>
                    <a:gd name="connsiteX363" fmla="*/ 379728 w 603435"/>
                    <a:gd name="connsiteY363" fmla="*/ 48012 h 195107"/>
                    <a:gd name="connsiteX364" fmla="*/ 381347 w 603435"/>
                    <a:gd name="connsiteY364" fmla="*/ 47536 h 195107"/>
                    <a:gd name="connsiteX365" fmla="*/ 594802 w 603435"/>
                    <a:gd name="connsiteY365" fmla="*/ 43345 h 195107"/>
                    <a:gd name="connsiteX366" fmla="*/ 594897 w 603435"/>
                    <a:gd name="connsiteY366" fmla="*/ 43345 h 195107"/>
                    <a:gd name="connsiteX367" fmla="*/ 594649 w 603435"/>
                    <a:gd name="connsiteY367" fmla="*/ 43676 h 195107"/>
                    <a:gd name="connsiteX368" fmla="*/ 493647 w 603435"/>
                    <a:gd name="connsiteY368" fmla="*/ 40868 h 195107"/>
                    <a:gd name="connsiteX369" fmla="*/ 499457 w 603435"/>
                    <a:gd name="connsiteY369" fmla="*/ 42678 h 195107"/>
                    <a:gd name="connsiteX370" fmla="*/ 499362 w 603435"/>
                    <a:gd name="connsiteY370" fmla="*/ 42773 h 195107"/>
                    <a:gd name="connsiteX371" fmla="*/ 497838 w 603435"/>
                    <a:gd name="connsiteY371" fmla="*/ 49821 h 195107"/>
                    <a:gd name="connsiteX372" fmla="*/ 490408 w 603435"/>
                    <a:gd name="connsiteY372" fmla="*/ 55156 h 195107"/>
                    <a:gd name="connsiteX373" fmla="*/ 486884 w 603435"/>
                    <a:gd name="connsiteY373" fmla="*/ 58108 h 195107"/>
                    <a:gd name="connsiteX374" fmla="*/ 485170 w 603435"/>
                    <a:gd name="connsiteY374" fmla="*/ 59632 h 195107"/>
                    <a:gd name="connsiteX375" fmla="*/ 484884 w 603435"/>
                    <a:gd name="connsiteY375" fmla="*/ 59823 h 195107"/>
                    <a:gd name="connsiteX376" fmla="*/ 484122 w 603435"/>
                    <a:gd name="connsiteY376" fmla="*/ 60585 h 195107"/>
                    <a:gd name="connsiteX377" fmla="*/ 481169 w 603435"/>
                    <a:gd name="connsiteY377" fmla="*/ 62109 h 195107"/>
                    <a:gd name="connsiteX378" fmla="*/ 478216 w 603435"/>
                    <a:gd name="connsiteY378" fmla="*/ 60585 h 195107"/>
                    <a:gd name="connsiteX379" fmla="*/ 476978 w 603435"/>
                    <a:gd name="connsiteY379" fmla="*/ 56965 h 195107"/>
                    <a:gd name="connsiteX380" fmla="*/ 478216 w 603435"/>
                    <a:gd name="connsiteY380" fmla="*/ 53346 h 195107"/>
                    <a:gd name="connsiteX381" fmla="*/ 493647 w 603435"/>
                    <a:gd name="connsiteY381" fmla="*/ 40868 h 195107"/>
                    <a:gd name="connsiteX382" fmla="*/ 236377 w 603435"/>
                    <a:gd name="connsiteY382" fmla="*/ 36296 h 195107"/>
                    <a:gd name="connsiteX383" fmla="*/ 238663 w 603435"/>
                    <a:gd name="connsiteY383" fmla="*/ 36296 h 195107"/>
                    <a:gd name="connsiteX384" fmla="*/ 239711 w 603435"/>
                    <a:gd name="connsiteY384" fmla="*/ 36773 h 195107"/>
                    <a:gd name="connsiteX385" fmla="*/ 240854 w 603435"/>
                    <a:gd name="connsiteY385" fmla="*/ 38106 h 195107"/>
                    <a:gd name="connsiteX386" fmla="*/ 241616 w 603435"/>
                    <a:gd name="connsiteY386" fmla="*/ 39821 h 195107"/>
                    <a:gd name="connsiteX387" fmla="*/ 241616 w 603435"/>
                    <a:gd name="connsiteY387" fmla="*/ 41916 h 195107"/>
                    <a:gd name="connsiteX388" fmla="*/ 241139 w 603435"/>
                    <a:gd name="connsiteY388" fmla="*/ 43821 h 195107"/>
                    <a:gd name="connsiteX389" fmla="*/ 238663 w 603435"/>
                    <a:gd name="connsiteY389" fmla="*/ 48107 h 195107"/>
                    <a:gd name="connsiteX390" fmla="*/ 237139 w 603435"/>
                    <a:gd name="connsiteY390" fmla="*/ 49917 h 195107"/>
                    <a:gd name="connsiteX391" fmla="*/ 236091 w 603435"/>
                    <a:gd name="connsiteY391" fmla="*/ 50393 h 195107"/>
                    <a:gd name="connsiteX392" fmla="*/ 233805 w 603435"/>
                    <a:gd name="connsiteY392" fmla="*/ 50393 h 195107"/>
                    <a:gd name="connsiteX393" fmla="*/ 232757 w 603435"/>
                    <a:gd name="connsiteY393" fmla="*/ 49917 h 195107"/>
                    <a:gd name="connsiteX394" fmla="*/ 231614 w 603435"/>
                    <a:gd name="connsiteY394" fmla="*/ 48584 h 195107"/>
                    <a:gd name="connsiteX395" fmla="*/ 230852 w 603435"/>
                    <a:gd name="connsiteY395" fmla="*/ 46869 h 195107"/>
                    <a:gd name="connsiteX396" fmla="*/ 230852 w 603435"/>
                    <a:gd name="connsiteY396" fmla="*/ 44774 h 195107"/>
                    <a:gd name="connsiteX397" fmla="*/ 231329 w 603435"/>
                    <a:gd name="connsiteY397" fmla="*/ 42869 h 195107"/>
                    <a:gd name="connsiteX398" fmla="*/ 233805 w 603435"/>
                    <a:gd name="connsiteY398" fmla="*/ 38582 h 195107"/>
                    <a:gd name="connsiteX399" fmla="*/ 235329 w 603435"/>
                    <a:gd name="connsiteY399" fmla="*/ 36773 h 195107"/>
                    <a:gd name="connsiteX400" fmla="*/ 236377 w 603435"/>
                    <a:gd name="connsiteY400" fmla="*/ 36296 h 195107"/>
                    <a:gd name="connsiteX401" fmla="*/ 591563 w 603435"/>
                    <a:gd name="connsiteY401" fmla="*/ 35058 h 195107"/>
                    <a:gd name="connsiteX402" fmla="*/ 594516 w 603435"/>
                    <a:gd name="connsiteY402" fmla="*/ 36582 h 195107"/>
                    <a:gd name="connsiteX403" fmla="*/ 595754 w 603435"/>
                    <a:gd name="connsiteY403" fmla="*/ 40201 h 195107"/>
                    <a:gd name="connsiteX404" fmla="*/ 594611 w 603435"/>
                    <a:gd name="connsiteY404" fmla="*/ 43726 h 195107"/>
                    <a:gd name="connsiteX405" fmla="*/ 594649 w 603435"/>
                    <a:gd name="connsiteY405" fmla="*/ 43676 h 195107"/>
                    <a:gd name="connsiteX406" fmla="*/ 592992 w 603435"/>
                    <a:gd name="connsiteY406" fmla="*/ 47250 h 195107"/>
                    <a:gd name="connsiteX407" fmla="*/ 592135 w 603435"/>
                    <a:gd name="connsiteY407" fmla="*/ 50869 h 195107"/>
                    <a:gd name="connsiteX408" fmla="*/ 592040 w 603435"/>
                    <a:gd name="connsiteY408" fmla="*/ 54489 h 195107"/>
                    <a:gd name="connsiteX409" fmla="*/ 587849 w 603435"/>
                    <a:gd name="connsiteY409" fmla="*/ 59632 h 195107"/>
                    <a:gd name="connsiteX410" fmla="*/ 584896 w 603435"/>
                    <a:gd name="connsiteY410" fmla="*/ 58108 h 195107"/>
                    <a:gd name="connsiteX411" fmla="*/ 583658 w 603435"/>
                    <a:gd name="connsiteY411" fmla="*/ 54489 h 195107"/>
                    <a:gd name="connsiteX412" fmla="*/ 584610 w 603435"/>
                    <a:gd name="connsiteY412" fmla="*/ 45440 h 195107"/>
                    <a:gd name="connsiteX413" fmla="*/ 588611 w 603435"/>
                    <a:gd name="connsiteY413" fmla="*/ 36582 h 195107"/>
                    <a:gd name="connsiteX414" fmla="*/ 591563 w 603435"/>
                    <a:gd name="connsiteY414" fmla="*/ 35058 h 195107"/>
                    <a:gd name="connsiteX415" fmla="*/ 341819 w 603435"/>
                    <a:gd name="connsiteY415" fmla="*/ 34391 h 195107"/>
                    <a:gd name="connsiteX416" fmla="*/ 344771 w 603435"/>
                    <a:gd name="connsiteY416" fmla="*/ 35915 h 195107"/>
                    <a:gd name="connsiteX417" fmla="*/ 346010 w 603435"/>
                    <a:gd name="connsiteY417" fmla="*/ 39535 h 195107"/>
                    <a:gd name="connsiteX418" fmla="*/ 344771 w 603435"/>
                    <a:gd name="connsiteY418" fmla="*/ 43154 h 195107"/>
                    <a:gd name="connsiteX419" fmla="*/ 329246 w 603435"/>
                    <a:gd name="connsiteY419" fmla="*/ 58108 h 195107"/>
                    <a:gd name="connsiteX420" fmla="*/ 326293 w 603435"/>
                    <a:gd name="connsiteY420" fmla="*/ 59632 h 195107"/>
                    <a:gd name="connsiteX421" fmla="*/ 323340 w 603435"/>
                    <a:gd name="connsiteY421" fmla="*/ 58108 h 195107"/>
                    <a:gd name="connsiteX422" fmla="*/ 322102 w 603435"/>
                    <a:gd name="connsiteY422" fmla="*/ 54489 h 195107"/>
                    <a:gd name="connsiteX423" fmla="*/ 323340 w 603435"/>
                    <a:gd name="connsiteY423" fmla="*/ 50869 h 195107"/>
                    <a:gd name="connsiteX424" fmla="*/ 338866 w 603435"/>
                    <a:gd name="connsiteY424" fmla="*/ 35915 h 195107"/>
                    <a:gd name="connsiteX425" fmla="*/ 341819 w 603435"/>
                    <a:gd name="connsiteY425" fmla="*/ 34391 h 195107"/>
                    <a:gd name="connsiteX426" fmla="*/ 6919 w 603435"/>
                    <a:gd name="connsiteY426" fmla="*/ 28200 h 195107"/>
                    <a:gd name="connsiteX427" fmla="*/ 26541 w 603435"/>
                    <a:gd name="connsiteY427" fmla="*/ 32296 h 195107"/>
                    <a:gd name="connsiteX428" fmla="*/ 29494 w 603435"/>
                    <a:gd name="connsiteY428" fmla="*/ 38678 h 195107"/>
                    <a:gd name="connsiteX429" fmla="*/ 24255 w 603435"/>
                    <a:gd name="connsiteY429" fmla="*/ 42297 h 195107"/>
                    <a:gd name="connsiteX430" fmla="*/ 4633 w 603435"/>
                    <a:gd name="connsiteY430" fmla="*/ 38202 h 195107"/>
                    <a:gd name="connsiteX431" fmla="*/ 1681 w 603435"/>
                    <a:gd name="connsiteY431" fmla="*/ 31820 h 195107"/>
                    <a:gd name="connsiteX432" fmla="*/ 6919 w 603435"/>
                    <a:gd name="connsiteY432" fmla="*/ 28200 h 195107"/>
                    <a:gd name="connsiteX433" fmla="*/ 410494 w 603435"/>
                    <a:gd name="connsiteY433" fmla="*/ 22104 h 195107"/>
                    <a:gd name="connsiteX434" fmla="*/ 412780 w 603435"/>
                    <a:gd name="connsiteY434" fmla="*/ 22104 h 195107"/>
                    <a:gd name="connsiteX435" fmla="*/ 413827 w 603435"/>
                    <a:gd name="connsiteY435" fmla="*/ 22580 h 195107"/>
                    <a:gd name="connsiteX436" fmla="*/ 414970 w 603435"/>
                    <a:gd name="connsiteY436" fmla="*/ 23914 h 195107"/>
                    <a:gd name="connsiteX437" fmla="*/ 415732 w 603435"/>
                    <a:gd name="connsiteY437" fmla="*/ 25629 h 195107"/>
                    <a:gd name="connsiteX438" fmla="*/ 415732 w 603435"/>
                    <a:gd name="connsiteY438" fmla="*/ 27724 h 195107"/>
                    <a:gd name="connsiteX439" fmla="*/ 415256 w 603435"/>
                    <a:gd name="connsiteY439" fmla="*/ 29629 h 195107"/>
                    <a:gd name="connsiteX440" fmla="*/ 414399 w 603435"/>
                    <a:gd name="connsiteY440" fmla="*/ 31629 h 195107"/>
                    <a:gd name="connsiteX441" fmla="*/ 412875 w 603435"/>
                    <a:gd name="connsiteY441" fmla="*/ 33439 h 195107"/>
                    <a:gd name="connsiteX442" fmla="*/ 411827 w 603435"/>
                    <a:gd name="connsiteY442" fmla="*/ 33915 h 195107"/>
                    <a:gd name="connsiteX443" fmla="*/ 409541 w 603435"/>
                    <a:gd name="connsiteY443" fmla="*/ 33915 h 195107"/>
                    <a:gd name="connsiteX444" fmla="*/ 408493 w 603435"/>
                    <a:gd name="connsiteY444" fmla="*/ 33439 h 195107"/>
                    <a:gd name="connsiteX445" fmla="*/ 407350 w 603435"/>
                    <a:gd name="connsiteY445" fmla="*/ 32105 h 195107"/>
                    <a:gd name="connsiteX446" fmla="*/ 406588 w 603435"/>
                    <a:gd name="connsiteY446" fmla="*/ 30391 h 195107"/>
                    <a:gd name="connsiteX447" fmla="*/ 406588 w 603435"/>
                    <a:gd name="connsiteY447" fmla="*/ 28295 h 195107"/>
                    <a:gd name="connsiteX448" fmla="*/ 407065 w 603435"/>
                    <a:gd name="connsiteY448" fmla="*/ 26391 h 195107"/>
                    <a:gd name="connsiteX449" fmla="*/ 407922 w 603435"/>
                    <a:gd name="connsiteY449" fmla="*/ 24390 h 195107"/>
                    <a:gd name="connsiteX450" fmla="*/ 409446 w 603435"/>
                    <a:gd name="connsiteY450" fmla="*/ 22580 h 195107"/>
                    <a:gd name="connsiteX451" fmla="*/ 410494 w 603435"/>
                    <a:gd name="connsiteY451" fmla="*/ 22104 h 195107"/>
                    <a:gd name="connsiteX452" fmla="*/ 276858 w 603435"/>
                    <a:gd name="connsiteY452" fmla="*/ 19532 h 195107"/>
                    <a:gd name="connsiteX453" fmla="*/ 278001 w 603435"/>
                    <a:gd name="connsiteY453" fmla="*/ 19723 h 195107"/>
                    <a:gd name="connsiteX454" fmla="*/ 280477 w 603435"/>
                    <a:gd name="connsiteY454" fmla="*/ 22104 h 195107"/>
                    <a:gd name="connsiteX455" fmla="*/ 280858 w 603435"/>
                    <a:gd name="connsiteY455" fmla="*/ 26104 h 195107"/>
                    <a:gd name="connsiteX456" fmla="*/ 278953 w 603435"/>
                    <a:gd name="connsiteY456" fmla="*/ 29152 h 195107"/>
                    <a:gd name="connsiteX457" fmla="*/ 270666 w 603435"/>
                    <a:gd name="connsiteY457" fmla="*/ 33915 h 195107"/>
                    <a:gd name="connsiteX458" fmla="*/ 268571 w 603435"/>
                    <a:gd name="connsiteY458" fmla="*/ 34582 h 195107"/>
                    <a:gd name="connsiteX459" fmla="*/ 267428 w 603435"/>
                    <a:gd name="connsiteY459" fmla="*/ 34391 h 195107"/>
                    <a:gd name="connsiteX460" fmla="*/ 264856 w 603435"/>
                    <a:gd name="connsiteY460" fmla="*/ 32010 h 195107"/>
                    <a:gd name="connsiteX461" fmla="*/ 264475 w 603435"/>
                    <a:gd name="connsiteY461" fmla="*/ 28009 h 195107"/>
                    <a:gd name="connsiteX462" fmla="*/ 266380 w 603435"/>
                    <a:gd name="connsiteY462" fmla="*/ 24961 h 195107"/>
                    <a:gd name="connsiteX463" fmla="*/ 274762 w 603435"/>
                    <a:gd name="connsiteY463" fmla="*/ 20199 h 195107"/>
                    <a:gd name="connsiteX464" fmla="*/ 276858 w 603435"/>
                    <a:gd name="connsiteY464" fmla="*/ 19532 h 195107"/>
                    <a:gd name="connsiteX465" fmla="*/ 325816 w 603435"/>
                    <a:gd name="connsiteY465" fmla="*/ 16389 h 195107"/>
                    <a:gd name="connsiteX466" fmla="*/ 331627 w 603435"/>
                    <a:gd name="connsiteY466" fmla="*/ 18199 h 195107"/>
                    <a:gd name="connsiteX467" fmla="*/ 331531 w 603435"/>
                    <a:gd name="connsiteY467" fmla="*/ 18199 h 195107"/>
                    <a:gd name="connsiteX468" fmla="*/ 331912 w 603435"/>
                    <a:gd name="connsiteY468" fmla="*/ 22199 h 195107"/>
                    <a:gd name="connsiteX469" fmla="*/ 330007 w 603435"/>
                    <a:gd name="connsiteY469" fmla="*/ 25247 h 195107"/>
                    <a:gd name="connsiteX470" fmla="*/ 325816 w 603435"/>
                    <a:gd name="connsiteY470" fmla="*/ 28581 h 195107"/>
                    <a:gd name="connsiteX471" fmla="*/ 321054 w 603435"/>
                    <a:gd name="connsiteY471" fmla="*/ 34201 h 195107"/>
                    <a:gd name="connsiteX472" fmla="*/ 318101 w 603435"/>
                    <a:gd name="connsiteY472" fmla="*/ 35725 h 195107"/>
                    <a:gd name="connsiteX473" fmla="*/ 315148 w 603435"/>
                    <a:gd name="connsiteY473" fmla="*/ 34201 h 195107"/>
                    <a:gd name="connsiteX474" fmla="*/ 313910 w 603435"/>
                    <a:gd name="connsiteY474" fmla="*/ 30581 h 195107"/>
                    <a:gd name="connsiteX475" fmla="*/ 315148 w 603435"/>
                    <a:gd name="connsiteY475" fmla="*/ 26962 h 195107"/>
                    <a:gd name="connsiteX476" fmla="*/ 325816 w 603435"/>
                    <a:gd name="connsiteY476" fmla="*/ 16389 h 195107"/>
                    <a:gd name="connsiteX477" fmla="*/ 446974 w 603435"/>
                    <a:gd name="connsiteY477" fmla="*/ 673 h 195107"/>
                    <a:gd name="connsiteX478" fmla="*/ 452785 w 603435"/>
                    <a:gd name="connsiteY478" fmla="*/ 2483 h 195107"/>
                    <a:gd name="connsiteX479" fmla="*/ 453166 w 603435"/>
                    <a:gd name="connsiteY479" fmla="*/ 6483 h 195107"/>
                    <a:gd name="connsiteX480" fmla="*/ 451261 w 603435"/>
                    <a:gd name="connsiteY480" fmla="*/ 9531 h 195107"/>
                    <a:gd name="connsiteX481" fmla="*/ 441831 w 603435"/>
                    <a:gd name="connsiteY481" fmla="*/ 16675 h 195107"/>
                    <a:gd name="connsiteX482" fmla="*/ 439640 w 603435"/>
                    <a:gd name="connsiteY482" fmla="*/ 18961 h 195107"/>
                    <a:gd name="connsiteX483" fmla="*/ 433639 w 603435"/>
                    <a:gd name="connsiteY483" fmla="*/ 18961 h 195107"/>
                    <a:gd name="connsiteX484" fmla="*/ 433639 w 603435"/>
                    <a:gd name="connsiteY484" fmla="*/ 11627 h 195107"/>
                    <a:gd name="connsiteX485" fmla="*/ 446974 w 603435"/>
                    <a:gd name="connsiteY485" fmla="*/ 673 h 19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603435" h="195107">
                      <a:moveTo>
                        <a:pt x="200276" y="181457"/>
                      </a:moveTo>
                      <a:cubicBezTo>
                        <a:pt x="204372" y="182600"/>
                        <a:pt x="208563" y="183839"/>
                        <a:pt x="212754" y="184982"/>
                      </a:cubicBezTo>
                      <a:cubicBezTo>
                        <a:pt x="215040" y="185648"/>
                        <a:pt x="216183" y="188696"/>
                        <a:pt x="215707" y="191363"/>
                      </a:cubicBezTo>
                      <a:cubicBezTo>
                        <a:pt x="215135" y="194126"/>
                        <a:pt x="212659" y="195554"/>
                        <a:pt x="210468" y="194983"/>
                      </a:cubicBezTo>
                      <a:cubicBezTo>
                        <a:pt x="206277" y="193840"/>
                        <a:pt x="202181" y="192602"/>
                        <a:pt x="197990" y="191459"/>
                      </a:cubicBezTo>
                      <a:cubicBezTo>
                        <a:pt x="195704" y="190792"/>
                        <a:pt x="194561" y="187744"/>
                        <a:pt x="195038" y="185077"/>
                      </a:cubicBezTo>
                      <a:cubicBezTo>
                        <a:pt x="195609" y="182315"/>
                        <a:pt x="198086" y="180886"/>
                        <a:pt x="200276" y="181457"/>
                      </a:cubicBezTo>
                      <a:close/>
                      <a:moveTo>
                        <a:pt x="562417" y="178981"/>
                      </a:moveTo>
                      <a:cubicBezTo>
                        <a:pt x="563560" y="179267"/>
                        <a:pt x="564417" y="180219"/>
                        <a:pt x="564989" y="181362"/>
                      </a:cubicBezTo>
                      <a:cubicBezTo>
                        <a:pt x="565560" y="182505"/>
                        <a:pt x="565656" y="184124"/>
                        <a:pt x="565370" y="185363"/>
                      </a:cubicBezTo>
                      <a:cubicBezTo>
                        <a:pt x="565084" y="186696"/>
                        <a:pt x="564417" y="187649"/>
                        <a:pt x="563465" y="188411"/>
                      </a:cubicBezTo>
                      <a:cubicBezTo>
                        <a:pt x="561274" y="190220"/>
                        <a:pt x="558988" y="192125"/>
                        <a:pt x="556797" y="193935"/>
                      </a:cubicBezTo>
                      <a:cubicBezTo>
                        <a:pt x="555845" y="194697"/>
                        <a:pt x="554607" y="194697"/>
                        <a:pt x="553559" y="194411"/>
                      </a:cubicBezTo>
                      <a:cubicBezTo>
                        <a:pt x="552416" y="194126"/>
                        <a:pt x="551559" y="193173"/>
                        <a:pt x="550987" y="192030"/>
                      </a:cubicBezTo>
                      <a:cubicBezTo>
                        <a:pt x="550415" y="190887"/>
                        <a:pt x="550320" y="189268"/>
                        <a:pt x="550606" y="188030"/>
                      </a:cubicBezTo>
                      <a:cubicBezTo>
                        <a:pt x="550892" y="186696"/>
                        <a:pt x="551559" y="185744"/>
                        <a:pt x="552511" y="184982"/>
                      </a:cubicBezTo>
                      <a:cubicBezTo>
                        <a:pt x="554702" y="183172"/>
                        <a:pt x="556988" y="181267"/>
                        <a:pt x="559179" y="179457"/>
                      </a:cubicBezTo>
                      <a:cubicBezTo>
                        <a:pt x="560131" y="178695"/>
                        <a:pt x="561369" y="178695"/>
                        <a:pt x="562417" y="178981"/>
                      </a:cubicBezTo>
                      <a:close/>
                      <a:moveTo>
                        <a:pt x="125600" y="178790"/>
                      </a:moveTo>
                      <a:cubicBezTo>
                        <a:pt x="126172" y="178505"/>
                        <a:pt x="126744" y="178600"/>
                        <a:pt x="127315" y="178790"/>
                      </a:cubicBezTo>
                      <a:cubicBezTo>
                        <a:pt x="128839" y="179267"/>
                        <a:pt x="130363" y="179838"/>
                        <a:pt x="131887" y="180314"/>
                      </a:cubicBezTo>
                      <a:cubicBezTo>
                        <a:pt x="133030" y="180695"/>
                        <a:pt x="133887" y="181553"/>
                        <a:pt x="134459" y="182696"/>
                      </a:cubicBezTo>
                      <a:lnTo>
                        <a:pt x="134363" y="182696"/>
                      </a:lnTo>
                      <a:cubicBezTo>
                        <a:pt x="134745" y="183458"/>
                        <a:pt x="134935" y="184315"/>
                        <a:pt x="134935" y="185267"/>
                      </a:cubicBezTo>
                      <a:cubicBezTo>
                        <a:pt x="134840" y="185648"/>
                        <a:pt x="134745" y="186125"/>
                        <a:pt x="134745" y="186601"/>
                      </a:cubicBezTo>
                      <a:cubicBezTo>
                        <a:pt x="134649" y="187268"/>
                        <a:pt x="134363" y="187839"/>
                        <a:pt x="133982" y="188315"/>
                      </a:cubicBezTo>
                      <a:cubicBezTo>
                        <a:pt x="133697" y="188887"/>
                        <a:pt x="133316" y="189363"/>
                        <a:pt x="132839" y="189649"/>
                      </a:cubicBezTo>
                      <a:cubicBezTo>
                        <a:pt x="132363" y="190030"/>
                        <a:pt x="131887" y="190220"/>
                        <a:pt x="131315" y="190220"/>
                      </a:cubicBezTo>
                      <a:cubicBezTo>
                        <a:pt x="130744" y="190506"/>
                        <a:pt x="130173" y="190411"/>
                        <a:pt x="129601" y="190220"/>
                      </a:cubicBezTo>
                      <a:cubicBezTo>
                        <a:pt x="128077" y="189744"/>
                        <a:pt x="126553" y="189173"/>
                        <a:pt x="125029" y="188696"/>
                      </a:cubicBezTo>
                      <a:cubicBezTo>
                        <a:pt x="123981" y="188315"/>
                        <a:pt x="123124" y="187458"/>
                        <a:pt x="122552" y="186315"/>
                      </a:cubicBezTo>
                      <a:cubicBezTo>
                        <a:pt x="122172" y="185553"/>
                        <a:pt x="121981" y="184696"/>
                        <a:pt x="121981" y="183743"/>
                      </a:cubicBezTo>
                      <a:cubicBezTo>
                        <a:pt x="122076" y="183362"/>
                        <a:pt x="122172" y="182886"/>
                        <a:pt x="122172" y="182410"/>
                      </a:cubicBezTo>
                      <a:cubicBezTo>
                        <a:pt x="122267" y="181743"/>
                        <a:pt x="122552" y="181172"/>
                        <a:pt x="122933" y="180695"/>
                      </a:cubicBezTo>
                      <a:cubicBezTo>
                        <a:pt x="123219" y="180124"/>
                        <a:pt x="123600" y="179648"/>
                        <a:pt x="124076" y="179362"/>
                      </a:cubicBezTo>
                      <a:cubicBezTo>
                        <a:pt x="124553" y="178981"/>
                        <a:pt x="125029" y="178790"/>
                        <a:pt x="125600" y="178790"/>
                      </a:cubicBezTo>
                      <a:close/>
                      <a:moveTo>
                        <a:pt x="437926" y="178600"/>
                      </a:moveTo>
                      <a:cubicBezTo>
                        <a:pt x="438307" y="178695"/>
                        <a:pt x="438688" y="178791"/>
                        <a:pt x="439069" y="178791"/>
                      </a:cubicBezTo>
                      <a:cubicBezTo>
                        <a:pt x="439640" y="178981"/>
                        <a:pt x="440116" y="179267"/>
                        <a:pt x="440497" y="179743"/>
                      </a:cubicBezTo>
                      <a:cubicBezTo>
                        <a:pt x="440878" y="180124"/>
                        <a:pt x="441259" y="180600"/>
                        <a:pt x="441545" y="181172"/>
                      </a:cubicBezTo>
                      <a:cubicBezTo>
                        <a:pt x="441831" y="181743"/>
                        <a:pt x="442021" y="182410"/>
                        <a:pt x="442021" y="183077"/>
                      </a:cubicBezTo>
                      <a:cubicBezTo>
                        <a:pt x="442212" y="183839"/>
                        <a:pt x="442212" y="184505"/>
                        <a:pt x="442021" y="185172"/>
                      </a:cubicBezTo>
                      <a:cubicBezTo>
                        <a:pt x="441736" y="186696"/>
                        <a:pt x="441450" y="188220"/>
                        <a:pt x="441164" y="189744"/>
                      </a:cubicBezTo>
                      <a:cubicBezTo>
                        <a:pt x="440974" y="190601"/>
                        <a:pt x="440688" y="191363"/>
                        <a:pt x="440116" y="192030"/>
                      </a:cubicBezTo>
                      <a:cubicBezTo>
                        <a:pt x="439831" y="192221"/>
                        <a:pt x="439545" y="192507"/>
                        <a:pt x="439259" y="192792"/>
                      </a:cubicBezTo>
                      <a:cubicBezTo>
                        <a:pt x="438592" y="193269"/>
                        <a:pt x="437926" y="193459"/>
                        <a:pt x="437164" y="193459"/>
                      </a:cubicBezTo>
                      <a:cubicBezTo>
                        <a:pt x="436783" y="193364"/>
                        <a:pt x="436402" y="193269"/>
                        <a:pt x="436021" y="193269"/>
                      </a:cubicBezTo>
                      <a:cubicBezTo>
                        <a:pt x="435449" y="193078"/>
                        <a:pt x="434973" y="192792"/>
                        <a:pt x="434592" y="192316"/>
                      </a:cubicBezTo>
                      <a:cubicBezTo>
                        <a:pt x="434211" y="191935"/>
                        <a:pt x="433830" y="191459"/>
                        <a:pt x="433544" y="190887"/>
                      </a:cubicBezTo>
                      <a:cubicBezTo>
                        <a:pt x="433258" y="190316"/>
                        <a:pt x="433068" y="189649"/>
                        <a:pt x="433068" y="188982"/>
                      </a:cubicBezTo>
                      <a:cubicBezTo>
                        <a:pt x="432877" y="188220"/>
                        <a:pt x="432877" y="187554"/>
                        <a:pt x="433068" y="186887"/>
                      </a:cubicBezTo>
                      <a:cubicBezTo>
                        <a:pt x="433354" y="185363"/>
                        <a:pt x="433639" y="183839"/>
                        <a:pt x="433925" y="182315"/>
                      </a:cubicBezTo>
                      <a:cubicBezTo>
                        <a:pt x="434116" y="181458"/>
                        <a:pt x="434497" y="180696"/>
                        <a:pt x="434973" y="180029"/>
                      </a:cubicBezTo>
                      <a:cubicBezTo>
                        <a:pt x="435259" y="179838"/>
                        <a:pt x="435544" y="179553"/>
                        <a:pt x="435830" y="179267"/>
                      </a:cubicBezTo>
                      <a:cubicBezTo>
                        <a:pt x="436497" y="178791"/>
                        <a:pt x="437164" y="178600"/>
                        <a:pt x="437926" y="178600"/>
                      </a:cubicBezTo>
                      <a:close/>
                      <a:moveTo>
                        <a:pt x="246473" y="165455"/>
                      </a:moveTo>
                      <a:cubicBezTo>
                        <a:pt x="247045" y="165360"/>
                        <a:pt x="247616" y="165265"/>
                        <a:pt x="248188" y="165455"/>
                      </a:cubicBezTo>
                      <a:cubicBezTo>
                        <a:pt x="248664" y="165455"/>
                        <a:pt x="249235" y="165645"/>
                        <a:pt x="249712" y="166027"/>
                      </a:cubicBezTo>
                      <a:cubicBezTo>
                        <a:pt x="251617" y="166979"/>
                        <a:pt x="253617" y="168027"/>
                        <a:pt x="255522" y="169074"/>
                      </a:cubicBezTo>
                      <a:cubicBezTo>
                        <a:pt x="256189" y="169456"/>
                        <a:pt x="256665" y="170122"/>
                        <a:pt x="257046" y="170884"/>
                      </a:cubicBezTo>
                      <a:cubicBezTo>
                        <a:pt x="257141" y="171265"/>
                        <a:pt x="257427" y="172123"/>
                        <a:pt x="257427" y="172123"/>
                      </a:cubicBezTo>
                      <a:cubicBezTo>
                        <a:pt x="257808" y="173456"/>
                        <a:pt x="257522" y="174885"/>
                        <a:pt x="257046" y="176123"/>
                      </a:cubicBezTo>
                      <a:cubicBezTo>
                        <a:pt x="256855" y="176695"/>
                        <a:pt x="256474" y="177171"/>
                        <a:pt x="255998" y="177552"/>
                      </a:cubicBezTo>
                      <a:cubicBezTo>
                        <a:pt x="255617" y="178028"/>
                        <a:pt x="255141" y="178314"/>
                        <a:pt x="254569" y="178504"/>
                      </a:cubicBezTo>
                      <a:cubicBezTo>
                        <a:pt x="253998" y="178599"/>
                        <a:pt x="253426" y="178695"/>
                        <a:pt x="252855" y="178504"/>
                      </a:cubicBezTo>
                      <a:cubicBezTo>
                        <a:pt x="252379" y="178504"/>
                        <a:pt x="251807" y="178314"/>
                        <a:pt x="251331" y="177933"/>
                      </a:cubicBezTo>
                      <a:lnTo>
                        <a:pt x="245521" y="174885"/>
                      </a:lnTo>
                      <a:cubicBezTo>
                        <a:pt x="244854" y="174504"/>
                        <a:pt x="244378" y="173837"/>
                        <a:pt x="243997" y="173075"/>
                      </a:cubicBezTo>
                      <a:cubicBezTo>
                        <a:pt x="243901" y="172694"/>
                        <a:pt x="243711" y="172218"/>
                        <a:pt x="243616" y="171837"/>
                      </a:cubicBezTo>
                      <a:cubicBezTo>
                        <a:pt x="243235" y="170503"/>
                        <a:pt x="243520" y="169074"/>
                        <a:pt x="243997" y="167836"/>
                      </a:cubicBezTo>
                      <a:cubicBezTo>
                        <a:pt x="244187" y="167265"/>
                        <a:pt x="244568" y="166788"/>
                        <a:pt x="245044" y="166407"/>
                      </a:cubicBezTo>
                      <a:cubicBezTo>
                        <a:pt x="245425" y="165931"/>
                        <a:pt x="245902" y="165645"/>
                        <a:pt x="246473" y="165455"/>
                      </a:cubicBezTo>
                      <a:close/>
                      <a:moveTo>
                        <a:pt x="3585" y="159930"/>
                      </a:moveTo>
                      <a:cubicBezTo>
                        <a:pt x="4157" y="159645"/>
                        <a:pt x="4728" y="159740"/>
                        <a:pt x="5300" y="159930"/>
                      </a:cubicBezTo>
                      <a:cubicBezTo>
                        <a:pt x="7205" y="160311"/>
                        <a:pt x="9205" y="160597"/>
                        <a:pt x="11110" y="160978"/>
                      </a:cubicBezTo>
                      <a:cubicBezTo>
                        <a:pt x="11872" y="161264"/>
                        <a:pt x="12443" y="161645"/>
                        <a:pt x="13015" y="162312"/>
                      </a:cubicBezTo>
                      <a:cubicBezTo>
                        <a:pt x="13205" y="162693"/>
                        <a:pt x="13682" y="163359"/>
                        <a:pt x="13682" y="163359"/>
                      </a:cubicBezTo>
                      <a:lnTo>
                        <a:pt x="13777" y="163359"/>
                      </a:lnTo>
                      <a:cubicBezTo>
                        <a:pt x="14348" y="164598"/>
                        <a:pt x="14444" y="166026"/>
                        <a:pt x="14158" y="167360"/>
                      </a:cubicBezTo>
                      <a:cubicBezTo>
                        <a:pt x="14063" y="168027"/>
                        <a:pt x="13777" y="168598"/>
                        <a:pt x="13396" y="169074"/>
                      </a:cubicBezTo>
                      <a:cubicBezTo>
                        <a:pt x="13110" y="169646"/>
                        <a:pt x="12729" y="170122"/>
                        <a:pt x="12253" y="170408"/>
                      </a:cubicBezTo>
                      <a:cubicBezTo>
                        <a:pt x="11681" y="170789"/>
                        <a:pt x="11205" y="170979"/>
                        <a:pt x="10634" y="170979"/>
                      </a:cubicBezTo>
                      <a:cubicBezTo>
                        <a:pt x="10062" y="171265"/>
                        <a:pt x="9491" y="171170"/>
                        <a:pt x="8919" y="170979"/>
                      </a:cubicBezTo>
                      <a:cubicBezTo>
                        <a:pt x="7014" y="170598"/>
                        <a:pt x="5014" y="170313"/>
                        <a:pt x="3109" y="169932"/>
                      </a:cubicBezTo>
                      <a:cubicBezTo>
                        <a:pt x="2347" y="169646"/>
                        <a:pt x="1775" y="169265"/>
                        <a:pt x="1204" y="168598"/>
                      </a:cubicBezTo>
                      <a:cubicBezTo>
                        <a:pt x="1013" y="168217"/>
                        <a:pt x="728" y="167931"/>
                        <a:pt x="537" y="167550"/>
                      </a:cubicBezTo>
                      <a:cubicBezTo>
                        <a:pt x="-34" y="166312"/>
                        <a:pt x="-130" y="164883"/>
                        <a:pt x="156" y="163550"/>
                      </a:cubicBezTo>
                      <a:cubicBezTo>
                        <a:pt x="251" y="162883"/>
                        <a:pt x="537" y="162312"/>
                        <a:pt x="918" y="161835"/>
                      </a:cubicBezTo>
                      <a:cubicBezTo>
                        <a:pt x="1204" y="161264"/>
                        <a:pt x="1585" y="160788"/>
                        <a:pt x="2061" y="160502"/>
                      </a:cubicBezTo>
                      <a:cubicBezTo>
                        <a:pt x="2537" y="160121"/>
                        <a:pt x="3014" y="159930"/>
                        <a:pt x="3585" y="159930"/>
                      </a:cubicBezTo>
                      <a:close/>
                      <a:moveTo>
                        <a:pt x="355820" y="157264"/>
                      </a:moveTo>
                      <a:cubicBezTo>
                        <a:pt x="356963" y="157264"/>
                        <a:pt x="357916" y="157931"/>
                        <a:pt x="358773" y="158788"/>
                      </a:cubicBezTo>
                      <a:cubicBezTo>
                        <a:pt x="363631" y="163741"/>
                        <a:pt x="367155" y="170123"/>
                        <a:pt x="369536" y="177267"/>
                      </a:cubicBezTo>
                      <a:lnTo>
                        <a:pt x="369441" y="177267"/>
                      </a:lnTo>
                      <a:cubicBezTo>
                        <a:pt x="369917" y="178505"/>
                        <a:pt x="369536" y="180124"/>
                        <a:pt x="369060" y="181267"/>
                      </a:cubicBezTo>
                      <a:cubicBezTo>
                        <a:pt x="368489" y="182505"/>
                        <a:pt x="367536" y="183267"/>
                        <a:pt x="366488" y="183648"/>
                      </a:cubicBezTo>
                      <a:cubicBezTo>
                        <a:pt x="365536" y="184125"/>
                        <a:pt x="364202" y="183839"/>
                        <a:pt x="363250" y="183172"/>
                      </a:cubicBezTo>
                      <a:cubicBezTo>
                        <a:pt x="362202" y="182410"/>
                        <a:pt x="361821" y="181362"/>
                        <a:pt x="361345" y="180124"/>
                      </a:cubicBezTo>
                      <a:cubicBezTo>
                        <a:pt x="361440" y="180315"/>
                        <a:pt x="361631" y="180600"/>
                        <a:pt x="361631" y="180791"/>
                      </a:cubicBezTo>
                      <a:cubicBezTo>
                        <a:pt x="360583" y="177647"/>
                        <a:pt x="359154" y="174695"/>
                        <a:pt x="357440" y="171933"/>
                      </a:cubicBezTo>
                      <a:cubicBezTo>
                        <a:pt x="356106" y="169837"/>
                        <a:pt x="354582" y="167837"/>
                        <a:pt x="352868" y="166122"/>
                      </a:cubicBezTo>
                      <a:cubicBezTo>
                        <a:pt x="351058" y="164217"/>
                        <a:pt x="351439" y="160693"/>
                        <a:pt x="352868" y="158788"/>
                      </a:cubicBezTo>
                      <a:cubicBezTo>
                        <a:pt x="353534" y="157836"/>
                        <a:pt x="354773" y="157264"/>
                        <a:pt x="355820" y="157264"/>
                      </a:cubicBezTo>
                      <a:close/>
                      <a:moveTo>
                        <a:pt x="475549" y="156026"/>
                      </a:moveTo>
                      <a:cubicBezTo>
                        <a:pt x="476597" y="155549"/>
                        <a:pt x="477835" y="155835"/>
                        <a:pt x="478788" y="156502"/>
                      </a:cubicBezTo>
                      <a:cubicBezTo>
                        <a:pt x="479645" y="157073"/>
                        <a:pt x="480407" y="158311"/>
                        <a:pt x="480693" y="159550"/>
                      </a:cubicBezTo>
                      <a:cubicBezTo>
                        <a:pt x="480788" y="160312"/>
                        <a:pt x="480788" y="160978"/>
                        <a:pt x="480693" y="161645"/>
                      </a:cubicBezTo>
                      <a:cubicBezTo>
                        <a:pt x="480693" y="162312"/>
                        <a:pt x="480502" y="162979"/>
                        <a:pt x="480217" y="163550"/>
                      </a:cubicBezTo>
                      <a:lnTo>
                        <a:pt x="475645" y="171742"/>
                      </a:lnTo>
                      <a:cubicBezTo>
                        <a:pt x="475264" y="172504"/>
                        <a:pt x="474787" y="173075"/>
                        <a:pt x="474121" y="173551"/>
                      </a:cubicBezTo>
                      <a:cubicBezTo>
                        <a:pt x="473740" y="173647"/>
                        <a:pt x="473454" y="173837"/>
                        <a:pt x="473073" y="174028"/>
                      </a:cubicBezTo>
                      <a:cubicBezTo>
                        <a:pt x="472025" y="174504"/>
                        <a:pt x="470787" y="174218"/>
                        <a:pt x="469834" y="173551"/>
                      </a:cubicBezTo>
                      <a:cubicBezTo>
                        <a:pt x="468977" y="172980"/>
                        <a:pt x="468215" y="171742"/>
                        <a:pt x="467929" y="170503"/>
                      </a:cubicBezTo>
                      <a:cubicBezTo>
                        <a:pt x="467834" y="169742"/>
                        <a:pt x="467834" y="169075"/>
                        <a:pt x="467929" y="168408"/>
                      </a:cubicBezTo>
                      <a:cubicBezTo>
                        <a:pt x="467929" y="167741"/>
                        <a:pt x="468120" y="167075"/>
                        <a:pt x="468406" y="166503"/>
                      </a:cubicBezTo>
                      <a:cubicBezTo>
                        <a:pt x="469930" y="163741"/>
                        <a:pt x="471454" y="161074"/>
                        <a:pt x="472978" y="158311"/>
                      </a:cubicBezTo>
                      <a:cubicBezTo>
                        <a:pt x="473359" y="157550"/>
                        <a:pt x="473835" y="156978"/>
                        <a:pt x="474502" y="156502"/>
                      </a:cubicBezTo>
                      <a:cubicBezTo>
                        <a:pt x="474883" y="156406"/>
                        <a:pt x="475168" y="156216"/>
                        <a:pt x="475549" y="156026"/>
                      </a:cubicBezTo>
                      <a:close/>
                      <a:moveTo>
                        <a:pt x="76833" y="147835"/>
                      </a:moveTo>
                      <a:cubicBezTo>
                        <a:pt x="77785" y="147358"/>
                        <a:pt x="79214" y="147644"/>
                        <a:pt x="80071" y="148311"/>
                      </a:cubicBezTo>
                      <a:cubicBezTo>
                        <a:pt x="80929" y="148977"/>
                        <a:pt x="81691" y="150120"/>
                        <a:pt x="81976" y="151359"/>
                      </a:cubicBezTo>
                      <a:cubicBezTo>
                        <a:pt x="82643" y="154216"/>
                        <a:pt x="83405" y="157169"/>
                        <a:pt x="84072" y="160027"/>
                      </a:cubicBezTo>
                      <a:lnTo>
                        <a:pt x="83977" y="160027"/>
                      </a:lnTo>
                      <a:cubicBezTo>
                        <a:pt x="84358" y="161360"/>
                        <a:pt x="84167" y="162789"/>
                        <a:pt x="83596" y="164027"/>
                      </a:cubicBezTo>
                      <a:cubicBezTo>
                        <a:pt x="83119" y="165265"/>
                        <a:pt x="82167" y="166027"/>
                        <a:pt x="81119" y="166408"/>
                      </a:cubicBezTo>
                      <a:cubicBezTo>
                        <a:pt x="80167" y="166885"/>
                        <a:pt x="78833" y="166599"/>
                        <a:pt x="77881" y="165932"/>
                      </a:cubicBezTo>
                      <a:cubicBezTo>
                        <a:pt x="77023" y="165265"/>
                        <a:pt x="76261" y="164122"/>
                        <a:pt x="75976" y="162884"/>
                      </a:cubicBezTo>
                      <a:cubicBezTo>
                        <a:pt x="75309" y="160027"/>
                        <a:pt x="74547" y="157074"/>
                        <a:pt x="73880" y="154216"/>
                      </a:cubicBezTo>
                      <a:cubicBezTo>
                        <a:pt x="73499" y="152883"/>
                        <a:pt x="73690" y="151454"/>
                        <a:pt x="74261" y="150216"/>
                      </a:cubicBezTo>
                      <a:cubicBezTo>
                        <a:pt x="74833" y="148977"/>
                        <a:pt x="75785" y="148215"/>
                        <a:pt x="76833" y="147835"/>
                      </a:cubicBezTo>
                      <a:close/>
                      <a:moveTo>
                        <a:pt x="320673" y="142119"/>
                      </a:moveTo>
                      <a:cubicBezTo>
                        <a:pt x="321626" y="142405"/>
                        <a:pt x="322769" y="143357"/>
                        <a:pt x="323245" y="144500"/>
                      </a:cubicBezTo>
                      <a:cubicBezTo>
                        <a:pt x="324483" y="147739"/>
                        <a:pt x="325721" y="150977"/>
                        <a:pt x="326960" y="154216"/>
                      </a:cubicBezTo>
                      <a:cubicBezTo>
                        <a:pt x="327341" y="154978"/>
                        <a:pt x="327531" y="155835"/>
                        <a:pt x="327531" y="156788"/>
                      </a:cubicBezTo>
                      <a:cubicBezTo>
                        <a:pt x="327436" y="157169"/>
                        <a:pt x="327341" y="157645"/>
                        <a:pt x="327341" y="158121"/>
                      </a:cubicBezTo>
                      <a:cubicBezTo>
                        <a:pt x="327150" y="159359"/>
                        <a:pt x="326293" y="160502"/>
                        <a:pt x="325436" y="161169"/>
                      </a:cubicBezTo>
                      <a:cubicBezTo>
                        <a:pt x="324578" y="161836"/>
                        <a:pt x="323245" y="162026"/>
                        <a:pt x="322197" y="161645"/>
                      </a:cubicBezTo>
                      <a:cubicBezTo>
                        <a:pt x="321245" y="161360"/>
                        <a:pt x="320102" y="160407"/>
                        <a:pt x="319625" y="159264"/>
                      </a:cubicBezTo>
                      <a:cubicBezTo>
                        <a:pt x="318387" y="156026"/>
                        <a:pt x="317149" y="152787"/>
                        <a:pt x="315911" y="149549"/>
                      </a:cubicBezTo>
                      <a:cubicBezTo>
                        <a:pt x="315530" y="148787"/>
                        <a:pt x="315339" y="147929"/>
                        <a:pt x="315339" y="146977"/>
                      </a:cubicBezTo>
                      <a:cubicBezTo>
                        <a:pt x="315434" y="146596"/>
                        <a:pt x="315530" y="146120"/>
                        <a:pt x="315530" y="145644"/>
                      </a:cubicBezTo>
                      <a:cubicBezTo>
                        <a:pt x="315720" y="144405"/>
                        <a:pt x="316577" y="143262"/>
                        <a:pt x="317435" y="142595"/>
                      </a:cubicBezTo>
                      <a:cubicBezTo>
                        <a:pt x="318292" y="141929"/>
                        <a:pt x="319625" y="141738"/>
                        <a:pt x="320673" y="142119"/>
                      </a:cubicBezTo>
                      <a:close/>
                      <a:moveTo>
                        <a:pt x="195419" y="141357"/>
                      </a:moveTo>
                      <a:cubicBezTo>
                        <a:pt x="198372" y="141452"/>
                        <a:pt x="201229" y="141643"/>
                        <a:pt x="204182" y="141738"/>
                      </a:cubicBezTo>
                      <a:cubicBezTo>
                        <a:pt x="206468" y="141833"/>
                        <a:pt x="208278" y="144024"/>
                        <a:pt x="208373" y="146882"/>
                      </a:cubicBezTo>
                      <a:cubicBezTo>
                        <a:pt x="208468" y="148120"/>
                        <a:pt x="207897" y="149644"/>
                        <a:pt x="207135" y="150501"/>
                      </a:cubicBezTo>
                      <a:cubicBezTo>
                        <a:pt x="206468" y="151453"/>
                        <a:pt x="205230" y="152025"/>
                        <a:pt x="204182" y="152025"/>
                      </a:cubicBezTo>
                      <a:cubicBezTo>
                        <a:pt x="201229" y="151930"/>
                        <a:pt x="198372" y="151739"/>
                        <a:pt x="195419" y="151644"/>
                      </a:cubicBezTo>
                      <a:cubicBezTo>
                        <a:pt x="193133" y="151549"/>
                        <a:pt x="191323" y="149358"/>
                        <a:pt x="191228" y="146501"/>
                      </a:cubicBezTo>
                      <a:cubicBezTo>
                        <a:pt x="191228" y="145262"/>
                        <a:pt x="191704" y="143738"/>
                        <a:pt x="192466" y="142881"/>
                      </a:cubicBezTo>
                      <a:cubicBezTo>
                        <a:pt x="193133" y="141928"/>
                        <a:pt x="194371" y="141357"/>
                        <a:pt x="195419" y="141357"/>
                      </a:cubicBezTo>
                      <a:close/>
                      <a:moveTo>
                        <a:pt x="272095" y="134309"/>
                      </a:moveTo>
                      <a:cubicBezTo>
                        <a:pt x="277524" y="134309"/>
                        <a:pt x="277524" y="144596"/>
                        <a:pt x="272095" y="144596"/>
                      </a:cubicBezTo>
                      <a:cubicBezTo>
                        <a:pt x="266666" y="144596"/>
                        <a:pt x="266666" y="134309"/>
                        <a:pt x="272095" y="134309"/>
                      </a:cubicBezTo>
                      <a:close/>
                      <a:moveTo>
                        <a:pt x="562036" y="134023"/>
                      </a:moveTo>
                      <a:cubicBezTo>
                        <a:pt x="562607" y="134213"/>
                        <a:pt x="563084" y="134499"/>
                        <a:pt x="563465" y="134975"/>
                      </a:cubicBezTo>
                      <a:cubicBezTo>
                        <a:pt x="563846" y="135356"/>
                        <a:pt x="564227" y="135833"/>
                        <a:pt x="564512" y="136404"/>
                      </a:cubicBezTo>
                      <a:lnTo>
                        <a:pt x="564512" y="136499"/>
                      </a:lnTo>
                      <a:cubicBezTo>
                        <a:pt x="564798" y="137071"/>
                        <a:pt x="564989" y="137738"/>
                        <a:pt x="564989" y="138404"/>
                      </a:cubicBezTo>
                      <a:cubicBezTo>
                        <a:pt x="565179" y="139166"/>
                        <a:pt x="565179" y="139833"/>
                        <a:pt x="564989" y="140500"/>
                      </a:cubicBezTo>
                      <a:cubicBezTo>
                        <a:pt x="564322" y="142691"/>
                        <a:pt x="563560" y="144881"/>
                        <a:pt x="562893" y="147072"/>
                      </a:cubicBezTo>
                      <a:cubicBezTo>
                        <a:pt x="562703" y="147929"/>
                        <a:pt x="562417" y="148691"/>
                        <a:pt x="561845" y="149358"/>
                      </a:cubicBezTo>
                      <a:cubicBezTo>
                        <a:pt x="561560" y="149549"/>
                        <a:pt x="561274" y="149834"/>
                        <a:pt x="560988" y="150120"/>
                      </a:cubicBezTo>
                      <a:cubicBezTo>
                        <a:pt x="560036" y="150787"/>
                        <a:pt x="558797" y="150882"/>
                        <a:pt x="557750" y="150596"/>
                      </a:cubicBezTo>
                      <a:cubicBezTo>
                        <a:pt x="557178" y="150406"/>
                        <a:pt x="556702" y="150120"/>
                        <a:pt x="556321" y="149644"/>
                      </a:cubicBezTo>
                      <a:cubicBezTo>
                        <a:pt x="555940" y="149263"/>
                        <a:pt x="555559" y="148787"/>
                        <a:pt x="555273" y="148215"/>
                      </a:cubicBezTo>
                      <a:cubicBezTo>
                        <a:pt x="554987" y="147644"/>
                        <a:pt x="554797" y="146977"/>
                        <a:pt x="554797" y="146310"/>
                      </a:cubicBezTo>
                      <a:cubicBezTo>
                        <a:pt x="554606" y="145548"/>
                        <a:pt x="554606" y="144881"/>
                        <a:pt x="554797" y="144215"/>
                      </a:cubicBezTo>
                      <a:cubicBezTo>
                        <a:pt x="555464" y="141929"/>
                        <a:pt x="556226" y="139738"/>
                        <a:pt x="556892" y="137547"/>
                      </a:cubicBezTo>
                      <a:cubicBezTo>
                        <a:pt x="557083" y="136690"/>
                        <a:pt x="557464" y="135928"/>
                        <a:pt x="557940" y="135261"/>
                      </a:cubicBezTo>
                      <a:cubicBezTo>
                        <a:pt x="558226" y="135071"/>
                        <a:pt x="558512" y="134785"/>
                        <a:pt x="558797" y="134499"/>
                      </a:cubicBezTo>
                      <a:cubicBezTo>
                        <a:pt x="559750" y="133832"/>
                        <a:pt x="560988" y="133737"/>
                        <a:pt x="562036" y="134023"/>
                      </a:cubicBezTo>
                      <a:close/>
                      <a:moveTo>
                        <a:pt x="122838" y="128307"/>
                      </a:moveTo>
                      <a:cubicBezTo>
                        <a:pt x="124458" y="126212"/>
                        <a:pt x="127220" y="126498"/>
                        <a:pt x="128839" y="128307"/>
                      </a:cubicBezTo>
                      <a:cubicBezTo>
                        <a:pt x="133411" y="133356"/>
                        <a:pt x="137983" y="138499"/>
                        <a:pt x="142555" y="143547"/>
                      </a:cubicBezTo>
                      <a:cubicBezTo>
                        <a:pt x="144270" y="145548"/>
                        <a:pt x="144079" y="148881"/>
                        <a:pt x="142555" y="150882"/>
                      </a:cubicBezTo>
                      <a:cubicBezTo>
                        <a:pt x="140936" y="152977"/>
                        <a:pt x="138174" y="152691"/>
                        <a:pt x="136554" y="150882"/>
                      </a:cubicBezTo>
                      <a:cubicBezTo>
                        <a:pt x="131982" y="145833"/>
                        <a:pt x="127410" y="140690"/>
                        <a:pt x="122838" y="135642"/>
                      </a:cubicBezTo>
                      <a:cubicBezTo>
                        <a:pt x="121124" y="133641"/>
                        <a:pt x="121314" y="130308"/>
                        <a:pt x="122838" y="128307"/>
                      </a:cubicBezTo>
                      <a:close/>
                      <a:moveTo>
                        <a:pt x="598136" y="118783"/>
                      </a:moveTo>
                      <a:cubicBezTo>
                        <a:pt x="599183" y="118306"/>
                        <a:pt x="600421" y="118592"/>
                        <a:pt x="601374" y="119259"/>
                      </a:cubicBezTo>
                      <a:cubicBezTo>
                        <a:pt x="602231" y="119830"/>
                        <a:pt x="602993" y="121069"/>
                        <a:pt x="603279" y="122307"/>
                      </a:cubicBezTo>
                      <a:cubicBezTo>
                        <a:pt x="603565" y="123640"/>
                        <a:pt x="603469" y="125164"/>
                        <a:pt x="602898" y="126307"/>
                      </a:cubicBezTo>
                      <a:cubicBezTo>
                        <a:pt x="601660" y="128879"/>
                        <a:pt x="600421" y="131356"/>
                        <a:pt x="599183" y="133927"/>
                      </a:cubicBezTo>
                      <a:cubicBezTo>
                        <a:pt x="598517" y="135070"/>
                        <a:pt x="597659" y="135928"/>
                        <a:pt x="596612" y="136308"/>
                      </a:cubicBezTo>
                      <a:cubicBezTo>
                        <a:pt x="595564" y="136785"/>
                        <a:pt x="594325" y="136499"/>
                        <a:pt x="593373" y="135832"/>
                      </a:cubicBezTo>
                      <a:cubicBezTo>
                        <a:pt x="592516" y="135261"/>
                        <a:pt x="591754" y="134023"/>
                        <a:pt x="591468" y="132784"/>
                      </a:cubicBezTo>
                      <a:cubicBezTo>
                        <a:pt x="591182" y="131451"/>
                        <a:pt x="591277" y="129927"/>
                        <a:pt x="591849" y="128784"/>
                      </a:cubicBezTo>
                      <a:cubicBezTo>
                        <a:pt x="593087" y="126212"/>
                        <a:pt x="594325" y="123736"/>
                        <a:pt x="595564" y="121164"/>
                      </a:cubicBezTo>
                      <a:cubicBezTo>
                        <a:pt x="596231" y="120021"/>
                        <a:pt x="597088" y="119163"/>
                        <a:pt x="598136" y="118783"/>
                      </a:cubicBezTo>
                      <a:close/>
                      <a:moveTo>
                        <a:pt x="414494" y="111734"/>
                      </a:moveTo>
                      <a:cubicBezTo>
                        <a:pt x="415637" y="112020"/>
                        <a:pt x="416495" y="112972"/>
                        <a:pt x="417066" y="114115"/>
                      </a:cubicBezTo>
                      <a:lnTo>
                        <a:pt x="417161" y="114020"/>
                      </a:lnTo>
                      <a:cubicBezTo>
                        <a:pt x="417733" y="115163"/>
                        <a:pt x="417828" y="116782"/>
                        <a:pt x="417542" y="118020"/>
                      </a:cubicBezTo>
                      <a:cubicBezTo>
                        <a:pt x="417257" y="119354"/>
                        <a:pt x="416495" y="120211"/>
                        <a:pt x="415637" y="121068"/>
                      </a:cubicBezTo>
                      <a:cubicBezTo>
                        <a:pt x="415732" y="120878"/>
                        <a:pt x="415923" y="120783"/>
                        <a:pt x="416113" y="120592"/>
                      </a:cubicBezTo>
                      <a:cubicBezTo>
                        <a:pt x="414780" y="121830"/>
                        <a:pt x="413542" y="123354"/>
                        <a:pt x="412494" y="124974"/>
                      </a:cubicBezTo>
                      <a:cubicBezTo>
                        <a:pt x="411542" y="126593"/>
                        <a:pt x="410684" y="128403"/>
                        <a:pt x="410017" y="130212"/>
                      </a:cubicBezTo>
                      <a:cubicBezTo>
                        <a:pt x="409636" y="131355"/>
                        <a:pt x="409351" y="132498"/>
                        <a:pt x="409065" y="133641"/>
                      </a:cubicBezTo>
                      <a:cubicBezTo>
                        <a:pt x="408398" y="136499"/>
                        <a:pt x="406017" y="137832"/>
                        <a:pt x="403826" y="137261"/>
                      </a:cubicBezTo>
                      <a:cubicBezTo>
                        <a:pt x="401540" y="136594"/>
                        <a:pt x="400302" y="133451"/>
                        <a:pt x="400874" y="130879"/>
                      </a:cubicBezTo>
                      <a:cubicBezTo>
                        <a:pt x="401636" y="127355"/>
                        <a:pt x="402874" y="123926"/>
                        <a:pt x="404493" y="120878"/>
                      </a:cubicBezTo>
                      <a:cubicBezTo>
                        <a:pt x="406303" y="117449"/>
                        <a:pt x="408589" y="114687"/>
                        <a:pt x="411256" y="112210"/>
                      </a:cubicBezTo>
                      <a:cubicBezTo>
                        <a:pt x="412113" y="111448"/>
                        <a:pt x="413447" y="111448"/>
                        <a:pt x="414494" y="111734"/>
                      </a:cubicBezTo>
                      <a:close/>
                      <a:moveTo>
                        <a:pt x="512506" y="103257"/>
                      </a:moveTo>
                      <a:cubicBezTo>
                        <a:pt x="514697" y="103161"/>
                        <a:pt x="516793" y="105733"/>
                        <a:pt x="516697" y="108400"/>
                      </a:cubicBezTo>
                      <a:cubicBezTo>
                        <a:pt x="516412" y="114306"/>
                        <a:pt x="516126" y="120306"/>
                        <a:pt x="515840" y="126212"/>
                      </a:cubicBezTo>
                      <a:cubicBezTo>
                        <a:pt x="515745" y="129069"/>
                        <a:pt x="514030" y="131260"/>
                        <a:pt x="511649" y="131355"/>
                      </a:cubicBezTo>
                      <a:cubicBezTo>
                        <a:pt x="509458" y="131451"/>
                        <a:pt x="507363" y="128879"/>
                        <a:pt x="507458" y="126212"/>
                      </a:cubicBezTo>
                      <a:cubicBezTo>
                        <a:pt x="507744" y="120306"/>
                        <a:pt x="508030" y="114306"/>
                        <a:pt x="508315" y="108400"/>
                      </a:cubicBezTo>
                      <a:cubicBezTo>
                        <a:pt x="508411" y="105543"/>
                        <a:pt x="510125" y="103352"/>
                        <a:pt x="512506" y="103257"/>
                      </a:cubicBezTo>
                      <a:close/>
                      <a:moveTo>
                        <a:pt x="215231" y="99637"/>
                      </a:moveTo>
                      <a:cubicBezTo>
                        <a:pt x="217517" y="99923"/>
                        <a:pt x="219708" y="100399"/>
                        <a:pt x="221898" y="101352"/>
                      </a:cubicBezTo>
                      <a:cubicBezTo>
                        <a:pt x="223041" y="101828"/>
                        <a:pt x="223803" y="102590"/>
                        <a:pt x="224470" y="103733"/>
                      </a:cubicBezTo>
                      <a:lnTo>
                        <a:pt x="224375" y="103828"/>
                      </a:lnTo>
                      <a:cubicBezTo>
                        <a:pt x="224946" y="105066"/>
                        <a:pt x="225042" y="106495"/>
                        <a:pt x="224756" y="107829"/>
                      </a:cubicBezTo>
                      <a:cubicBezTo>
                        <a:pt x="224565" y="109067"/>
                        <a:pt x="223708" y="110210"/>
                        <a:pt x="222851" y="110877"/>
                      </a:cubicBezTo>
                      <a:cubicBezTo>
                        <a:pt x="221994" y="111448"/>
                        <a:pt x="220565" y="111829"/>
                        <a:pt x="219612" y="111353"/>
                      </a:cubicBezTo>
                      <a:cubicBezTo>
                        <a:pt x="218279" y="110686"/>
                        <a:pt x="216850" y="110305"/>
                        <a:pt x="215421" y="110019"/>
                      </a:cubicBezTo>
                      <a:cubicBezTo>
                        <a:pt x="213516" y="109734"/>
                        <a:pt x="211707" y="109734"/>
                        <a:pt x="209897" y="110019"/>
                      </a:cubicBezTo>
                      <a:cubicBezTo>
                        <a:pt x="209421" y="110114"/>
                        <a:pt x="208849" y="110114"/>
                        <a:pt x="208373" y="109924"/>
                      </a:cubicBezTo>
                      <a:cubicBezTo>
                        <a:pt x="207992" y="109829"/>
                        <a:pt x="207706" y="109638"/>
                        <a:pt x="207325" y="109448"/>
                      </a:cubicBezTo>
                      <a:cubicBezTo>
                        <a:pt x="206373" y="108876"/>
                        <a:pt x="205706" y="107638"/>
                        <a:pt x="205420" y="106400"/>
                      </a:cubicBezTo>
                      <a:cubicBezTo>
                        <a:pt x="205039" y="105162"/>
                        <a:pt x="205230" y="103542"/>
                        <a:pt x="205801" y="102399"/>
                      </a:cubicBezTo>
                      <a:cubicBezTo>
                        <a:pt x="206277" y="101447"/>
                        <a:pt x="207420" y="100209"/>
                        <a:pt x="208373" y="100018"/>
                      </a:cubicBezTo>
                      <a:cubicBezTo>
                        <a:pt x="210659" y="99637"/>
                        <a:pt x="212945" y="99351"/>
                        <a:pt x="215231" y="99637"/>
                      </a:cubicBezTo>
                      <a:close/>
                      <a:moveTo>
                        <a:pt x="76642" y="95732"/>
                      </a:moveTo>
                      <a:cubicBezTo>
                        <a:pt x="82548" y="95732"/>
                        <a:pt x="88358" y="98590"/>
                        <a:pt x="92644" y="103638"/>
                      </a:cubicBezTo>
                      <a:cubicBezTo>
                        <a:pt x="94359" y="105638"/>
                        <a:pt x="94168" y="108972"/>
                        <a:pt x="92644" y="110972"/>
                      </a:cubicBezTo>
                      <a:cubicBezTo>
                        <a:pt x="91025" y="113067"/>
                        <a:pt x="88263" y="112877"/>
                        <a:pt x="86643" y="110972"/>
                      </a:cubicBezTo>
                      <a:cubicBezTo>
                        <a:pt x="86262" y="110496"/>
                        <a:pt x="85881" y="110115"/>
                        <a:pt x="85500" y="109734"/>
                      </a:cubicBezTo>
                      <a:cubicBezTo>
                        <a:pt x="84453" y="108877"/>
                        <a:pt x="83405" y="108115"/>
                        <a:pt x="82262" y="107448"/>
                      </a:cubicBezTo>
                      <a:cubicBezTo>
                        <a:pt x="81119" y="106876"/>
                        <a:pt x="79881" y="106495"/>
                        <a:pt x="78642" y="106209"/>
                      </a:cubicBezTo>
                      <a:cubicBezTo>
                        <a:pt x="77976" y="106019"/>
                        <a:pt x="77309" y="106019"/>
                        <a:pt x="76642" y="106019"/>
                      </a:cubicBezTo>
                      <a:cubicBezTo>
                        <a:pt x="74356" y="106019"/>
                        <a:pt x="72546" y="103638"/>
                        <a:pt x="72451" y="100875"/>
                      </a:cubicBezTo>
                      <a:cubicBezTo>
                        <a:pt x="72356" y="98113"/>
                        <a:pt x="74451" y="95732"/>
                        <a:pt x="76642" y="95732"/>
                      </a:cubicBezTo>
                      <a:close/>
                      <a:moveTo>
                        <a:pt x="50734" y="93923"/>
                      </a:moveTo>
                      <a:lnTo>
                        <a:pt x="50924" y="94113"/>
                      </a:lnTo>
                      <a:lnTo>
                        <a:pt x="50734" y="93979"/>
                      </a:lnTo>
                      <a:close/>
                      <a:moveTo>
                        <a:pt x="156176" y="90780"/>
                      </a:moveTo>
                      <a:cubicBezTo>
                        <a:pt x="166558" y="94018"/>
                        <a:pt x="176655" y="98400"/>
                        <a:pt x="186370" y="103924"/>
                      </a:cubicBezTo>
                      <a:lnTo>
                        <a:pt x="186370" y="104019"/>
                      </a:lnTo>
                      <a:cubicBezTo>
                        <a:pt x="188466" y="105163"/>
                        <a:pt x="188942" y="108877"/>
                        <a:pt x="187894" y="111068"/>
                      </a:cubicBezTo>
                      <a:cubicBezTo>
                        <a:pt x="186656" y="113640"/>
                        <a:pt x="184180" y="114021"/>
                        <a:pt x="182084" y="112878"/>
                      </a:cubicBezTo>
                      <a:cubicBezTo>
                        <a:pt x="173035" y="107734"/>
                        <a:pt x="163606" y="103734"/>
                        <a:pt x="153890" y="100781"/>
                      </a:cubicBezTo>
                      <a:cubicBezTo>
                        <a:pt x="151699" y="100114"/>
                        <a:pt x="150366" y="97066"/>
                        <a:pt x="150937" y="94399"/>
                      </a:cubicBezTo>
                      <a:cubicBezTo>
                        <a:pt x="151604" y="91637"/>
                        <a:pt x="153985" y="90113"/>
                        <a:pt x="156176" y="90780"/>
                      </a:cubicBezTo>
                      <a:close/>
                      <a:moveTo>
                        <a:pt x="472406" y="88874"/>
                      </a:moveTo>
                      <a:cubicBezTo>
                        <a:pt x="473453" y="88779"/>
                        <a:pt x="474596" y="89541"/>
                        <a:pt x="475358" y="90398"/>
                      </a:cubicBezTo>
                      <a:cubicBezTo>
                        <a:pt x="476120" y="91255"/>
                        <a:pt x="476596" y="92779"/>
                        <a:pt x="476596" y="94018"/>
                      </a:cubicBezTo>
                      <a:cubicBezTo>
                        <a:pt x="476596" y="95446"/>
                        <a:pt x="476120" y="96589"/>
                        <a:pt x="475358" y="97637"/>
                      </a:cubicBezTo>
                      <a:cubicBezTo>
                        <a:pt x="472596" y="101542"/>
                        <a:pt x="469929" y="105543"/>
                        <a:pt x="467167" y="109448"/>
                      </a:cubicBezTo>
                      <a:cubicBezTo>
                        <a:pt x="466500" y="110496"/>
                        <a:pt x="465262" y="110972"/>
                        <a:pt x="464214" y="110972"/>
                      </a:cubicBezTo>
                      <a:cubicBezTo>
                        <a:pt x="463166" y="111067"/>
                        <a:pt x="462023" y="110401"/>
                        <a:pt x="461261" y="109448"/>
                      </a:cubicBezTo>
                      <a:cubicBezTo>
                        <a:pt x="460499" y="108591"/>
                        <a:pt x="460023" y="107067"/>
                        <a:pt x="460023" y="105829"/>
                      </a:cubicBezTo>
                      <a:cubicBezTo>
                        <a:pt x="460023" y="104400"/>
                        <a:pt x="460499" y="103257"/>
                        <a:pt x="461261" y="102209"/>
                      </a:cubicBezTo>
                      <a:cubicBezTo>
                        <a:pt x="464023" y="98304"/>
                        <a:pt x="466691" y="94303"/>
                        <a:pt x="469453" y="90398"/>
                      </a:cubicBezTo>
                      <a:cubicBezTo>
                        <a:pt x="470119" y="89350"/>
                        <a:pt x="471358" y="88874"/>
                        <a:pt x="472406" y="88874"/>
                      </a:cubicBezTo>
                      <a:close/>
                      <a:moveTo>
                        <a:pt x="358582" y="86779"/>
                      </a:moveTo>
                      <a:lnTo>
                        <a:pt x="358677" y="86969"/>
                      </a:lnTo>
                      <a:lnTo>
                        <a:pt x="358593" y="86891"/>
                      </a:lnTo>
                      <a:close/>
                      <a:moveTo>
                        <a:pt x="356105" y="84588"/>
                      </a:moveTo>
                      <a:lnTo>
                        <a:pt x="358593" y="86891"/>
                      </a:lnTo>
                      <a:lnTo>
                        <a:pt x="358963" y="90779"/>
                      </a:lnTo>
                      <a:cubicBezTo>
                        <a:pt x="358868" y="91446"/>
                        <a:pt x="358582" y="92017"/>
                        <a:pt x="358201" y="92494"/>
                      </a:cubicBezTo>
                      <a:cubicBezTo>
                        <a:pt x="357915" y="93065"/>
                        <a:pt x="357534" y="93446"/>
                        <a:pt x="357058" y="93732"/>
                      </a:cubicBezTo>
                      <a:cubicBezTo>
                        <a:pt x="357153" y="93637"/>
                        <a:pt x="357248" y="93541"/>
                        <a:pt x="357344" y="93446"/>
                      </a:cubicBezTo>
                      <a:cubicBezTo>
                        <a:pt x="356391" y="94399"/>
                        <a:pt x="355534" y="95542"/>
                        <a:pt x="354772" y="96684"/>
                      </a:cubicBezTo>
                      <a:cubicBezTo>
                        <a:pt x="354105" y="97828"/>
                        <a:pt x="353534" y="98971"/>
                        <a:pt x="353057" y="100209"/>
                      </a:cubicBezTo>
                      <a:cubicBezTo>
                        <a:pt x="352676" y="101447"/>
                        <a:pt x="351533" y="102209"/>
                        <a:pt x="350581" y="102590"/>
                      </a:cubicBezTo>
                      <a:cubicBezTo>
                        <a:pt x="349533" y="103066"/>
                        <a:pt x="348295" y="102781"/>
                        <a:pt x="347342" y="102114"/>
                      </a:cubicBezTo>
                      <a:cubicBezTo>
                        <a:pt x="346485" y="101542"/>
                        <a:pt x="345723" y="100304"/>
                        <a:pt x="345437" y="99066"/>
                      </a:cubicBezTo>
                      <a:cubicBezTo>
                        <a:pt x="345342" y="98304"/>
                        <a:pt x="345342" y="97637"/>
                        <a:pt x="345437" y="96970"/>
                      </a:cubicBezTo>
                      <a:cubicBezTo>
                        <a:pt x="345437" y="96304"/>
                        <a:pt x="345628" y="95637"/>
                        <a:pt x="345914" y="95065"/>
                      </a:cubicBezTo>
                      <a:cubicBezTo>
                        <a:pt x="346676" y="93065"/>
                        <a:pt x="347723" y="91255"/>
                        <a:pt x="348866" y="89541"/>
                      </a:cubicBezTo>
                      <a:cubicBezTo>
                        <a:pt x="350009" y="87731"/>
                        <a:pt x="351438" y="86398"/>
                        <a:pt x="352867" y="85064"/>
                      </a:cubicBezTo>
                      <a:cubicBezTo>
                        <a:pt x="353724" y="84302"/>
                        <a:pt x="355058" y="84302"/>
                        <a:pt x="356105" y="84588"/>
                      </a:cubicBezTo>
                      <a:close/>
                      <a:moveTo>
                        <a:pt x="269523" y="79254"/>
                      </a:moveTo>
                      <a:cubicBezTo>
                        <a:pt x="279715" y="82969"/>
                        <a:pt x="289621" y="88207"/>
                        <a:pt x="298765" y="94875"/>
                      </a:cubicBezTo>
                      <a:lnTo>
                        <a:pt x="298765" y="94970"/>
                      </a:lnTo>
                      <a:cubicBezTo>
                        <a:pt x="300765" y="96399"/>
                        <a:pt x="301432" y="99542"/>
                        <a:pt x="300289" y="102019"/>
                      </a:cubicBezTo>
                      <a:cubicBezTo>
                        <a:pt x="299146" y="104400"/>
                        <a:pt x="296479" y="105257"/>
                        <a:pt x="294479" y="103828"/>
                      </a:cubicBezTo>
                      <a:cubicBezTo>
                        <a:pt x="285811" y="97446"/>
                        <a:pt x="276858" y="92684"/>
                        <a:pt x="267237" y="89255"/>
                      </a:cubicBezTo>
                      <a:cubicBezTo>
                        <a:pt x="264951" y="88398"/>
                        <a:pt x="263808" y="85636"/>
                        <a:pt x="264285" y="82873"/>
                      </a:cubicBezTo>
                      <a:cubicBezTo>
                        <a:pt x="264856" y="80206"/>
                        <a:pt x="267428" y="78492"/>
                        <a:pt x="269523" y="79254"/>
                      </a:cubicBezTo>
                      <a:close/>
                      <a:moveTo>
                        <a:pt x="26159" y="76682"/>
                      </a:moveTo>
                      <a:lnTo>
                        <a:pt x="50734" y="93979"/>
                      </a:lnTo>
                      <a:lnTo>
                        <a:pt x="50734" y="101257"/>
                      </a:lnTo>
                      <a:cubicBezTo>
                        <a:pt x="49210" y="103162"/>
                        <a:pt x="46162" y="103353"/>
                        <a:pt x="44733" y="101257"/>
                      </a:cubicBezTo>
                      <a:cubicBezTo>
                        <a:pt x="43304" y="99257"/>
                        <a:pt x="41685" y="97257"/>
                        <a:pt x="39971" y="95542"/>
                      </a:cubicBezTo>
                      <a:cubicBezTo>
                        <a:pt x="39780" y="95351"/>
                        <a:pt x="39590" y="95161"/>
                        <a:pt x="39399" y="94970"/>
                      </a:cubicBezTo>
                      <a:cubicBezTo>
                        <a:pt x="39304" y="94875"/>
                        <a:pt x="39304" y="94875"/>
                        <a:pt x="39304" y="94875"/>
                      </a:cubicBezTo>
                      <a:cubicBezTo>
                        <a:pt x="38828" y="94494"/>
                        <a:pt x="38447" y="94113"/>
                        <a:pt x="37970" y="93732"/>
                      </a:cubicBezTo>
                      <a:cubicBezTo>
                        <a:pt x="37208" y="93065"/>
                        <a:pt x="36256" y="92399"/>
                        <a:pt x="35399" y="91732"/>
                      </a:cubicBezTo>
                      <a:cubicBezTo>
                        <a:pt x="34541" y="91065"/>
                        <a:pt x="33494" y="90494"/>
                        <a:pt x="32541" y="89922"/>
                      </a:cubicBezTo>
                      <a:cubicBezTo>
                        <a:pt x="32255" y="89732"/>
                        <a:pt x="31970" y="89636"/>
                        <a:pt x="31684" y="89446"/>
                      </a:cubicBezTo>
                      <a:cubicBezTo>
                        <a:pt x="31112" y="89255"/>
                        <a:pt x="30636" y="88970"/>
                        <a:pt x="30160" y="88779"/>
                      </a:cubicBezTo>
                      <a:cubicBezTo>
                        <a:pt x="28160" y="87827"/>
                        <a:pt x="26064" y="87160"/>
                        <a:pt x="23873" y="86684"/>
                      </a:cubicBezTo>
                      <a:cubicBezTo>
                        <a:pt x="21587" y="86112"/>
                        <a:pt x="20444" y="82874"/>
                        <a:pt x="20921" y="80302"/>
                      </a:cubicBezTo>
                      <a:cubicBezTo>
                        <a:pt x="21492" y="77445"/>
                        <a:pt x="23969" y="76206"/>
                        <a:pt x="26159" y="76682"/>
                      </a:cubicBezTo>
                      <a:close/>
                      <a:moveTo>
                        <a:pt x="412970" y="63061"/>
                      </a:moveTo>
                      <a:cubicBezTo>
                        <a:pt x="414018" y="62966"/>
                        <a:pt x="415161" y="63633"/>
                        <a:pt x="415923" y="64585"/>
                      </a:cubicBezTo>
                      <a:lnTo>
                        <a:pt x="416018" y="64680"/>
                      </a:lnTo>
                      <a:cubicBezTo>
                        <a:pt x="416780" y="65538"/>
                        <a:pt x="417257" y="67062"/>
                        <a:pt x="417257" y="68300"/>
                      </a:cubicBezTo>
                      <a:cubicBezTo>
                        <a:pt x="417257" y="69062"/>
                        <a:pt x="417161" y="69729"/>
                        <a:pt x="416876" y="70300"/>
                      </a:cubicBezTo>
                      <a:cubicBezTo>
                        <a:pt x="416685" y="70872"/>
                        <a:pt x="416399" y="71443"/>
                        <a:pt x="416018" y="71919"/>
                      </a:cubicBezTo>
                      <a:cubicBezTo>
                        <a:pt x="413542" y="75825"/>
                        <a:pt x="410589" y="79158"/>
                        <a:pt x="407255" y="81921"/>
                      </a:cubicBezTo>
                      <a:cubicBezTo>
                        <a:pt x="406303" y="82683"/>
                        <a:pt x="405065" y="82683"/>
                        <a:pt x="404017" y="82397"/>
                      </a:cubicBezTo>
                      <a:cubicBezTo>
                        <a:pt x="402874" y="82111"/>
                        <a:pt x="402017" y="81159"/>
                        <a:pt x="401445" y="80016"/>
                      </a:cubicBezTo>
                      <a:cubicBezTo>
                        <a:pt x="400874" y="78873"/>
                        <a:pt x="400778" y="77253"/>
                        <a:pt x="401064" y="76015"/>
                      </a:cubicBezTo>
                      <a:cubicBezTo>
                        <a:pt x="401350" y="74682"/>
                        <a:pt x="402017" y="73729"/>
                        <a:pt x="402969" y="72967"/>
                      </a:cubicBezTo>
                      <a:cubicBezTo>
                        <a:pt x="403255" y="72681"/>
                        <a:pt x="403636" y="72396"/>
                        <a:pt x="403922" y="72110"/>
                      </a:cubicBezTo>
                      <a:cubicBezTo>
                        <a:pt x="406208" y="69919"/>
                        <a:pt x="408208" y="67347"/>
                        <a:pt x="410018" y="64585"/>
                      </a:cubicBezTo>
                      <a:cubicBezTo>
                        <a:pt x="410684" y="63537"/>
                        <a:pt x="411923" y="63061"/>
                        <a:pt x="412970" y="63061"/>
                      </a:cubicBezTo>
                      <a:close/>
                      <a:moveTo>
                        <a:pt x="543939" y="58204"/>
                      </a:moveTo>
                      <a:cubicBezTo>
                        <a:pt x="544987" y="57727"/>
                        <a:pt x="546225" y="58013"/>
                        <a:pt x="547178" y="58680"/>
                      </a:cubicBezTo>
                      <a:cubicBezTo>
                        <a:pt x="547654" y="58966"/>
                        <a:pt x="548035" y="59442"/>
                        <a:pt x="548321" y="60013"/>
                      </a:cubicBezTo>
                      <a:cubicBezTo>
                        <a:pt x="548702" y="60490"/>
                        <a:pt x="548987" y="61061"/>
                        <a:pt x="549083" y="61728"/>
                      </a:cubicBezTo>
                      <a:cubicBezTo>
                        <a:pt x="549178" y="62490"/>
                        <a:pt x="549178" y="63157"/>
                        <a:pt x="549083" y="63823"/>
                      </a:cubicBezTo>
                      <a:cubicBezTo>
                        <a:pt x="549083" y="64490"/>
                        <a:pt x="548892" y="65157"/>
                        <a:pt x="548606" y="65728"/>
                      </a:cubicBezTo>
                      <a:cubicBezTo>
                        <a:pt x="547559" y="67633"/>
                        <a:pt x="546606" y="69443"/>
                        <a:pt x="545654" y="71348"/>
                      </a:cubicBezTo>
                      <a:cubicBezTo>
                        <a:pt x="545273" y="72110"/>
                        <a:pt x="544796" y="72682"/>
                        <a:pt x="544130" y="73158"/>
                      </a:cubicBezTo>
                      <a:cubicBezTo>
                        <a:pt x="543749" y="73253"/>
                        <a:pt x="543463" y="73444"/>
                        <a:pt x="543082" y="73634"/>
                      </a:cubicBezTo>
                      <a:cubicBezTo>
                        <a:pt x="542034" y="74110"/>
                        <a:pt x="540796" y="73825"/>
                        <a:pt x="539843" y="73158"/>
                      </a:cubicBezTo>
                      <a:cubicBezTo>
                        <a:pt x="539367" y="72872"/>
                        <a:pt x="538986" y="72396"/>
                        <a:pt x="538700" y="71824"/>
                      </a:cubicBezTo>
                      <a:cubicBezTo>
                        <a:pt x="538319" y="71348"/>
                        <a:pt x="538034" y="70777"/>
                        <a:pt x="537938" y="70110"/>
                      </a:cubicBezTo>
                      <a:cubicBezTo>
                        <a:pt x="537843" y="69348"/>
                        <a:pt x="537843" y="68681"/>
                        <a:pt x="537938" y="68014"/>
                      </a:cubicBezTo>
                      <a:cubicBezTo>
                        <a:pt x="537938" y="67348"/>
                        <a:pt x="538129" y="66681"/>
                        <a:pt x="538415" y="66109"/>
                      </a:cubicBezTo>
                      <a:cubicBezTo>
                        <a:pt x="539462" y="64204"/>
                        <a:pt x="540415" y="62395"/>
                        <a:pt x="541367" y="60490"/>
                      </a:cubicBezTo>
                      <a:cubicBezTo>
                        <a:pt x="541748" y="59728"/>
                        <a:pt x="542225" y="59156"/>
                        <a:pt x="542891" y="58680"/>
                      </a:cubicBezTo>
                      <a:cubicBezTo>
                        <a:pt x="543272" y="58584"/>
                        <a:pt x="543558" y="58394"/>
                        <a:pt x="543939" y="58204"/>
                      </a:cubicBezTo>
                      <a:close/>
                      <a:moveTo>
                        <a:pt x="56449" y="51060"/>
                      </a:moveTo>
                      <a:cubicBezTo>
                        <a:pt x="57497" y="50679"/>
                        <a:pt x="58735" y="50870"/>
                        <a:pt x="59688" y="51536"/>
                      </a:cubicBezTo>
                      <a:cubicBezTo>
                        <a:pt x="61593" y="52870"/>
                        <a:pt x="63593" y="54299"/>
                        <a:pt x="65498" y="55632"/>
                      </a:cubicBezTo>
                      <a:cubicBezTo>
                        <a:pt x="66450" y="56299"/>
                        <a:pt x="67022" y="57442"/>
                        <a:pt x="67403" y="58680"/>
                      </a:cubicBezTo>
                      <a:cubicBezTo>
                        <a:pt x="67784" y="60014"/>
                        <a:pt x="67498" y="61442"/>
                        <a:pt x="67022" y="62681"/>
                      </a:cubicBezTo>
                      <a:cubicBezTo>
                        <a:pt x="66831" y="63252"/>
                        <a:pt x="66450" y="63728"/>
                        <a:pt x="65974" y="64109"/>
                      </a:cubicBezTo>
                      <a:cubicBezTo>
                        <a:pt x="65593" y="64586"/>
                        <a:pt x="65117" y="64871"/>
                        <a:pt x="64545" y="65062"/>
                      </a:cubicBezTo>
                      <a:cubicBezTo>
                        <a:pt x="63498" y="65443"/>
                        <a:pt x="62259" y="65252"/>
                        <a:pt x="61307" y="64586"/>
                      </a:cubicBezTo>
                      <a:cubicBezTo>
                        <a:pt x="59402" y="63252"/>
                        <a:pt x="57402" y="61823"/>
                        <a:pt x="55497" y="60490"/>
                      </a:cubicBezTo>
                      <a:cubicBezTo>
                        <a:pt x="54544" y="59823"/>
                        <a:pt x="53973" y="58680"/>
                        <a:pt x="53592" y="57442"/>
                      </a:cubicBezTo>
                      <a:cubicBezTo>
                        <a:pt x="53211" y="56108"/>
                        <a:pt x="53496" y="54680"/>
                        <a:pt x="53973" y="53441"/>
                      </a:cubicBezTo>
                      <a:cubicBezTo>
                        <a:pt x="54163" y="52870"/>
                        <a:pt x="54544" y="52394"/>
                        <a:pt x="55020" y="52013"/>
                      </a:cubicBezTo>
                      <a:cubicBezTo>
                        <a:pt x="55401" y="51536"/>
                        <a:pt x="55878" y="51251"/>
                        <a:pt x="56449" y="51060"/>
                      </a:cubicBezTo>
                      <a:close/>
                      <a:moveTo>
                        <a:pt x="381347" y="47536"/>
                      </a:moveTo>
                      <a:lnTo>
                        <a:pt x="381919" y="47536"/>
                      </a:lnTo>
                      <a:cubicBezTo>
                        <a:pt x="382680" y="47536"/>
                        <a:pt x="383347" y="47726"/>
                        <a:pt x="384014" y="48203"/>
                      </a:cubicBezTo>
                      <a:cubicBezTo>
                        <a:pt x="384300" y="48393"/>
                        <a:pt x="384585" y="48679"/>
                        <a:pt x="384871" y="48965"/>
                      </a:cubicBezTo>
                      <a:cubicBezTo>
                        <a:pt x="385348" y="49632"/>
                        <a:pt x="385729" y="50394"/>
                        <a:pt x="385919" y="51251"/>
                      </a:cubicBezTo>
                      <a:lnTo>
                        <a:pt x="385919" y="51346"/>
                      </a:lnTo>
                      <a:cubicBezTo>
                        <a:pt x="386014" y="51727"/>
                        <a:pt x="386109" y="52203"/>
                        <a:pt x="386109" y="52679"/>
                      </a:cubicBezTo>
                      <a:cubicBezTo>
                        <a:pt x="386109" y="53441"/>
                        <a:pt x="386014" y="54108"/>
                        <a:pt x="385729" y="54680"/>
                      </a:cubicBezTo>
                      <a:cubicBezTo>
                        <a:pt x="385538" y="55251"/>
                        <a:pt x="385252" y="55823"/>
                        <a:pt x="384871" y="56299"/>
                      </a:cubicBezTo>
                      <a:cubicBezTo>
                        <a:pt x="384490" y="56775"/>
                        <a:pt x="384109" y="57156"/>
                        <a:pt x="383538" y="57347"/>
                      </a:cubicBezTo>
                      <a:cubicBezTo>
                        <a:pt x="383061" y="57728"/>
                        <a:pt x="382490" y="57823"/>
                        <a:pt x="381919" y="57823"/>
                      </a:cubicBezTo>
                      <a:lnTo>
                        <a:pt x="381347" y="57823"/>
                      </a:lnTo>
                      <a:cubicBezTo>
                        <a:pt x="380585" y="57823"/>
                        <a:pt x="379918" y="57632"/>
                        <a:pt x="379252" y="57156"/>
                      </a:cubicBezTo>
                      <a:cubicBezTo>
                        <a:pt x="378966" y="56870"/>
                        <a:pt x="378680" y="56585"/>
                        <a:pt x="378394" y="56299"/>
                      </a:cubicBezTo>
                      <a:cubicBezTo>
                        <a:pt x="377918" y="55632"/>
                        <a:pt x="377537" y="54870"/>
                        <a:pt x="377346" y="54013"/>
                      </a:cubicBezTo>
                      <a:cubicBezTo>
                        <a:pt x="377251" y="53632"/>
                        <a:pt x="377156" y="53156"/>
                        <a:pt x="377156" y="52679"/>
                      </a:cubicBezTo>
                      <a:cubicBezTo>
                        <a:pt x="377156" y="51917"/>
                        <a:pt x="377251" y="51251"/>
                        <a:pt x="377537" y="50679"/>
                      </a:cubicBezTo>
                      <a:cubicBezTo>
                        <a:pt x="377727" y="50108"/>
                        <a:pt x="378013" y="49536"/>
                        <a:pt x="378394" y="49060"/>
                      </a:cubicBezTo>
                      <a:cubicBezTo>
                        <a:pt x="378775" y="48584"/>
                        <a:pt x="379156" y="48203"/>
                        <a:pt x="379728" y="48012"/>
                      </a:cubicBezTo>
                      <a:cubicBezTo>
                        <a:pt x="380204" y="47631"/>
                        <a:pt x="380775" y="47536"/>
                        <a:pt x="381347" y="47536"/>
                      </a:cubicBezTo>
                      <a:close/>
                      <a:moveTo>
                        <a:pt x="594802" y="43345"/>
                      </a:moveTo>
                      <a:lnTo>
                        <a:pt x="594897" y="43345"/>
                      </a:lnTo>
                      <a:lnTo>
                        <a:pt x="594649" y="43676"/>
                      </a:lnTo>
                      <a:close/>
                      <a:moveTo>
                        <a:pt x="493647" y="40868"/>
                      </a:moveTo>
                      <a:cubicBezTo>
                        <a:pt x="495742" y="39439"/>
                        <a:pt x="498219" y="40296"/>
                        <a:pt x="499457" y="42678"/>
                      </a:cubicBezTo>
                      <a:lnTo>
                        <a:pt x="499362" y="42773"/>
                      </a:lnTo>
                      <a:cubicBezTo>
                        <a:pt x="500600" y="45059"/>
                        <a:pt x="499838" y="48583"/>
                        <a:pt x="497838" y="49821"/>
                      </a:cubicBezTo>
                      <a:cubicBezTo>
                        <a:pt x="495266" y="51441"/>
                        <a:pt x="492790" y="53250"/>
                        <a:pt x="490408" y="55156"/>
                      </a:cubicBezTo>
                      <a:cubicBezTo>
                        <a:pt x="489265" y="56108"/>
                        <a:pt x="488027" y="57061"/>
                        <a:pt x="486884" y="58108"/>
                      </a:cubicBezTo>
                      <a:cubicBezTo>
                        <a:pt x="486313" y="58584"/>
                        <a:pt x="485741" y="59061"/>
                        <a:pt x="485170" y="59632"/>
                      </a:cubicBezTo>
                      <a:cubicBezTo>
                        <a:pt x="485074" y="59632"/>
                        <a:pt x="484884" y="59823"/>
                        <a:pt x="484884" y="59823"/>
                      </a:cubicBezTo>
                      <a:cubicBezTo>
                        <a:pt x="484693" y="60108"/>
                        <a:pt x="484407" y="60299"/>
                        <a:pt x="484122" y="60585"/>
                      </a:cubicBezTo>
                      <a:cubicBezTo>
                        <a:pt x="483265" y="61537"/>
                        <a:pt x="482407" y="62109"/>
                        <a:pt x="481169" y="62109"/>
                      </a:cubicBezTo>
                      <a:cubicBezTo>
                        <a:pt x="480121" y="62204"/>
                        <a:pt x="478978" y="61442"/>
                        <a:pt x="478216" y="60585"/>
                      </a:cubicBezTo>
                      <a:cubicBezTo>
                        <a:pt x="477454" y="59728"/>
                        <a:pt x="476978" y="58204"/>
                        <a:pt x="476978" y="56965"/>
                      </a:cubicBezTo>
                      <a:cubicBezTo>
                        <a:pt x="476978" y="55822"/>
                        <a:pt x="477454" y="54108"/>
                        <a:pt x="478216" y="53346"/>
                      </a:cubicBezTo>
                      <a:cubicBezTo>
                        <a:pt x="483074" y="48679"/>
                        <a:pt x="488218" y="44392"/>
                        <a:pt x="493647" y="40868"/>
                      </a:cubicBezTo>
                      <a:close/>
                      <a:moveTo>
                        <a:pt x="236377" y="36296"/>
                      </a:moveTo>
                      <a:cubicBezTo>
                        <a:pt x="237139" y="36011"/>
                        <a:pt x="237901" y="36011"/>
                        <a:pt x="238663" y="36296"/>
                      </a:cubicBezTo>
                      <a:cubicBezTo>
                        <a:pt x="239044" y="36392"/>
                        <a:pt x="239330" y="36582"/>
                        <a:pt x="239711" y="36773"/>
                      </a:cubicBezTo>
                      <a:cubicBezTo>
                        <a:pt x="240187" y="37058"/>
                        <a:pt x="240568" y="37535"/>
                        <a:pt x="240854" y="38106"/>
                      </a:cubicBezTo>
                      <a:cubicBezTo>
                        <a:pt x="241235" y="38582"/>
                        <a:pt x="241520" y="39154"/>
                        <a:pt x="241616" y="39821"/>
                      </a:cubicBezTo>
                      <a:cubicBezTo>
                        <a:pt x="241711" y="40583"/>
                        <a:pt x="241711" y="41249"/>
                        <a:pt x="241616" y="41916"/>
                      </a:cubicBezTo>
                      <a:cubicBezTo>
                        <a:pt x="241616" y="42583"/>
                        <a:pt x="241425" y="43250"/>
                        <a:pt x="241139" y="43821"/>
                      </a:cubicBezTo>
                      <a:cubicBezTo>
                        <a:pt x="240282" y="45250"/>
                        <a:pt x="239520" y="46679"/>
                        <a:pt x="238663" y="48107"/>
                      </a:cubicBezTo>
                      <a:cubicBezTo>
                        <a:pt x="238282" y="48869"/>
                        <a:pt x="237806" y="49441"/>
                        <a:pt x="237139" y="49917"/>
                      </a:cubicBezTo>
                      <a:cubicBezTo>
                        <a:pt x="236758" y="50012"/>
                        <a:pt x="236472" y="50203"/>
                        <a:pt x="236091" y="50393"/>
                      </a:cubicBezTo>
                      <a:cubicBezTo>
                        <a:pt x="235329" y="50679"/>
                        <a:pt x="234567" y="50679"/>
                        <a:pt x="233805" y="50393"/>
                      </a:cubicBezTo>
                      <a:lnTo>
                        <a:pt x="232757" y="49917"/>
                      </a:lnTo>
                      <a:cubicBezTo>
                        <a:pt x="232281" y="49631"/>
                        <a:pt x="231900" y="49155"/>
                        <a:pt x="231614" y="48584"/>
                      </a:cubicBezTo>
                      <a:cubicBezTo>
                        <a:pt x="231233" y="48107"/>
                        <a:pt x="230948" y="47536"/>
                        <a:pt x="230852" y="46869"/>
                      </a:cubicBezTo>
                      <a:cubicBezTo>
                        <a:pt x="230757" y="46107"/>
                        <a:pt x="230757" y="45440"/>
                        <a:pt x="230852" y="44774"/>
                      </a:cubicBezTo>
                      <a:cubicBezTo>
                        <a:pt x="230852" y="44107"/>
                        <a:pt x="231043" y="43440"/>
                        <a:pt x="231329" y="42869"/>
                      </a:cubicBezTo>
                      <a:cubicBezTo>
                        <a:pt x="232186" y="41440"/>
                        <a:pt x="232948" y="40011"/>
                        <a:pt x="233805" y="38582"/>
                      </a:cubicBezTo>
                      <a:cubicBezTo>
                        <a:pt x="234186" y="37820"/>
                        <a:pt x="234662" y="37249"/>
                        <a:pt x="235329" y="36773"/>
                      </a:cubicBezTo>
                      <a:cubicBezTo>
                        <a:pt x="235710" y="36677"/>
                        <a:pt x="235996" y="36487"/>
                        <a:pt x="236377" y="36296"/>
                      </a:cubicBezTo>
                      <a:close/>
                      <a:moveTo>
                        <a:pt x="591563" y="35058"/>
                      </a:moveTo>
                      <a:cubicBezTo>
                        <a:pt x="592611" y="35058"/>
                        <a:pt x="593754" y="35725"/>
                        <a:pt x="594516" y="36582"/>
                      </a:cubicBezTo>
                      <a:cubicBezTo>
                        <a:pt x="595278" y="37439"/>
                        <a:pt x="595754" y="38963"/>
                        <a:pt x="595754" y="40201"/>
                      </a:cubicBezTo>
                      <a:cubicBezTo>
                        <a:pt x="595754" y="41630"/>
                        <a:pt x="595278" y="42678"/>
                        <a:pt x="594611" y="43726"/>
                      </a:cubicBezTo>
                      <a:lnTo>
                        <a:pt x="594649" y="43676"/>
                      </a:lnTo>
                      <a:lnTo>
                        <a:pt x="592992" y="47250"/>
                      </a:lnTo>
                      <a:cubicBezTo>
                        <a:pt x="592611" y="48488"/>
                        <a:pt x="592325" y="49631"/>
                        <a:pt x="592135" y="50869"/>
                      </a:cubicBezTo>
                      <a:cubicBezTo>
                        <a:pt x="592040" y="52012"/>
                        <a:pt x="592040" y="53251"/>
                        <a:pt x="592040" y="54489"/>
                      </a:cubicBezTo>
                      <a:cubicBezTo>
                        <a:pt x="592230" y="57346"/>
                        <a:pt x="590039" y="59537"/>
                        <a:pt x="587849" y="59632"/>
                      </a:cubicBezTo>
                      <a:cubicBezTo>
                        <a:pt x="586801" y="59632"/>
                        <a:pt x="585658" y="58966"/>
                        <a:pt x="584896" y="58108"/>
                      </a:cubicBezTo>
                      <a:cubicBezTo>
                        <a:pt x="584039" y="57156"/>
                        <a:pt x="583658" y="55918"/>
                        <a:pt x="583658" y="54489"/>
                      </a:cubicBezTo>
                      <a:cubicBezTo>
                        <a:pt x="583562" y="51441"/>
                        <a:pt x="583848" y="48298"/>
                        <a:pt x="584610" y="45440"/>
                      </a:cubicBezTo>
                      <a:cubicBezTo>
                        <a:pt x="585467" y="42106"/>
                        <a:pt x="586801" y="39249"/>
                        <a:pt x="588611" y="36582"/>
                      </a:cubicBezTo>
                      <a:cubicBezTo>
                        <a:pt x="589277" y="35534"/>
                        <a:pt x="590516" y="35058"/>
                        <a:pt x="591563" y="35058"/>
                      </a:cubicBezTo>
                      <a:close/>
                      <a:moveTo>
                        <a:pt x="341819" y="34391"/>
                      </a:moveTo>
                      <a:cubicBezTo>
                        <a:pt x="342867" y="34296"/>
                        <a:pt x="344009" y="35058"/>
                        <a:pt x="344771" y="35915"/>
                      </a:cubicBezTo>
                      <a:cubicBezTo>
                        <a:pt x="345533" y="36772"/>
                        <a:pt x="346010" y="38296"/>
                        <a:pt x="346010" y="39535"/>
                      </a:cubicBezTo>
                      <a:cubicBezTo>
                        <a:pt x="346010" y="40678"/>
                        <a:pt x="345533" y="42392"/>
                        <a:pt x="344771" y="43154"/>
                      </a:cubicBezTo>
                      <a:cubicBezTo>
                        <a:pt x="339628" y="48107"/>
                        <a:pt x="334389" y="53155"/>
                        <a:pt x="329246" y="58108"/>
                      </a:cubicBezTo>
                      <a:cubicBezTo>
                        <a:pt x="328388" y="59061"/>
                        <a:pt x="327531" y="59632"/>
                        <a:pt x="326293" y="59632"/>
                      </a:cubicBezTo>
                      <a:cubicBezTo>
                        <a:pt x="325245" y="59728"/>
                        <a:pt x="324102" y="59061"/>
                        <a:pt x="323340" y="58108"/>
                      </a:cubicBezTo>
                      <a:cubicBezTo>
                        <a:pt x="322578" y="57251"/>
                        <a:pt x="322102" y="55727"/>
                        <a:pt x="322102" y="54489"/>
                      </a:cubicBezTo>
                      <a:cubicBezTo>
                        <a:pt x="322102" y="53346"/>
                        <a:pt x="322578" y="51631"/>
                        <a:pt x="323340" y="50869"/>
                      </a:cubicBezTo>
                      <a:cubicBezTo>
                        <a:pt x="328484" y="45916"/>
                        <a:pt x="333722" y="40868"/>
                        <a:pt x="338866" y="35915"/>
                      </a:cubicBezTo>
                      <a:cubicBezTo>
                        <a:pt x="339723" y="34963"/>
                        <a:pt x="340580" y="34391"/>
                        <a:pt x="341819" y="34391"/>
                      </a:cubicBezTo>
                      <a:close/>
                      <a:moveTo>
                        <a:pt x="6919" y="28200"/>
                      </a:moveTo>
                      <a:cubicBezTo>
                        <a:pt x="13492" y="29534"/>
                        <a:pt x="19969" y="30963"/>
                        <a:pt x="26541" y="32296"/>
                      </a:cubicBezTo>
                      <a:cubicBezTo>
                        <a:pt x="28827" y="32772"/>
                        <a:pt x="29970" y="36201"/>
                        <a:pt x="29494" y="38678"/>
                      </a:cubicBezTo>
                      <a:cubicBezTo>
                        <a:pt x="28922" y="41631"/>
                        <a:pt x="26446" y="42774"/>
                        <a:pt x="24255" y="42297"/>
                      </a:cubicBezTo>
                      <a:cubicBezTo>
                        <a:pt x="17683" y="40869"/>
                        <a:pt x="11206" y="39535"/>
                        <a:pt x="4633" y="38202"/>
                      </a:cubicBezTo>
                      <a:cubicBezTo>
                        <a:pt x="2347" y="37725"/>
                        <a:pt x="1204" y="34296"/>
                        <a:pt x="1681" y="31820"/>
                      </a:cubicBezTo>
                      <a:cubicBezTo>
                        <a:pt x="2252" y="28867"/>
                        <a:pt x="4729" y="27724"/>
                        <a:pt x="6919" y="28200"/>
                      </a:cubicBezTo>
                      <a:close/>
                      <a:moveTo>
                        <a:pt x="410494" y="22104"/>
                      </a:moveTo>
                      <a:cubicBezTo>
                        <a:pt x="411256" y="21819"/>
                        <a:pt x="412018" y="21819"/>
                        <a:pt x="412780" y="22104"/>
                      </a:cubicBezTo>
                      <a:cubicBezTo>
                        <a:pt x="413161" y="22200"/>
                        <a:pt x="413446" y="22390"/>
                        <a:pt x="413827" y="22580"/>
                      </a:cubicBezTo>
                      <a:cubicBezTo>
                        <a:pt x="414304" y="22866"/>
                        <a:pt x="414685" y="23342"/>
                        <a:pt x="414970" y="23914"/>
                      </a:cubicBezTo>
                      <a:cubicBezTo>
                        <a:pt x="415351" y="24390"/>
                        <a:pt x="415637" y="24962"/>
                        <a:pt x="415732" y="25629"/>
                      </a:cubicBezTo>
                      <a:cubicBezTo>
                        <a:pt x="415828" y="26391"/>
                        <a:pt x="415828" y="27057"/>
                        <a:pt x="415732" y="27724"/>
                      </a:cubicBezTo>
                      <a:cubicBezTo>
                        <a:pt x="415732" y="28391"/>
                        <a:pt x="415542" y="29058"/>
                        <a:pt x="415256" y="29629"/>
                      </a:cubicBezTo>
                      <a:cubicBezTo>
                        <a:pt x="414970" y="30296"/>
                        <a:pt x="414685" y="30962"/>
                        <a:pt x="414399" y="31629"/>
                      </a:cubicBezTo>
                      <a:cubicBezTo>
                        <a:pt x="414018" y="32391"/>
                        <a:pt x="413542" y="32963"/>
                        <a:pt x="412875" y="33439"/>
                      </a:cubicBezTo>
                      <a:cubicBezTo>
                        <a:pt x="412494" y="33534"/>
                        <a:pt x="412208" y="33725"/>
                        <a:pt x="411827" y="33915"/>
                      </a:cubicBezTo>
                      <a:cubicBezTo>
                        <a:pt x="411065" y="34201"/>
                        <a:pt x="410303" y="34201"/>
                        <a:pt x="409541" y="33915"/>
                      </a:cubicBezTo>
                      <a:cubicBezTo>
                        <a:pt x="409160" y="33820"/>
                        <a:pt x="408874" y="33629"/>
                        <a:pt x="408493" y="33439"/>
                      </a:cubicBezTo>
                      <a:cubicBezTo>
                        <a:pt x="408017" y="33153"/>
                        <a:pt x="407636" y="32677"/>
                        <a:pt x="407350" y="32105"/>
                      </a:cubicBezTo>
                      <a:cubicBezTo>
                        <a:pt x="406969" y="31629"/>
                        <a:pt x="406684" y="31058"/>
                        <a:pt x="406588" y="30391"/>
                      </a:cubicBezTo>
                      <a:cubicBezTo>
                        <a:pt x="406493" y="29629"/>
                        <a:pt x="406493" y="28962"/>
                        <a:pt x="406588" y="28295"/>
                      </a:cubicBezTo>
                      <a:cubicBezTo>
                        <a:pt x="406588" y="27629"/>
                        <a:pt x="406779" y="26962"/>
                        <a:pt x="407065" y="26391"/>
                      </a:cubicBezTo>
                      <a:cubicBezTo>
                        <a:pt x="407350" y="25724"/>
                        <a:pt x="407636" y="25057"/>
                        <a:pt x="407922" y="24390"/>
                      </a:cubicBezTo>
                      <a:cubicBezTo>
                        <a:pt x="408303" y="23628"/>
                        <a:pt x="408779" y="23057"/>
                        <a:pt x="409446" y="22580"/>
                      </a:cubicBezTo>
                      <a:cubicBezTo>
                        <a:pt x="409827" y="22485"/>
                        <a:pt x="410113" y="22295"/>
                        <a:pt x="410494" y="22104"/>
                      </a:cubicBezTo>
                      <a:close/>
                      <a:moveTo>
                        <a:pt x="276858" y="19532"/>
                      </a:moveTo>
                      <a:cubicBezTo>
                        <a:pt x="277238" y="19627"/>
                        <a:pt x="277619" y="19723"/>
                        <a:pt x="278001" y="19723"/>
                      </a:cubicBezTo>
                      <a:cubicBezTo>
                        <a:pt x="279048" y="20008"/>
                        <a:pt x="279906" y="20961"/>
                        <a:pt x="280477" y="22104"/>
                      </a:cubicBezTo>
                      <a:cubicBezTo>
                        <a:pt x="281049" y="23247"/>
                        <a:pt x="281144" y="24866"/>
                        <a:pt x="280858" y="26104"/>
                      </a:cubicBezTo>
                      <a:cubicBezTo>
                        <a:pt x="280667" y="27247"/>
                        <a:pt x="279906" y="28676"/>
                        <a:pt x="278953" y="29152"/>
                      </a:cubicBezTo>
                      <a:cubicBezTo>
                        <a:pt x="276191" y="30771"/>
                        <a:pt x="273429" y="32295"/>
                        <a:pt x="270666" y="33915"/>
                      </a:cubicBezTo>
                      <a:cubicBezTo>
                        <a:pt x="270000" y="34391"/>
                        <a:pt x="269333" y="34582"/>
                        <a:pt x="268571" y="34582"/>
                      </a:cubicBezTo>
                      <a:cubicBezTo>
                        <a:pt x="268190" y="34486"/>
                        <a:pt x="267809" y="34391"/>
                        <a:pt x="267428" y="34391"/>
                      </a:cubicBezTo>
                      <a:cubicBezTo>
                        <a:pt x="266285" y="34105"/>
                        <a:pt x="265428" y="33153"/>
                        <a:pt x="264856" y="32010"/>
                      </a:cubicBezTo>
                      <a:cubicBezTo>
                        <a:pt x="264285" y="30867"/>
                        <a:pt x="264189" y="29248"/>
                        <a:pt x="264475" y="28009"/>
                      </a:cubicBezTo>
                      <a:cubicBezTo>
                        <a:pt x="264665" y="26866"/>
                        <a:pt x="265428" y="25437"/>
                        <a:pt x="266380" y="24961"/>
                      </a:cubicBezTo>
                      <a:cubicBezTo>
                        <a:pt x="269238" y="23342"/>
                        <a:pt x="272000" y="21818"/>
                        <a:pt x="274762" y="20199"/>
                      </a:cubicBezTo>
                      <a:cubicBezTo>
                        <a:pt x="275429" y="19723"/>
                        <a:pt x="276096" y="19532"/>
                        <a:pt x="276858" y="19532"/>
                      </a:cubicBezTo>
                      <a:close/>
                      <a:moveTo>
                        <a:pt x="325816" y="16389"/>
                      </a:moveTo>
                      <a:cubicBezTo>
                        <a:pt x="327912" y="14960"/>
                        <a:pt x="330388" y="15818"/>
                        <a:pt x="331627" y="18199"/>
                      </a:cubicBezTo>
                      <a:lnTo>
                        <a:pt x="331531" y="18199"/>
                      </a:lnTo>
                      <a:cubicBezTo>
                        <a:pt x="332103" y="19342"/>
                        <a:pt x="332198" y="20961"/>
                        <a:pt x="331912" y="22199"/>
                      </a:cubicBezTo>
                      <a:cubicBezTo>
                        <a:pt x="331627" y="23438"/>
                        <a:pt x="330960" y="24580"/>
                        <a:pt x="330007" y="25247"/>
                      </a:cubicBezTo>
                      <a:cubicBezTo>
                        <a:pt x="328483" y="26200"/>
                        <a:pt x="327150" y="27343"/>
                        <a:pt x="325816" y="28581"/>
                      </a:cubicBezTo>
                      <a:cubicBezTo>
                        <a:pt x="324102" y="30296"/>
                        <a:pt x="322482" y="32201"/>
                        <a:pt x="321054" y="34201"/>
                      </a:cubicBezTo>
                      <a:cubicBezTo>
                        <a:pt x="320387" y="35248"/>
                        <a:pt x="319149" y="35725"/>
                        <a:pt x="318101" y="35725"/>
                      </a:cubicBezTo>
                      <a:cubicBezTo>
                        <a:pt x="317053" y="35820"/>
                        <a:pt x="315910" y="35153"/>
                        <a:pt x="315148" y="34201"/>
                      </a:cubicBezTo>
                      <a:cubicBezTo>
                        <a:pt x="314386" y="33343"/>
                        <a:pt x="313910" y="31819"/>
                        <a:pt x="313910" y="30581"/>
                      </a:cubicBezTo>
                      <a:cubicBezTo>
                        <a:pt x="313910" y="29152"/>
                        <a:pt x="314386" y="28009"/>
                        <a:pt x="315148" y="26962"/>
                      </a:cubicBezTo>
                      <a:cubicBezTo>
                        <a:pt x="318196" y="22771"/>
                        <a:pt x="321816" y="19151"/>
                        <a:pt x="325816" y="16389"/>
                      </a:cubicBezTo>
                      <a:close/>
                      <a:moveTo>
                        <a:pt x="446974" y="673"/>
                      </a:moveTo>
                      <a:cubicBezTo>
                        <a:pt x="449165" y="-660"/>
                        <a:pt x="451451" y="6"/>
                        <a:pt x="452785" y="2483"/>
                      </a:cubicBezTo>
                      <a:cubicBezTo>
                        <a:pt x="453356" y="3626"/>
                        <a:pt x="453451" y="5245"/>
                        <a:pt x="453166" y="6483"/>
                      </a:cubicBezTo>
                      <a:cubicBezTo>
                        <a:pt x="452975" y="7626"/>
                        <a:pt x="452213" y="8960"/>
                        <a:pt x="451261" y="9531"/>
                      </a:cubicBezTo>
                      <a:cubicBezTo>
                        <a:pt x="447927" y="11531"/>
                        <a:pt x="444784" y="13913"/>
                        <a:pt x="441831" y="16675"/>
                      </a:cubicBezTo>
                      <a:cubicBezTo>
                        <a:pt x="441069" y="17437"/>
                        <a:pt x="440402" y="18199"/>
                        <a:pt x="439640" y="18961"/>
                      </a:cubicBezTo>
                      <a:cubicBezTo>
                        <a:pt x="437830" y="20866"/>
                        <a:pt x="435449" y="20961"/>
                        <a:pt x="433639" y="18961"/>
                      </a:cubicBezTo>
                      <a:cubicBezTo>
                        <a:pt x="432020" y="17151"/>
                        <a:pt x="432020" y="13436"/>
                        <a:pt x="433639" y="11627"/>
                      </a:cubicBezTo>
                      <a:cubicBezTo>
                        <a:pt x="437640" y="7340"/>
                        <a:pt x="442117" y="3530"/>
                        <a:pt x="446974" y="673"/>
                      </a:cubicBezTo>
                      <a:close/>
                    </a:path>
                  </a:pathLst>
                </a:custGeom>
                <a:solidFill>
                  <a:schemeClr val="accent4"/>
                </a:solidFill>
                <a:ln w="0" cap="flat">
                  <a:noFill/>
                  <a:prstDash val="solid"/>
                  <a:miter/>
                </a:ln>
              </p:spPr>
              <p:txBody>
                <a:bodyPr rtlCol="0" anchor="ctr"/>
                <a:lstStyle/>
                <a:p>
                  <a:endParaRPr lang="en-IN"/>
                </a:p>
              </p:txBody>
            </p:sp>
            <p:sp>
              <p:nvSpPr>
                <p:cNvPr id="1224" name="Freeform: Shape 1223">
                  <a:extLst>
                    <a:ext uri="{FF2B5EF4-FFF2-40B4-BE49-F238E27FC236}">
                      <a16:creationId xmlns:a16="http://schemas.microsoft.com/office/drawing/2014/main" id="{9A1562F5-01D3-1D34-BB2C-66AC4B771FBD}"/>
                    </a:ext>
                  </a:extLst>
                </p:cNvPr>
                <p:cNvSpPr/>
                <p:nvPr/>
              </p:nvSpPr>
              <p:spPr>
                <a:xfrm>
                  <a:off x="3733937" y="2263794"/>
                  <a:ext cx="9676" cy="19099"/>
                </a:xfrm>
                <a:custGeom>
                  <a:avLst/>
                  <a:gdLst>
                    <a:gd name="connsiteX0" fmla="*/ 8991 w 9676"/>
                    <a:gd name="connsiteY0" fmla="*/ 11286 h 19099"/>
                    <a:gd name="connsiteX1" fmla="*/ 8515 w 9676"/>
                    <a:gd name="connsiteY1" fmla="*/ 10238 h 19099"/>
                    <a:gd name="connsiteX2" fmla="*/ 8324 w 9676"/>
                    <a:gd name="connsiteY2" fmla="*/ 9285 h 19099"/>
                    <a:gd name="connsiteX3" fmla="*/ 8324 w 9676"/>
                    <a:gd name="connsiteY3" fmla="*/ 8237 h 19099"/>
                    <a:gd name="connsiteX4" fmla="*/ 8705 w 9676"/>
                    <a:gd name="connsiteY4" fmla="*/ 6714 h 19099"/>
                    <a:gd name="connsiteX5" fmla="*/ 8419 w 9676"/>
                    <a:gd name="connsiteY5" fmla="*/ 7666 h 19099"/>
                    <a:gd name="connsiteX6" fmla="*/ 8896 w 9676"/>
                    <a:gd name="connsiteY6" fmla="*/ 5856 h 19099"/>
                    <a:gd name="connsiteX7" fmla="*/ 8896 w 9676"/>
                    <a:gd name="connsiteY7" fmla="*/ 3761 h 19099"/>
                    <a:gd name="connsiteX8" fmla="*/ 6991 w 9676"/>
                    <a:gd name="connsiteY8" fmla="*/ 713 h 19099"/>
                    <a:gd name="connsiteX9" fmla="*/ 3752 w 9676"/>
                    <a:gd name="connsiteY9" fmla="*/ 237 h 19099"/>
                    <a:gd name="connsiteX10" fmla="*/ 1180 w 9676"/>
                    <a:gd name="connsiteY10" fmla="*/ 2618 h 19099"/>
                    <a:gd name="connsiteX11" fmla="*/ 228 w 9676"/>
                    <a:gd name="connsiteY11" fmla="*/ 6047 h 19099"/>
                    <a:gd name="connsiteX12" fmla="*/ 37 w 9676"/>
                    <a:gd name="connsiteY12" fmla="*/ 9666 h 19099"/>
                    <a:gd name="connsiteX13" fmla="*/ 609 w 9676"/>
                    <a:gd name="connsiteY13" fmla="*/ 13191 h 19099"/>
                    <a:gd name="connsiteX14" fmla="*/ 1942 w 9676"/>
                    <a:gd name="connsiteY14" fmla="*/ 16524 h 19099"/>
                    <a:gd name="connsiteX15" fmla="*/ 2990 w 9676"/>
                    <a:gd name="connsiteY15" fmla="*/ 17953 h 19099"/>
                    <a:gd name="connsiteX16" fmla="*/ 4419 w 9676"/>
                    <a:gd name="connsiteY16" fmla="*/ 18906 h 19099"/>
                    <a:gd name="connsiteX17" fmla="*/ 7657 w 9676"/>
                    <a:gd name="connsiteY17" fmla="*/ 18429 h 19099"/>
                    <a:gd name="connsiteX18" fmla="*/ 9562 w 9676"/>
                    <a:gd name="connsiteY18" fmla="*/ 15381 h 19099"/>
                    <a:gd name="connsiteX19" fmla="*/ 9181 w 9676"/>
                    <a:gd name="connsiteY19" fmla="*/ 11381 h 1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76" h="19099">
                      <a:moveTo>
                        <a:pt x="8991" y="11286"/>
                      </a:moveTo>
                      <a:cubicBezTo>
                        <a:pt x="8991" y="11286"/>
                        <a:pt x="8705" y="10619"/>
                        <a:pt x="8515" y="10238"/>
                      </a:cubicBezTo>
                      <a:cubicBezTo>
                        <a:pt x="8515" y="9952"/>
                        <a:pt x="8324" y="9571"/>
                        <a:pt x="8324" y="9285"/>
                      </a:cubicBezTo>
                      <a:cubicBezTo>
                        <a:pt x="8324" y="8904"/>
                        <a:pt x="8324" y="8619"/>
                        <a:pt x="8324" y="8237"/>
                      </a:cubicBezTo>
                      <a:cubicBezTo>
                        <a:pt x="8324" y="7761"/>
                        <a:pt x="8515" y="7190"/>
                        <a:pt x="8705" y="6714"/>
                      </a:cubicBezTo>
                      <a:cubicBezTo>
                        <a:pt x="8610" y="6999"/>
                        <a:pt x="8515" y="7285"/>
                        <a:pt x="8419" y="7666"/>
                      </a:cubicBezTo>
                      <a:cubicBezTo>
                        <a:pt x="8705" y="7095"/>
                        <a:pt x="8896" y="6428"/>
                        <a:pt x="8896" y="5856"/>
                      </a:cubicBezTo>
                      <a:cubicBezTo>
                        <a:pt x="8991" y="5190"/>
                        <a:pt x="8991" y="4523"/>
                        <a:pt x="8896" y="3761"/>
                      </a:cubicBezTo>
                      <a:cubicBezTo>
                        <a:pt x="8610" y="2523"/>
                        <a:pt x="7848" y="1284"/>
                        <a:pt x="6991" y="713"/>
                      </a:cubicBezTo>
                      <a:cubicBezTo>
                        <a:pt x="6038" y="46"/>
                        <a:pt x="4800" y="-240"/>
                        <a:pt x="3752" y="237"/>
                      </a:cubicBezTo>
                      <a:cubicBezTo>
                        <a:pt x="2800" y="618"/>
                        <a:pt x="1657" y="1380"/>
                        <a:pt x="1180" y="2618"/>
                      </a:cubicBezTo>
                      <a:cubicBezTo>
                        <a:pt x="799" y="3761"/>
                        <a:pt x="323" y="4808"/>
                        <a:pt x="228" y="6047"/>
                      </a:cubicBezTo>
                      <a:cubicBezTo>
                        <a:pt x="37" y="7285"/>
                        <a:pt x="-58" y="8523"/>
                        <a:pt x="37" y="9666"/>
                      </a:cubicBezTo>
                      <a:cubicBezTo>
                        <a:pt x="37" y="10809"/>
                        <a:pt x="228" y="12048"/>
                        <a:pt x="609" y="13191"/>
                      </a:cubicBezTo>
                      <a:cubicBezTo>
                        <a:pt x="990" y="14333"/>
                        <a:pt x="1371" y="15477"/>
                        <a:pt x="1942" y="16524"/>
                      </a:cubicBezTo>
                      <a:cubicBezTo>
                        <a:pt x="2228" y="17096"/>
                        <a:pt x="2609" y="17572"/>
                        <a:pt x="2990" y="17953"/>
                      </a:cubicBezTo>
                      <a:cubicBezTo>
                        <a:pt x="3371" y="18429"/>
                        <a:pt x="3847" y="18715"/>
                        <a:pt x="4419" y="18906"/>
                      </a:cubicBezTo>
                      <a:cubicBezTo>
                        <a:pt x="5467" y="19287"/>
                        <a:pt x="6800" y="19096"/>
                        <a:pt x="7657" y="18429"/>
                      </a:cubicBezTo>
                      <a:cubicBezTo>
                        <a:pt x="8515" y="17762"/>
                        <a:pt x="9372" y="16620"/>
                        <a:pt x="9562" y="15381"/>
                      </a:cubicBezTo>
                      <a:cubicBezTo>
                        <a:pt x="9753" y="14048"/>
                        <a:pt x="9753" y="12524"/>
                        <a:pt x="9181" y="11381"/>
                      </a:cubicBezTo>
                      <a:close/>
                    </a:path>
                  </a:pathLst>
                </a:custGeom>
                <a:solidFill>
                  <a:srgbClr val="F7D488"/>
                </a:solidFill>
                <a:ln w="0" cap="flat">
                  <a:noFill/>
                  <a:prstDash val="solid"/>
                  <a:miter/>
                </a:ln>
              </p:spPr>
              <p:txBody>
                <a:bodyPr rtlCol="0" anchor="ctr"/>
                <a:lstStyle/>
                <a:p>
                  <a:endParaRPr lang="en-IN"/>
                </a:p>
              </p:txBody>
            </p:sp>
            <p:sp>
              <p:nvSpPr>
                <p:cNvPr id="1225" name="Freeform: Shape 1224">
                  <a:extLst>
                    <a:ext uri="{FF2B5EF4-FFF2-40B4-BE49-F238E27FC236}">
                      <a16:creationId xmlns:a16="http://schemas.microsoft.com/office/drawing/2014/main" id="{C3C594EC-BA37-E96A-737F-8EBDD4160863}"/>
                    </a:ext>
                  </a:extLst>
                </p:cNvPr>
                <p:cNvSpPr/>
                <p:nvPr/>
              </p:nvSpPr>
              <p:spPr>
                <a:xfrm>
                  <a:off x="3800268" y="2250981"/>
                  <a:ext cx="11239" cy="17820"/>
                </a:xfrm>
                <a:custGeom>
                  <a:avLst/>
                  <a:gdLst>
                    <a:gd name="connsiteX0" fmla="*/ 10001 w 11239"/>
                    <a:gd name="connsiteY0" fmla="*/ 1524 h 17820"/>
                    <a:gd name="connsiteX1" fmla="*/ 7049 w 11239"/>
                    <a:gd name="connsiteY1" fmla="*/ 0 h 17820"/>
                    <a:gd name="connsiteX2" fmla="*/ 4096 w 11239"/>
                    <a:gd name="connsiteY2" fmla="*/ 1524 h 17820"/>
                    <a:gd name="connsiteX3" fmla="*/ 2858 w 11239"/>
                    <a:gd name="connsiteY3" fmla="*/ 5143 h 17820"/>
                    <a:gd name="connsiteX4" fmla="*/ 2858 w 11239"/>
                    <a:gd name="connsiteY4" fmla="*/ 5143 h 17820"/>
                    <a:gd name="connsiteX5" fmla="*/ 2477 w 11239"/>
                    <a:gd name="connsiteY5" fmla="*/ 6858 h 17820"/>
                    <a:gd name="connsiteX6" fmla="*/ 1810 w 11239"/>
                    <a:gd name="connsiteY6" fmla="*/ 8287 h 17820"/>
                    <a:gd name="connsiteX7" fmla="*/ 1238 w 11239"/>
                    <a:gd name="connsiteY7" fmla="*/ 9049 h 17820"/>
                    <a:gd name="connsiteX8" fmla="*/ 0 w 11239"/>
                    <a:gd name="connsiteY8" fmla="*/ 12668 h 17820"/>
                    <a:gd name="connsiteX9" fmla="*/ 1238 w 11239"/>
                    <a:gd name="connsiteY9" fmla="*/ 16288 h 17820"/>
                    <a:gd name="connsiteX10" fmla="*/ 4191 w 11239"/>
                    <a:gd name="connsiteY10" fmla="*/ 17812 h 17820"/>
                    <a:gd name="connsiteX11" fmla="*/ 7144 w 11239"/>
                    <a:gd name="connsiteY11" fmla="*/ 16288 h 17820"/>
                    <a:gd name="connsiteX12" fmla="*/ 8954 w 11239"/>
                    <a:gd name="connsiteY12" fmla="*/ 13621 h 17820"/>
                    <a:gd name="connsiteX13" fmla="*/ 9906 w 11239"/>
                    <a:gd name="connsiteY13" fmla="*/ 11716 h 17820"/>
                    <a:gd name="connsiteX14" fmla="*/ 10859 w 11239"/>
                    <a:gd name="connsiteY14" fmla="*/ 8572 h 17820"/>
                    <a:gd name="connsiteX15" fmla="*/ 11240 w 11239"/>
                    <a:gd name="connsiteY15" fmla="*/ 5048 h 17820"/>
                    <a:gd name="connsiteX16" fmla="*/ 10001 w 11239"/>
                    <a:gd name="connsiteY16" fmla="*/ 1429 h 1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39" h="17820">
                      <a:moveTo>
                        <a:pt x="10001" y="1524"/>
                      </a:moveTo>
                      <a:cubicBezTo>
                        <a:pt x="9239" y="667"/>
                        <a:pt x="8096" y="0"/>
                        <a:pt x="7049" y="0"/>
                      </a:cubicBezTo>
                      <a:cubicBezTo>
                        <a:pt x="6001" y="0"/>
                        <a:pt x="4858" y="476"/>
                        <a:pt x="4096" y="1524"/>
                      </a:cubicBezTo>
                      <a:cubicBezTo>
                        <a:pt x="3334" y="2572"/>
                        <a:pt x="2858" y="3715"/>
                        <a:pt x="2858" y="5143"/>
                      </a:cubicBezTo>
                      <a:cubicBezTo>
                        <a:pt x="2858" y="5143"/>
                        <a:pt x="2858" y="5143"/>
                        <a:pt x="2858" y="5143"/>
                      </a:cubicBezTo>
                      <a:cubicBezTo>
                        <a:pt x="2858" y="5715"/>
                        <a:pt x="2667" y="6287"/>
                        <a:pt x="2477" y="6858"/>
                      </a:cubicBezTo>
                      <a:cubicBezTo>
                        <a:pt x="2286" y="7334"/>
                        <a:pt x="2000" y="7810"/>
                        <a:pt x="1810" y="8287"/>
                      </a:cubicBezTo>
                      <a:cubicBezTo>
                        <a:pt x="1619" y="8572"/>
                        <a:pt x="1429" y="8858"/>
                        <a:pt x="1238" y="9049"/>
                      </a:cubicBezTo>
                      <a:cubicBezTo>
                        <a:pt x="476" y="9906"/>
                        <a:pt x="0" y="11430"/>
                        <a:pt x="0" y="12668"/>
                      </a:cubicBezTo>
                      <a:cubicBezTo>
                        <a:pt x="0" y="13906"/>
                        <a:pt x="476" y="15430"/>
                        <a:pt x="1238" y="16288"/>
                      </a:cubicBezTo>
                      <a:cubicBezTo>
                        <a:pt x="2000" y="17240"/>
                        <a:pt x="3143" y="17907"/>
                        <a:pt x="4191" y="17812"/>
                      </a:cubicBezTo>
                      <a:cubicBezTo>
                        <a:pt x="5334" y="17812"/>
                        <a:pt x="6287" y="17240"/>
                        <a:pt x="7144" y="16288"/>
                      </a:cubicBezTo>
                      <a:cubicBezTo>
                        <a:pt x="7810" y="15526"/>
                        <a:pt x="8382" y="14573"/>
                        <a:pt x="8954" y="13621"/>
                      </a:cubicBezTo>
                      <a:cubicBezTo>
                        <a:pt x="9335" y="13049"/>
                        <a:pt x="9620" y="12383"/>
                        <a:pt x="9906" y="11716"/>
                      </a:cubicBezTo>
                      <a:cubicBezTo>
                        <a:pt x="10287" y="10668"/>
                        <a:pt x="10668" y="9620"/>
                        <a:pt x="10859" y="8572"/>
                      </a:cubicBezTo>
                      <a:cubicBezTo>
                        <a:pt x="11049" y="7429"/>
                        <a:pt x="11240" y="6191"/>
                        <a:pt x="11240" y="5048"/>
                      </a:cubicBezTo>
                      <a:cubicBezTo>
                        <a:pt x="11240" y="3715"/>
                        <a:pt x="10763" y="2286"/>
                        <a:pt x="10001" y="1429"/>
                      </a:cubicBezTo>
                      <a:close/>
                    </a:path>
                  </a:pathLst>
                </a:custGeom>
                <a:solidFill>
                  <a:srgbClr val="F7D488"/>
                </a:solidFill>
                <a:ln w="0" cap="flat">
                  <a:noFill/>
                  <a:prstDash val="solid"/>
                  <a:miter/>
                </a:ln>
              </p:spPr>
              <p:txBody>
                <a:bodyPr rtlCol="0" anchor="ctr"/>
                <a:lstStyle/>
                <a:p>
                  <a:endParaRPr lang="en-IN"/>
                </a:p>
              </p:txBody>
            </p:sp>
            <p:sp>
              <p:nvSpPr>
                <p:cNvPr id="1226" name="Freeform: Shape 1225">
                  <a:extLst>
                    <a:ext uri="{FF2B5EF4-FFF2-40B4-BE49-F238E27FC236}">
                      <a16:creationId xmlns:a16="http://schemas.microsoft.com/office/drawing/2014/main" id="{9847F7C5-0631-26A4-9500-7B6EAB78E8EA}"/>
                    </a:ext>
                  </a:extLst>
                </p:cNvPr>
                <p:cNvSpPr/>
                <p:nvPr/>
              </p:nvSpPr>
              <p:spPr>
                <a:xfrm>
                  <a:off x="3229911" y="1805116"/>
                  <a:ext cx="708564" cy="643127"/>
                </a:xfrm>
                <a:custGeom>
                  <a:avLst/>
                  <a:gdLst>
                    <a:gd name="connsiteX0" fmla="*/ 708565 w 708564"/>
                    <a:gd name="connsiteY0" fmla="*/ 115538 h 643127"/>
                    <a:gd name="connsiteX1" fmla="*/ 708565 w 708564"/>
                    <a:gd name="connsiteY1" fmla="*/ 643128 h 643127"/>
                    <a:gd name="connsiteX2" fmla="*/ 664369 w 708564"/>
                    <a:gd name="connsiteY2" fmla="*/ 643128 h 643127"/>
                    <a:gd name="connsiteX3" fmla="*/ 664369 w 708564"/>
                    <a:gd name="connsiteY3" fmla="*/ 114395 h 643127"/>
                    <a:gd name="connsiteX4" fmla="*/ 620935 w 708564"/>
                    <a:gd name="connsiteY4" fmla="*/ 61246 h 643127"/>
                    <a:gd name="connsiteX5" fmla="*/ 87630 w 708564"/>
                    <a:gd name="connsiteY5" fmla="*/ 61246 h 643127"/>
                    <a:gd name="connsiteX6" fmla="*/ 44196 w 708564"/>
                    <a:gd name="connsiteY6" fmla="*/ 114395 h 643127"/>
                    <a:gd name="connsiteX7" fmla="*/ 44196 w 708564"/>
                    <a:gd name="connsiteY7" fmla="*/ 643128 h 643127"/>
                    <a:gd name="connsiteX8" fmla="*/ 0 w 708564"/>
                    <a:gd name="connsiteY8" fmla="*/ 643128 h 643127"/>
                    <a:gd name="connsiteX9" fmla="*/ 0 w 708564"/>
                    <a:gd name="connsiteY9" fmla="*/ 115538 h 643127"/>
                    <a:gd name="connsiteX10" fmla="*/ 94488 w 708564"/>
                    <a:gd name="connsiteY10" fmla="*/ 0 h 643127"/>
                    <a:gd name="connsiteX11" fmla="*/ 614077 w 708564"/>
                    <a:gd name="connsiteY11" fmla="*/ 0 h 643127"/>
                    <a:gd name="connsiteX12" fmla="*/ 708565 w 708564"/>
                    <a:gd name="connsiteY12" fmla="*/ 115538 h 64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08564" h="643127">
                      <a:moveTo>
                        <a:pt x="708565" y="115538"/>
                      </a:moveTo>
                      <a:lnTo>
                        <a:pt x="708565" y="643128"/>
                      </a:lnTo>
                      <a:lnTo>
                        <a:pt x="664369" y="643128"/>
                      </a:lnTo>
                      <a:lnTo>
                        <a:pt x="664369" y="114395"/>
                      </a:lnTo>
                      <a:cubicBezTo>
                        <a:pt x="664369" y="85058"/>
                        <a:pt x="644938" y="61246"/>
                        <a:pt x="620935" y="61246"/>
                      </a:cubicBezTo>
                      <a:lnTo>
                        <a:pt x="87630" y="61246"/>
                      </a:lnTo>
                      <a:cubicBezTo>
                        <a:pt x="63627" y="61246"/>
                        <a:pt x="44196" y="85058"/>
                        <a:pt x="44196" y="114395"/>
                      </a:cubicBezTo>
                      <a:lnTo>
                        <a:pt x="44196" y="643128"/>
                      </a:lnTo>
                      <a:lnTo>
                        <a:pt x="0" y="643128"/>
                      </a:lnTo>
                      <a:lnTo>
                        <a:pt x="0" y="115538"/>
                      </a:lnTo>
                      <a:cubicBezTo>
                        <a:pt x="0" y="51721"/>
                        <a:pt x="42291" y="0"/>
                        <a:pt x="94488" y="0"/>
                      </a:cubicBezTo>
                      <a:lnTo>
                        <a:pt x="614077" y="0"/>
                      </a:lnTo>
                      <a:cubicBezTo>
                        <a:pt x="666274" y="0"/>
                        <a:pt x="708565" y="51721"/>
                        <a:pt x="708565" y="115538"/>
                      </a:cubicBezTo>
                      <a:close/>
                    </a:path>
                  </a:pathLst>
                </a:custGeom>
                <a:solidFill>
                  <a:schemeClr val="accent6"/>
                </a:solidFill>
                <a:ln w="0" cap="flat">
                  <a:noFill/>
                  <a:prstDash val="solid"/>
                  <a:miter/>
                </a:ln>
              </p:spPr>
              <p:txBody>
                <a:bodyPr rtlCol="0" anchor="ctr"/>
                <a:lstStyle/>
                <a:p>
                  <a:endParaRPr lang="en-IN"/>
                </a:p>
              </p:txBody>
            </p:sp>
            <p:sp>
              <p:nvSpPr>
                <p:cNvPr id="1227" name="Freeform: Shape 1226">
                  <a:extLst>
                    <a:ext uri="{FF2B5EF4-FFF2-40B4-BE49-F238E27FC236}">
                      <a16:creationId xmlns:a16="http://schemas.microsoft.com/office/drawing/2014/main" id="{80CA5073-0433-750F-83B8-4B2299B2C97E}"/>
                    </a:ext>
                  </a:extLst>
                </p:cNvPr>
                <p:cNvSpPr/>
                <p:nvPr/>
              </p:nvSpPr>
              <p:spPr>
                <a:xfrm>
                  <a:off x="3271441" y="2222120"/>
                  <a:ext cx="208406" cy="226123"/>
                </a:xfrm>
                <a:custGeom>
                  <a:avLst/>
                  <a:gdLst>
                    <a:gd name="connsiteX0" fmla="*/ 0 w 208406"/>
                    <a:gd name="connsiteY0" fmla="*/ 0 h 226123"/>
                    <a:gd name="connsiteX1" fmla="*/ 208407 w 208406"/>
                    <a:gd name="connsiteY1" fmla="*/ 0 h 226123"/>
                    <a:gd name="connsiteX2" fmla="*/ 208407 w 208406"/>
                    <a:gd name="connsiteY2" fmla="*/ 226124 h 226123"/>
                    <a:gd name="connsiteX3" fmla="*/ 0 w 208406"/>
                    <a:gd name="connsiteY3" fmla="*/ 226124 h 226123"/>
                  </a:gdLst>
                  <a:ahLst/>
                  <a:cxnLst>
                    <a:cxn ang="0">
                      <a:pos x="connsiteX0" y="connsiteY0"/>
                    </a:cxn>
                    <a:cxn ang="0">
                      <a:pos x="connsiteX1" y="connsiteY1"/>
                    </a:cxn>
                    <a:cxn ang="0">
                      <a:pos x="connsiteX2" y="connsiteY2"/>
                    </a:cxn>
                    <a:cxn ang="0">
                      <a:pos x="connsiteX3" y="connsiteY3"/>
                    </a:cxn>
                  </a:cxnLst>
                  <a:rect l="l" t="t" r="r" b="b"/>
                  <a:pathLst>
                    <a:path w="208406" h="226123">
                      <a:moveTo>
                        <a:pt x="0" y="0"/>
                      </a:moveTo>
                      <a:lnTo>
                        <a:pt x="208407" y="0"/>
                      </a:lnTo>
                      <a:lnTo>
                        <a:pt x="208407" y="226124"/>
                      </a:lnTo>
                      <a:lnTo>
                        <a:pt x="0" y="226124"/>
                      </a:lnTo>
                      <a:close/>
                    </a:path>
                  </a:pathLst>
                </a:custGeom>
                <a:solidFill>
                  <a:schemeClr val="accent6">
                    <a:lumMod val="50000"/>
                  </a:schemeClr>
                </a:solidFill>
                <a:ln w="0" cap="flat">
                  <a:noFill/>
                  <a:prstDash val="solid"/>
                  <a:miter/>
                </a:ln>
              </p:spPr>
              <p:txBody>
                <a:bodyPr rtlCol="0" anchor="ctr"/>
                <a:lstStyle/>
                <a:p>
                  <a:endParaRPr lang="en-IN"/>
                </a:p>
              </p:txBody>
            </p:sp>
            <p:sp>
              <p:nvSpPr>
                <p:cNvPr id="1228" name="Freeform: Shape 1227">
                  <a:extLst>
                    <a:ext uri="{FF2B5EF4-FFF2-40B4-BE49-F238E27FC236}">
                      <a16:creationId xmlns:a16="http://schemas.microsoft.com/office/drawing/2014/main" id="{DE93607C-9D02-44FA-2893-D156C9F879E1}"/>
                    </a:ext>
                  </a:extLst>
                </p:cNvPr>
                <p:cNvSpPr/>
                <p:nvPr/>
              </p:nvSpPr>
              <p:spPr>
                <a:xfrm>
                  <a:off x="3288205" y="2240408"/>
                  <a:ext cx="174783" cy="189642"/>
                </a:xfrm>
                <a:custGeom>
                  <a:avLst/>
                  <a:gdLst>
                    <a:gd name="connsiteX0" fmla="*/ 0 w 174783"/>
                    <a:gd name="connsiteY0" fmla="*/ 0 h 189642"/>
                    <a:gd name="connsiteX1" fmla="*/ 174784 w 174783"/>
                    <a:gd name="connsiteY1" fmla="*/ 0 h 189642"/>
                    <a:gd name="connsiteX2" fmla="*/ 174784 w 174783"/>
                    <a:gd name="connsiteY2" fmla="*/ 189643 h 189642"/>
                    <a:gd name="connsiteX3" fmla="*/ 0 w 174783"/>
                    <a:gd name="connsiteY3" fmla="*/ 189643 h 189642"/>
                  </a:gdLst>
                  <a:ahLst/>
                  <a:cxnLst>
                    <a:cxn ang="0">
                      <a:pos x="connsiteX0" y="connsiteY0"/>
                    </a:cxn>
                    <a:cxn ang="0">
                      <a:pos x="connsiteX1" y="connsiteY1"/>
                    </a:cxn>
                    <a:cxn ang="0">
                      <a:pos x="connsiteX2" y="connsiteY2"/>
                    </a:cxn>
                    <a:cxn ang="0">
                      <a:pos x="connsiteX3" y="connsiteY3"/>
                    </a:cxn>
                  </a:cxnLst>
                  <a:rect l="l" t="t" r="r" b="b"/>
                  <a:pathLst>
                    <a:path w="174783" h="189642">
                      <a:moveTo>
                        <a:pt x="0" y="0"/>
                      </a:moveTo>
                      <a:lnTo>
                        <a:pt x="174784" y="0"/>
                      </a:lnTo>
                      <a:lnTo>
                        <a:pt x="174784" y="189643"/>
                      </a:lnTo>
                      <a:lnTo>
                        <a:pt x="0" y="189643"/>
                      </a:lnTo>
                      <a:close/>
                    </a:path>
                  </a:pathLst>
                </a:custGeom>
                <a:solidFill>
                  <a:schemeClr val="accent6"/>
                </a:solidFill>
                <a:ln w="0" cap="flat">
                  <a:noFill/>
                  <a:prstDash val="solid"/>
                  <a:miter/>
                </a:ln>
              </p:spPr>
              <p:txBody>
                <a:bodyPr rtlCol="0" anchor="ctr"/>
                <a:lstStyle/>
                <a:p>
                  <a:endParaRPr lang="en-IN"/>
                </a:p>
              </p:txBody>
            </p:sp>
            <p:sp>
              <p:nvSpPr>
                <p:cNvPr id="1229" name="Freeform: Shape 1228">
                  <a:extLst>
                    <a:ext uri="{FF2B5EF4-FFF2-40B4-BE49-F238E27FC236}">
                      <a16:creationId xmlns:a16="http://schemas.microsoft.com/office/drawing/2014/main" id="{AA0F954F-37BB-001F-9108-FE92BDEB2328}"/>
                    </a:ext>
                  </a:extLst>
                </p:cNvPr>
                <p:cNvSpPr/>
                <p:nvPr/>
              </p:nvSpPr>
              <p:spPr>
                <a:xfrm>
                  <a:off x="3271441" y="2222120"/>
                  <a:ext cx="208407" cy="226123"/>
                </a:xfrm>
                <a:custGeom>
                  <a:avLst/>
                  <a:gdLst>
                    <a:gd name="connsiteX0" fmla="*/ 208407 w 208407"/>
                    <a:gd name="connsiteY0" fmla="*/ 0 h 226123"/>
                    <a:gd name="connsiteX1" fmla="*/ 208407 w 208407"/>
                    <a:gd name="connsiteY1" fmla="*/ 6287 h 226123"/>
                    <a:gd name="connsiteX2" fmla="*/ 191643 w 208407"/>
                    <a:gd name="connsiteY2" fmla="*/ 24955 h 226123"/>
                    <a:gd name="connsiteX3" fmla="*/ 113919 w 208407"/>
                    <a:gd name="connsiteY3" fmla="*/ 111442 h 226123"/>
                    <a:gd name="connsiteX4" fmla="*/ 112204 w 208407"/>
                    <a:gd name="connsiteY4" fmla="*/ 113252 h 226123"/>
                    <a:gd name="connsiteX5" fmla="*/ 104680 w 208407"/>
                    <a:gd name="connsiteY5" fmla="*/ 121729 h 226123"/>
                    <a:gd name="connsiteX6" fmla="*/ 27146 w 208407"/>
                    <a:gd name="connsiteY6" fmla="*/ 207931 h 226123"/>
                    <a:gd name="connsiteX7" fmla="*/ 10858 w 208407"/>
                    <a:gd name="connsiteY7" fmla="*/ 226123 h 226123"/>
                    <a:gd name="connsiteX8" fmla="*/ 0 w 208407"/>
                    <a:gd name="connsiteY8" fmla="*/ 226123 h 226123"/>
                    <a:gd name="connsiteX9" fmla="*/ 0 w 208407"/>
                    <a:gd name="connsiteY9" fmla="*/ 217360 h 226123"/>
                    <a:gd name="connsiteX10" fmla="*/ 2572 w 208407"/>
                    <a:gd name="connsiteY10" fmla="*/ 214503 h 226123"/>
                    <a:gd name="connsiteX11" fmla="*/ 16764 w 208407"/>
                    <a:gd name="connsiteY11" fmla="*/ 198692 h 226123"/>
                    <a:gd name="connsiteX12" fmla="*/ 86487 w 208407"/>
                    <a:gd name="connsiteY12" fmla="*/ 121158 h 226123"/>
                    <a:gd name="connsiteX13" fmla="*/ 95155 w 208407"/>
                    <a:gd name="connsiteY13" fmla="*/ 111538 h 226123"/>
                    <a:gd name="connsiteX14" fmla="*/ 104299 w 208407"/>
                    <a:gd name="connsiteY14" fmla="*/ 101251 h 226123"/>
                    <a:gd name="connsiteX15" fmla="*/ 178975 w 208407"/>
                    <a:gd name="connsiteY15" fmla="*/ 18193 h 226123"/>
                    <a:gd name="connsiteX16" fmla="*/ 195358 w 208407"/>
                    <a:gd name="connsiteY16" fmla="*/ 0 h 226123"/>
                    <a:gd name="connsiteX17" fmla="*/ 208407 w 208407"/>
                    <a:gd name="connsiteY17" fmla="*/ 0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07" h="226123">
                      <a:moveTo>
                        <a:pt x="208407" y="0"/>
                      </a:moveTo>
                      <a:lnTo>
                        <a:pt x="208407" y="6287"/>
                      </a:lnTo>
                      <a:lnTo>
                        <a:pt x="191643" y="24955"/>
                      </a:lnTo>
                      <a:lnTo>
                        <a:pt x="113919" y="111442"/>
                      </a:lnTo>
                      <a:lnTo>
                        <a:pt x="112204" y="113252"/>
                      </a:lnTo>
                      <a:lnTo>
                        <a:pt x="104680" y="121729"/>
                      </a:lnTo>
                      <a:lnTo>
                        <a:pt x="27146" y="207931"/>
                      </a:lnTo>
                      <a:lnTo>
                        <a:pt x="10858" y="226123"/>
                      </a:lnTo>
                      <a:lnTo>
                        <a:pt x="0" y="226123"/>
                      </a:lnTo>
                      <a:lnTo>
                        <a:pt x="0" y="217360"/>
                      </a:lnTo>
                      <a:lnTo>
                        <a:pt x="2572" y="214503"/>
                      </a:lnTo>
                      <a:lnTo>
                        <a:pt x="16764" y="198692"/>
                      </a:lnTo>
                      <a:lnTo>
                        <a:pt x="86487" y="121158"/>
                      </a:lnTo>
                      <a:lnTo>
                        <a:pt x="95155" y="111538"/>
                      </a:lnTo>
                      <a:lnTo>
                        <a:pt x="104299" y="101251"/>
                      </a:lnTo>
                      <a:lnTo>
                        <a:pt x="178975" y="18193"/>
                      </a:lnTo>
                      <a:lnTo>
                        <a:pt x="195358" y="0"/>
                      </a:lnTo>
                      <a:lnTo>
                        <a:pt x="208407" y="0"/>
                      </a:lnTo>
                      <a:close/>
                    </a:path>
                  </a:pathLst>
                </a:custGeom>
                <a:solidFill>
                  <a:schemeClr val="accent6">
                    <a:lumMod val="50000"/>
                  </a:schemeClr>
                </a:solidFill>
                <a:ln w="0" cap="flat">
                  <a:noFill/>
                  <a:prstDash val="solid"/>
                  <a:miter/>
                </a:ln>
              </p:spPr>
              <p:txBody>
                <a:bodyPr rtlCol="0" anchor="ctr"/>
                <a:lstStyle/>
                <a:p>
                  <a:endParaRPr lang="en-IN"/>
                </a:p>
              </p:txBody>
            </p:sp>
            <p:sp>
              <p:nvSpPr>
                <p:cNvPr id="1230" name="Freeform: Shape 1229">
                  <a:extLst>
                    <a:ext uri="{FF2B5EF4-FFF2-40B4-BE49-F238E27FC236}">
                      <a16:creationId xmlns:a16="http://schemas.microsoft.com/office/drawing/2014/main" id="{C9EFCAE7-1B20-A511-90FD-04E4471D7C70}"/>
                    </a:ext>
                  </a:extLst>
                </p:cNvPr>
                <p:cNvSpPr/>
                <p:nvPr/>
              </p:nvSpPr>
              <p:spPr>
                <a:xfrm>
                  <a:off x="3271441" y="2222120"/>
                  <a:ext cx="208407" cy="226123"/>
                </a:xfrm>
                <a:custGeom>
                  <a:avLst/>
                  <a:gdLst>
                    <a:gd name="connsiteX0" fmla="*/ 208407 w 208407"/>
                    <a:gd name="connsiteY0" fmla="*/ 211931 h 226123"/>
                    <a:gd name="connsiteX1" fmla="*/ 208407 w 208407"/>
                    <a:gd name="connsiteY1" fmla="*/ 226123 h 226123"/>
                    <a:gd name="connsiteX2" fmla="*/ 202883 w 208407"/>
                    <a:gd name="connsiteY2" fmla="*/ 226123 h 226123"/>
                    <a:gd name="connsiteX3" fmla="*/ 185738 w 208407"/>
                    <a:gd name="connsiteY3" fmla="*/ 207931 h 226123"/>
                    <a:gd name="connsiteX4" fmla="*/ 104680 w 208407"/>
                    <a:gd name="connsiteY4" fmla="*/ 121729 h 226123"/>
                    <a:gd name="connsiteX5" fmla="*/ 100203 w 208407"/>
                    <a:gd name="connsiteY5" fmla="*/ 116967 h 226123"/>
                    <a:gd name="connsiteX6" fmla="*/ 95155 w 208407"/>
                    <a:gd name="connsiteY6" fmla="*/ 111538 h 226123"/>
                    <a:gd name="connsiteX7" fmla="*/ 16764 w 208407"/>
                    <a:gd name="connsiteY7" fmla="*/ 28194 h 226123"/>
                    <a:gd name="connsiteX8" fmla="*/ 2572 w 208407"/>
                    <a:gd name="connsiteY8" fmla="*/ 13144 h 226123"/>
                    <a:gd name="connsiteX9" fmla="*/ 0 w 208407"/>
                    <a:gd name="connsiteY9" fmla="*/ 10382 h 226123"/>
                    <a:gd name="connsiteX10" fmla="*/ 0 w 208407"/>
                    <a:gd name="connsiteY10" fmla="*/ 0 h 226123"/>
                    <a:gd name="connsiteX11" fmla="*/ 9144 w 208407"/>
                    <a:gd name="connsiteY11" fmla="*/ 0 h 226123"/>
                    <a:gd name="connsiteX12" fmla="*/ 26289 w 208407"/>
                    <a:gd name="connsiteY12" fmla="*/ 18193 h 226123"/>
                    <a:gd name="connsiteX13" fmla="*/ 104299 w 208407"/>
                    <a:gd name="connsiteY13" fmla="*/ 101251 h 226123"/>
                    <a:gd name="connsiteX14" fmla="*/ 113919 w 208407"/>
                    <a:gd name="connsiteY14" fmla="*/ 111442 h 226123"/>
                    <a:gd name="connsiteX15" fmla="*/ 114872 w 208407"/>
                    <a:gd name="connsiteY15" fmla="*/ 112490 h 226123"/>
                    <a:gd name="connsiteX16" fmla="*/ 191643 w 208407"/>
                    <a:gd name="connsiteY16" fmla="*/ 194119 h 226123"/>
                    <a:gd name="connsiteX17" fmla="*/ 208407 w 208407"/>
                    <a:gd name="connsiteY17" fmla="*/ 211931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07" h="226123">
                      <a:moveTo>
                        <a:pt x="208407" y="211931"/>
                      </a:moveTo>
                      <a:lnTo>
                        <a:pt x="208407" y="226123"/>
                      </a:lnTo>
                      <a:lnTo>
                        <a:pt x="202883" y="226123"/>
                      </a:lnTo>
                      <a:lnTo>
                        <a:pt x="185738" y="207931"/>
                      </a:lnTo>
                      <a:lnTo>
                        <a:pt x="104680" y="121729"/>
                      </a:lnTo>
                      <a:lnTo>
                        <a:pt x="100203" y="116967"/>
                      </a:lnTo>
                      <a:lnTo>
                        <a:pt x="95155" y="111538"/>
                      </a:lnTo>
                      <a:lnTo>
                        <a:pt x="16764" y="28194"/>
                      </a:lnTo>
                      <a:lnTo>
                        <a:pt x="2572" y="13144"/>
                      </a:lnTo>
                      <a:lnTo>
                        <a:pt x="0" y="10382"/>
                      </a:lnTo>
                      <a:lnTo>
                        <a:pt x="0" y="0"/>
                      </a:lnTo>
                      <a:lnTo>
                        <a:pt x="9144" y="0"/>
                      </a:lnTo>
                      <a:lnTo>
                        <a:pt x="26289" y="18193"/>
                      </a:lnTo>
                      <a:lnTo>
                        <a:pt x="104299" y="101251"/>
                      </a:lnTo>
                      <a:lnTo>
                        <a:pt x="113919" y="111442"/>
                      </a:lnTo>
                      <a:lnTo>
                        <a:pt x="114872" y="112490"/>
                      </a:lnTo>
                      <a:lnTo>
                        <a:pt x="191643" y="194119"/>
                      </a:lnTo>
                      <a:lnTo>
                        <a:pt x="208407" y="211931"/>
                      </a:lnTo>
                      <a:close/>
                    </a:path>
                  </a:pathLst>
                </a:custGeom>
                <a:solidFill>
                  <a:schemeClr val="accent6">
                    <a:lumMod val="50000"/>
                  </a:schemeClr>
                </a:solidFill>
                <a:ln w="0" cap="flat">
                  <a:noFill/>
                  <a:prstDash val="solid"/>
                  <a:miter/>
                </a:ln>
              </p:spPr>
              <p:txBody>
                <a:bodyPr rtlCol="0" anchor="ctr"/>
                <a:lstStyle/>
                <a:p>
                  <a:endParaRPr lang="en-IN"/>
                </a:p>
              </p:txBody>
            </p:sp>
            <p:sp>
              <p:nvSpPr>
                <p:cNvPr id="1231" name="Freeform: Shape 1230">
                  <a:extLst>
                    <a:ext uri="{FF2B5EF4-FFF2-40B4-BE49-F238E27FC236}">
                      <a16:creationId xmlns:a16="http://schemas.microsoft.com/office/drawing/2014/main" id="{A7D5761A-2928-2369-9D2C-683A2ED30833}"/>
                    </a:ext>
                  </a:extLst>
                </p:cNvPr>
                <p:cNvSpPr/>
                <p:nvPr/>
              </p:nvSpPr>
              <p:spPr>
                <a:xfrm>
                  <a:off x="3479848" y="2222120"/>
                  <a:ext cx="208407" cy="226123"/>
                </a:xfrm>
                <a:custGeom>
                  <a:avLst/>
                  <a:gdLst>
                    <a:gd name="connsiteX0" fmla="*/ 0 w 208407"/>
                    <a:gd name="connsiteY0" fmla="*/ 0 h 226123"/>
                    <a:gd name="connsiteX1" fmla="*/ 208407 w 208407"/>
                    <a:gd name="connsiteY1" fmla="*/ 0 h 226123"/>
                    <a:gd name="connsiteX2" fmla="*/ 208407 w 208407"/>
                    <a:gd name="connsiteY2" fmla="*/ 226124 h 226123"/>
                    <a:gd name="connsiteX3" fmla="*/ 0 w 208407"/>
                    <a:gd name="connsiteY3" fmla="*/ 226124 h 226123"/>
                  </a:gdLst>
                  <a:ahLst/>
                  <a:cxnLst>
                    <a:cxn ang="0">
                      <a:pos x="connsiteX0" y="connsiteY0"/>
                    </a:cxn>
                    <a:cxn ang="0">
                      <a:pos x="connsiteX1" y="connsiteY1"/>
                    </a:cxn>
                    <a:cxn ang="0">
                      <a:pos x="connsiteX2" y="connsiteY2"/>
                    </a:cxn>
                    <a:cxn ang="0">
                      <a:pos x="connsiteX3" y="connsiteY3"/>
                    </a:cxn>
                  </a:cxnLst>
                  <a:rect l="l" t="t" r="r" b="b"/>
                  <a:pathLst>
                    <a:path w="208407" h="226123">
                      <a:moveTo>
                        <a:pt x="0" y="0"/>
                      </a:moveTo>
                      <a:lnTo>
                        <a:pt x="208407" y="0"/>
                      </a:lnTo>
                      <a:lnTo>
                        <a:pt x="208407" y="226124"/>
                      </a:lnTo>
                      <a:lnTo>
                        <a:pt x="0" y="226124"/>
                      </a:lnTo>
                      <a:close/>
                    </a:path>
                  </a:pathLst>
                </a:custGeom>
                <a:solidFill>
                  <a:schemeClr val="accent6">
                    <a:lumMod val="50000"/>
                  </a:schemeClr>
                </a:solidFill>
                <a:ln w="0" cap="flat">
                  <a:noFill/>
                  <a:prstDash val="solid"/>
                  <a:miter/>
                </a:ln>
              </p:spPr>
              <p:txBody>
                <a:bodyPr rtlCol="0" anchor="ctr"/>
                <a:lstStyle/>
                <a:p>
                  <a:endParaRPr lang="en-IN"/>
                </a:p>
              </p:txBody>
            </p:sp>
            <p:sp>
              <p:nvSpPr>
                <p:cNvPr id="1232" name="Freeform: Shape 1231">
                  <a:extLst>
                    <a:ext uri="{FF2B5EF4-FFF2-40B4-BE49-F238E27FC236}">
                      <a16:creationId xmlns:a16="http://schemas.microsoft.com/office/drawing/2014/main" id="{BCE8F902-DA76-5931-B77D-B3E9C4016A65}"/>
                    </a:ext>
                  </a:extLst>
                </p:cNvPr>
                <p:cNvSpPr/>
                <p:nvPr/>
              </p:nvSpPr>
              <p:spPr>
                <a:xfrm>
                  <a:off x="3496612" y="2240408"/>
                  <a:ext cx="174783" cy="189642"/>
                </a:xfrm>
                <a:custGeom>
                  <a:avLst/>
                  <a:gdLst>
                    <a:gd name="connsiteX0" fmla="*/ 0 w 174783"/>
                    <a:gd name="connsiteY0" fmla="*/ 0 h 189642"/>
                    <a:gd name="connsiteX1" fmla="*/ 174784 w 174783"/>
                    <a:gd name="connsiteY1" fmla="*/ 0 h 189642"/>
                    <a:gd name="connsiteX2" fmla="*/ 174784 w 174783"/>
                    <a:gd name="connsiteY2" fmla="*/ 189643 h 189642"/>
                    <a:gd name="connsiteX3" fmla="*/ 0 w 174783"/>
                    <a:gd name="connsiteY3" fmla="*/ 189643 h 189642"/>
                  </a:gdLst>
                  <a:ahLst/>
                  <a:cxnLst>
                    <a:cxn ang="0">
                      <a:pos x="connsiteX0" y="connsiteY0"/>
                    </a:cxn>
                    <a:cxn ang="0">
                      <a:pos x="connsiteX1" y="connsiteY1"/>
                    </a:cxn>
                    <a:cxn ang="0">
                      <a:pos x="connsiteX2" y="connsiteY2"/>
                    </a:cxn>
                    <a:cxn ang="0">
                      <a:pos x="connsiteX3" y="connsiteY3"/>
                    </a:cxn>
                  </a:cxnLst>
                  <a:rect l="l" t="t" r="r" b="b"/>
                  <a:pathLst>
                    <a:path w="174783" h="189642">
                      <a:moveTo>
                        <a:pt x="0" y="0"/>
                      </a:moveTo>
                      <a:lnTo>
                        <a:pt x="174784" y="0"/>
                      </a:lnTo>
                      <a:lnTo>
                        <a:pt x="174784" y="189643"/>
                      </a:lnTo>
                      <a:lnTo>
                        <a:pt x="0" y="189643"/>
                      </a:lnTo>
                      <a:close/>
                    </a:path>
                  </a:pathLst>
                </a:custGeom>
                <a:solidFill>
                  <a:schemeClr val="accent6"/>
                </a:solidFill>
                <a:ln w="0" cap="flat">
                  <a:noFill/>
                  <a:prstDash val="solid"/>
                  <a:miter/>
                </a:ln>
              </p:spPr>
              <p:txBody>
                <a:bodyPr rtlCol="0" anchor="ctr"/>
                <a:lstStyle/>
                <a:p>
                  <a:endParaRPr lang="en-IN"/>
                </a:p>
              </p:txBody>
            </p:sp>
            <p:sp>
              <p:nvSpPr>
                <p:cNvPr id="1233" name="Freeform: Shape 1232">
                  <a:extLst>
                    <a:ext uri="{FF2B5EF4-FFF2-40B4-BE49-F238E27FC236}">
                      <a16:creationId xmlns:a16="http://schemas.microsoft.com/office/drawing/2014/main" id="{957A5226-4945-E903-54FC-73B288A1F298}"/>
                    </a:ext>
                  </a:extLst>
                </p:cNvPr>
                <p:cNvSpPr/>
                <p:nvPr/>
              </p:nvSpPr>
              <p:spPr>
                <a:xfrm>
                  <a:off x="3479848" y="2222120"/>
                  <a:ext cx="208407" cy="226123"/>
                </a:xfrm>
                <a:custGeom>
                  <a:avLst/>
                  <a:gdLst>
                    <a:gd name="connsiteX0" fmla="*/ 208407 w 208407"/>
                    <a:gd name="connsiteY0" fmla="*/ 0 h 226123"/>
                    <a:gd name="connsiteX1" fmla="*/ 208407 w 208407"/>
                    <a:gd name="connsiteY1" fmla="*/ 6287 h 226123"/>
                    <a:gd name="connsiteX2" fmla="*/ 191643 w 208407"/>
                    <a:gd name="connsiteY2" fmla="*/ 24955 h 226123"/>
                    <a:gd name="connsiteX3" fmla="*/ 191548 w 208407"/>
                    <a:gd name="connsiteY3" fmla="*/ 24955 h 226123"/>
                    <a:gd name="connsiteX4" fmla="*/ 113919 w 208407"/>
                    <a:gd name="connsiteY4" fmla="*/ 111442 h 226123"/>
                    <a:gd name="connsiteX5" fmla="*/ 104680 w 208407"/>
                    <a:gd name="connsiteY5" fmla="*/ 121729 h 226123"/>
                    <a:gd name="connsiteX6" fmla="*/ 27146 w 208407"/>
                    <a:gd name="connsiteY6" fmla="*/ 207931 h 226123"/>
                    <a:gd name="connsiteX7" fmla="*/ 10763 w 208407"/>
                    <a:gd name="connsiteY7" fmla="*/ 226123 h 226123"/>
                    <a:gd name="connsiteX8" fmla="*/ 0 w 208407"/>
                    <a:gd name="connsiteY8" fmla="*/ 226123 h 226123"/>
                    <a:gd name="connsiteX9" fmla="*/ 0 w 208407"/>
                    <a:gd name="connsiteY9" fmla="*/ 217360 h 226123"/>
                    <a:gd name="connsiteX10" fmla="*/ 16764 w 208407"/>
                    <a:gd name="connsiteY10" fmla="*/ 198692 h 226123"/>
                    <a:gd name="connsiteX11" fmla="*/ 95059 w 208407"/>
                    <a:gd name="connsiteY11" fmla="*/ 111538 h 226123"/>
                    <a:gd name="connsiteX12" fmla="*/ 104299 w 208407"/>
                    <a:gd name="connsiteY12" fmla="*/ 101251 h 226123"/>
                    <a:gd name="connsiteX13" fmla="*/ 165735 w 208407"/>
                    <a:gd name="connsiteY13" fmla="*/ 32956 h 226123"/>
                    <a:gd name="connsiteX14" fmla="*/ 178975 w 208407"/>
                    <a:gd name="connsiteY14" fmla="*/ 18193 h 226123"/>
                    <a:gd name="connsiteX15" fmla="*/ 195358 w 208407"/>
                    <a:gd name="connsiteY15" fmla="*/ 0 h 226123"/>
                    <a:gd name="connsiteX16" fmla="*/ 208407 w 208407"/>
                    <a:gd name="connsiteY16" fmla="*/ 0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407" h="226123">
                      <a:moveTo>
                        <a:pt x="208407" y="0"/>
                      </a:moveTo>
                      <a:lnTo>
                        <a:pt x="208407" y="6287"/>
                      </a:lnTo>
                      <a:lnTo>
                        <a:pt x="191643" y="24955"/>
                      </a:lnTo>
                      <a:lnTo>
                        <a:pt x="191548" y="24955"/>
                      </a:lnTo>
                      <a:lnTo>
                        <a:pt x="113919" y="111442"/>
                      </a:lnTo>
                      <a:lnTo>
                        <a:pt x="104680" y="121729"/>
                      </a:lnTo>
                      <a:lnTo>
                        <a:pt x="27146" y="207931"/>
                      </a:lnTo>
                      <a:lnTo>
                        <a:pt x="10763" y="226123"/>
                      </a:lnTo>
                      <a:lnTo>
                        <a:pt x="0" y="226123"/>
                      </a:lnTo>
                      <a:lnTo>
                        <a:pt x="0" y="217360"/>
                      </a:lnTo>
                      <a:lnTo>
                        <a:pt x="16764" y="198692"/>
                      </a:lnTo>
                      <a:lnTo>
                        <a:pt x="95059" y="111538"/>
                      </a:lnTo>
                      <a:lnTo>
                        <a:pt x="104299" y="101251"/>
                      </a:lnTo>
                      <a:lnTo>
                        <a:pt x="165735" y="32956"/>
                      </a:lnTo>
                      <a:lnTo>
                        <a:pt x="178975" y="18193"/>
                      </a:lnTo>
                      <a:lnTo>
                        <a:pt x="195358" y="0"/>
                      </a:lnTo>
                      <a:lnTo>
                        <a:pt x="208407" y="0"/>
                      </a:lnTo>
                      <a:close/>
                    </a:path>
                  </a:pathLst>
                </a:custGeom>
                <a:solidFill>
                  <a:schemeClr val="accent6">
                    <a:lumMod val="50000"/>
                  </a:schemeClr>
                </a:solidFill>
                <a:ln w="0" cap="flat">
                  <a:noFill/>
                  <a:prstDash val="solid"/>
                  <a:miter/>
                </a:ln>
              </p:spPr>
              <p:txBody>
                <a:bodyPr rtlCol="0" anchor="ctr"/>
                <a:lstStyle/>
                <a:p>
                  <a:endParaRPr lang="en-IN"/>
                </a:p>
              </p:txBody>
            </p:sp>
            <p:sp>
              <p:nvSpPr>
                <p:cNvPr id="1234" name="Freeform: Shape 1233">
                  <a:extLst>
                    <a:ext uri="{FF2B5EF4-FFF2-40B4-BE49-F238E27FC236}">
                      <a16:creationId xmlns:a16="http://schemas.microsoft.com/office/drawing/2014/main" id="{D75F10C1-0382-02FF-3824-B37B32095B70}"/>
                    </a:ext>
                  </a:extLst>
                </p:cNvPr>
                <p:cNvSpPr/>
                <p:nvPr/>
              </p:nvSpPr>
              <p:spPr>
                <a:xfrm>
                  <a:off x="3479848" y="2222120"/>
                  <a:ext cx="208407" cy="226123"/>
                </a:xfrm>
                <a:custGeom>
                  <a:avLst/>
                  <a:gdLst>
                    <a:gd name="connsiteX0" fmla="*/ 208407 w 208407"/>
                    <a:gd name="connsiteY0" fmla="*/ 211931 h 226123"/>
                    <a:gd name="connsiteX1" fmla="*/ 208407 w 208407"/>
                    <a:gd name="connsiteY1" fmla="*/ 226123 h 226123"/>
                    <a:gd name="connsiteX2" fmla="*/ 202787 w 208407"/>
                    <a:gd name="connsiteY2" fmla="*/ 226123 h 226123"/>
                    <a:gd name="connsiteX3" fmla="*/ 185737 w 208407"/>
                    <a:gd name="connsiteY3" fmla="*/ 207931 h 226123"/>
                    <a:gd name="connsiteX4" fmla="*/ 104680 w 208407"/>
                    <a:gd name="connsiteY4" fmla="*/ 121729 h 226123"/>
                    <a:gd name="connsiteX5" fmla="*/ 95059 w 208407"/>
                    <a:gd name="connsiteY5" fmla="*/ 111538 h 226123"/>
                    <a:gd name="connsiteX6" fmla="*/ 53530 w 208407"/>
                    <a:gd name="connsiteY6" fmla="*/ 67342 h 226123"/>
                    <a:gd name="connsiteX7" fmla="*/ 16764 w 208407"/>
                    <a:gd name="connsiteY7" fmla="*/ 28194 h 226123"/>
                    <a:gd name="connsiteX8" fmla="*/ 0 w 208407"/>
                    <a:gd name="connsiteY8" fmla="*/ 10382 h 226123"/>
                    <a:gd name="connsiteX9" fmla="*/ 0 w 208407"/>
                    <a:gd name="connsiteY9" fmla="*/ 0 h 226123"/>
                    <a:gd name="connsiteX10" fmla="*/ 9144 w 208407"/>
                    <a:gd name="connsiteY10" fmla="*/ 0 h 226123"/>
                    <a:gd name="connsiteX11" fmla="*/ 26289 w 208407"/>
                    <a:gd name="connsiteY11" fmla="*/ 18193 h 226123"/>
                    <a:gd name="connsiteX12" fmla="*/ 68199 w 208407"/>
                    <a:gd name="connsiteY12" fmla="*/ 62865 h 226123"/>
                    <a:gd name="connsiteX13" fmla="*/ 104299 w 208407"/>
                    <a:gd name="connsiteY13" fmla="*/ 101251 h 226123"/>
                    <a:gd name="connsiteX14" fmla="*/ 113919 w 208407"/>
                    <a:gd name="connsiteY14" fmla="*/ 111442 h 226123"/>
                    <a:gd name="connsiteX15" fmla="*/ 191643 w 208407"/>
                    <a:gd name="connsiteY15" fmla="*/ 194119 h 226123"/>
                    <a:gd name="connsiteX16" fmla="*/ 208407 w 208407"/>
                    <a:gd name="connsiteY16" fmla="*/ 211931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407" h="226123">
                      <a:moveTo>
                        <a:pt x="208407" y="211931"/>
                      </a:moveTo>
                      <a:lnTo>
                        <a:pt x="208407" y="226123"/>
                      </a:lnTo>
                      <a:lnTo>
                        <a:pt x="202787" y="226123"/>
                      </a:lnTo>
                      <a:lnTo>
                        <a:pt x="185737" y="207931"/>
                      </a:lnTo>
                      <a:lnTo>
                        <a:pt x="104680" y="121729"/>
                      </a:lnTo>
                      <a:lnTo>
                        <a:pt x="95059" y="111538"/>
                      </a:lnTo>
                      <a:lnTo>
                        <a:pt x="53530" y="67342"/>
                      </a:lnTo>
                      <a:lnTo>
                        <a:pt x="16764" y="28194"/>
                      </a:lnTo>
                      <a:lnTo>
                        <a:pt x="0" y="10382"/>
                      </a:lnTo>
                      <a:lnTo>
                        <a:pt x="0" y="0"/>
                      </a:lnTo>
                      <a:lnTo>
                        <a:pt x="9144" y="0"/>
                      </a:lnTo>
                      <a:lnTo>
                        <a:pt x="26289" y="18193"/>
                      </a:lnTo>
                      <a:lnTo>
                        <a:pt x="68199" y="62865"/>
                      </a:lnTo>
                      <a:lnTo>
                        <a:pt x="104299" y="101251"/>
                      </a:lnTo>
                      <a:lnTo>
                        <a:pt x="113919" y="111442"/>
                      </a:lnTo>
                      <a:lnTo>
                        <a:pt x="191643" y="194119"/>
                      </a:lnTo>
                      <a:lnTo>
                        <a:pt x="208407" y="211931"/>
                      </a:lnTo>
                      <a:close/>
                    </a:path>
                  </a:pathLst>
                </a:custGeom>
                <a:solidFill>
                  <a:schemeClr val="accent6">
                    <a:lumMod val="50000"/>
                  </a:schemeClr>
                </a:solidFill>
                <a:ln w="0" cap="flat">
                  <a:noFill/>
                  <a:prstDash val="solid"/>
                  <a:miter/>
                </a:ln>
              </p:spPr>
              <p:txBody>
                <a:bodyPr rtlCol="0" anchor="ctr"/>
                <a:lstStyle/>
                <a:p>
                  <a:endParaRPr lang="en-IN"/>
                </a:p>
              </p:txBody>
            </p:sp>
            <p:sp>
              <p:nvSpPr>
                <p:cNvPr id="1235" name="Freeform: Shape 1234">
                  <a:extLst>
                    <a:ext uri="{FF2B5EF4-FFF2-40B4-BE49-F238E27FC236}">
                      <a16:creationId xmlns:a16="http://schemas.microsoft.com/office/drawing/2014/main" id="{BD308C6D-0D4D-CD19-44F7-C61D8AD986EA}"/>
                    </a:ext>
                  </a:extLst>
                </p:cNvPr>
                <p:cNvSpPr/>
                <p:nvPr/>
              </p:nvSpPr>
              <p:spPr>
                <a:xfrm>
                  <a:off x="3688255" y="2222120"/>
                  <a:ext cx="208406" cy="226123"/>
                </a:xfrm>
                <a:custGeom>
                  <a:avLst/>
                  <a:gdLst>
                    <a:gd name="connsiteX0" fmla="*/ 0 w 208406"/>
                    <a:gd name="connsiteY0" fmla="*/ 0 h 226123"/>
                    <a:gd name="connsiteX1" fmla="*/ 208407 w 208406"/>
                    <a:gd name="connsiteY1" fmla="*/ 0 h 226123"/>
                    <a:gd name="connsiteX2" fmla="*/ 208407 w 208406"/>
                    <a:gd name="connsiteY2" fmla="*/ 226124 h 226123"/>
                    <a:gd name="connsiteX3" fmla="*/ 0 w 208406"/>
                    <a:gd name="connsiteY3" fmla="*/ 226124 h 226123"/>
                  </a:gdLst>
                  <a:ahLst/>
                  <a:cxnLst>
                    <a:cxn ang="0">
                      <a:pos x="connsiteX0" y="connsiteY0"/>
                    </a:cxn>
                    <a:cxn ang="0">
                      <a:pos x="connsiteX1" y="connsiteY1"/>
                    </a:cxn>
                    <a:cxn ang="0">
                      <a:pos x="connsiteX2" y="connsiteY2"/>
                    </a:cxn>
                    <a:cxn ang="0">
                      <a:pos x="connsiteX3" y="connsiteY3"/>
                    </a:cxn>
                  </a:cxnLst>
                  <a:rect l="l" t="t" r="r" b="b"/>
                  <a:pathLst>
                    <a:path w="208406" h="226123">
                      <a:moveTo>
                        <a:pt x="0" y="0"/>
                      </a:moveTo>
                      <a:lnTo>
                        <a:pt x="208407" y="0"/>
                      </a:lnTo>
                      <a:lnTo>
                        <a:pt x="208407" y="226124"/>
                      </a:lnTo>
                      <a:lnTo>
                        <a:pt x="0" y="226124"/>
                      </a:lnTo>
                      <a:close/>
                    </a:path>
                  </a:pathLst>
                </a:custGeom>
                <a:solidFill>
                  <a:schemeClr val="accent6">
                    <a:lumMod val="50000"/>
                  </a:schemeClr>
                </a:solidFill>
                <a:ln w="0" cap="flat">
                  <a:noFill/>
                  <a:prstDash val="solid"/>
                  <a:miter/>
                </a:ln>
              </p:spPr>
              <p:txBody>
                <a:bodyPr rtlCol="0" anchor="ctr"/>
                <a:lstStyle/>
                <a:p>
                  <a:endParaRPr lang="en-IN"/>
                </a:p>
              </p:txBody>
            </p:sp>
            <p:sp>
              <p:nvSpPr>
                <p:cNvPr id="1236" name="Freeform: Shape 1235">
                  <a:extLst>
                    <a:ext uri="{FF2B5EF4-FFF2-40B4-BE49-F238E27FC236}">
                      <a16:creationId xmlns:a16="http://schemas.microsoft.com/office/drawing/2014/main" id="{4B837E67-600A-8D86-73EA-68B02BBA757F}"/>
                    </a:ext>
                  </a:extLst>
                </p:cNvPr>
                <p:cNvSpPr/>
                <p:nvPr/>
              </p:nvSpPr>
              <p:spPr>
                <a:xfrm>
                  <a:off x="3705019" y="2240408"/>
                  <a:ext cx="174783" cy="189642"/>
                </a:xfrm>
                <a:custGeom>
                  <a:avLst/>
                  <a:gdLst>
                    <a:gd name="connsiteX0" fmla="*/ 0 w 174783"/>
                    <a:gd name="connsiteY0" fmla="*/ 0 h 189642"/>
                    <a:gd name="connsiteX1" fmla="*/ 174784 w 174783"/>
                    <a:gd name="connsiteY1" fmla="*/ 0 h 189642"/>
                    <a:gd name="connsiteX2" fmla="*/ 174784 w 174783"/>
                    <a:gd name="connsiteY2" fmla="*/ 189643 h 189642"/>
                    <a:gd name="connsiteX3" fmla="*/ 0 w 174783"/>
                    <a:gd name="connsiteY3" fmla="*/ 189643 h 189642"/>
                  </a:gdLst>
                  <a:ahLst/>
                  <a:cxnLst>
                    <a:cxn ang="0">
                      <a:pos x="connsiteX0" y="connsiteY0"/>
                    </a:cxn>
                    <a:cxn ang="0">
                      <a:pos x="connsiteX1" y="connsiteY1"/>
                    </a:cxn>
                    <a:cxn ang="0">
                      <a:pos x="connsiteX2" y="connsiteY2"/>
                    </a:cxn>
                    <a:cxn ang="0">
                      <a:pos x="connsiteX3" y="connsiteY3"/>
                    </a:cxn>
                  </a:cxnLst>
                  <a:rect l="l" t="t" r="r" b="b"/>
                  <a:pathLst>
                    <a:path w="174783" h="189642">
                      <a:moveTo>
                        <a:pt x="0" y="0"/>
                      </a:moveTo>
                      <a:lnTo>
                        <a:pt x="174784" y="0"/>
                      </a:lnTo>
                      <a:lnTo>
                        <a:pt x="174784" y="189643"/>
                      </a:lnTo>
                      <a:lnTo>
                        <a:pt x="0" y="189643"/>
                      </a:lnTo>
                      <a:close/>
                    </a:path>
                  </a:pathLst>
                </a:custGeom>
                <a:solidFill>
                  <a:schemeClr val="accent6"/>
                </a:solidFill>
                <a:ln w="0" cap="flat">
                  <a:noFill/>
                  <a:prstDash val="solid"/>
                  <a:miter/>
                </a:ln>
              </p:spPr>
              <p:txBody>
                <a:bodyPr rtlCol="0" anchor="ctr"/>
                <a:lstStyle/>
                <a:p>
                  <a:endParaRPr lang="en-IN"/>
                </a:p>
              </p:txBody>
            </p:sp>
            <p:sp>
              <p:nvSpPr>
                <p:cNvPr id="1237" name="Freeform: Shape 1236">
                  <a:extLst>
                    <a:ext uri="{FF2B5EF4-FFF2-40B4-BE49-F238E27FC236}">
                      <a16:creationId xmlns:a16="http://schemas.microsoft.com/office/drawing/2014/main" id="{2B37464C-7CCD-7B57-4482-D679FDEDF6F4}"/>
                    </a:ext>
                  </a:extLst>
                </p:cNvPr>
                <p:cNvSpPr/>
                <p:nvPr/>
              </p:nvSpPr>
              <p:spPr>
                <a:xfrm>
                  <a:off x="3688255" y="2222120"/>
                  <a:ext cx="208406" cy="226123"/>
                </a:xfrm>
                <a:custGeom>
                  <a:avLst/>
                  <a:gdLst>
                    <a:gd name="connsiteX0" fmla="*/ 208407 w 208406"/>
                    <a:gd name="connsiteY0" fmla="*/ 0 h 226123"/>
                    <a:gd name="connsiteX1" fmla="*/ 208407 w 208406"/>
                    <a:gd name="connsiteY1" fmla="*/ 6287 h 226123"/>
                    <a:gd name="connsiteX2" fmla="*/ 191548 w 208406"/>
                    <a:gd name="connsiteY2" fmla="*/ 24955 h 226123"/>
                    <a:gd name="connsiteX3" fmla="*/ 113824 w 208406"/>
                    <a:gd name="connsiteY3" fmla="*/ 111442 h 226123"/>
                    <a:gd name="connsiteX4" fmla="*/ 104680 w 208406"/>
                    <a:gd name="connsiteY4" fmla="*/ 121729 h 226123"/>
                    <a:gd name="connsiteX5" fmla="*/ 27146 w 208406"/>
                    <a:gd name="connsiteY5" fmla="*/ 207931 h 226123"/>
                    <a:gd name="connsiteX6" fmla="*/ 10763 w 208406"/>
                    <a:gd name="connsiteY6" fmla="*/ 226123 h 226123"/>
                    <a:gd name="connsiteX7" fmla="*/ 0 w 208406"/>
                    <a:gd name="connsiteY7" fmla="*/ 226123 h 226123"/>
                    <a:gd name="connsiteX8" fmla="*/ 0 w 208406"/>
                    <a:gd name="connsiteY8" fmla="*/ 217360 h 226123"/>
                    <a:gd name="connsiteX9" fmla="*/ 16764 w 208406"/>
                    <a:gd name="connsiteY9" fmla="*/ 198692 h 226123"/>
                    <a:gd name="connsiteX10" fmla="*/ 95059 w 208406"/>
                    <a:gd name="connsiteY10" fmla="*/ 111538 h 226123"/>
                    <a:gd name="connsiteX11" fmla="*/ 104299 w 208406"/>
                    <a:gd name="connsiteY11" fmla="*/ 101251 h 226123"/>
                    <a:gd name="connsiteX12" fmla="*/ 178975 w 208406"/>
                    <a:gd name="connsiteY12" fmla="*/ 18288 h 226123"/>
                    <a:gd name="connsiteX13" fmla="*/ 195358 w 208406"/>
                    <a:gd name="connsiteY13" fmla="*/ 0 h 226123"/>
                    <a:gd name="connsiteX14" fmla="*/ 208407 w 208406"/>
                    <a:gd name="connsiteY14" fmla="*/ 0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8406" h="226123">
                      <a:moveTo>
                        <a:pt x="208407" y="0"/>
                      </a:moveTo>
                      <a:lnTo>
                        <a:pt x="208407" y="6287"/>
                      </a:lnTo>
                      <a:lnTo>
                        <a:pt x="191548" y="24955"/>
                      </a:lnTo>
                      <a:lnTo>
                        <a:pt x="113824" y="111442"/>
                      </a:lnTo>
                      <a:lnTo>
                        <a:pt x="104680" y="121729"/>
                      </a:lnTo>
                      <a:lnTo>
                        <a:pt x="27146" y="207931"/>
                      </a:lnTo>
                      <a:lnTo>
                        <a:pt x="10763" y="226123"/>
                      </a:lnTo>
                      <a:lnTo>
                        <a:pt x="0" y="226123"/>
                      </a:lnTo>
                      <a:lnTo>
                        <a:pt x="0" y="217360"/>
                      </a:lnTo>
                      <a:lnTo>
                        <a:pt x="16764" y="198692"/>
                      </a:lnTo>
                      <a:lnTo>
                        <a:pt x="95059" y="111538"/>
                      </a:lnTo>
                      <a:lnTo>
                        <a:pt x="104299" y="101251"/>
                      </a:lnTo>
                      <a:lnTo>
                        <a:pt x="178975" y="18288"/>
                      </a:lnTo>
                      <a:lnTo>
                        <a:pt x="195358" y="0"/>
                      </a:lnTo>
                      <a:lnTo>
                        <a:pt x="208407" y="0"/>
                      </a:lnTo>
                      <a:close/>
                    </a:path>
                  </a:pathLst>
                </a:custGeom>
                <a:solidFill>
                  <a:schemeClr val="accent6">
                    <a:lumMod val="50000"/>
                  </a:schemeClr>
                </a:solidFill>
                <a:ln w="0" cap="flat">
                  <a:noFill/>
                  <a:prstDash val="solid"/>
                  <a:miter/>
                </a:ln>
              </p:spPr>
              <p:txBody>
                <a:bodyPr rtlCol="0" anchor="ctr"/>
                <a:lstStyle/>
                <a:p>
                  <a:endParaRPr lang="en-IN"/>
                </a:p>
              </p:txBody>
            </p:sp>
            <p:sp>
              <p:nvSpPr>
                <p:cNvPr id="1238" name="Freeform: Shape 1237">
                  <a:extLst>
                    <a:ext uri="{FF2B5EF4-FFF2-40B4-BE49-F238E27FC236}">
                      <a16:creationId xmlns:a16="http://schemas.microsoft.com/office/drawing/2014/main" id="{2088A7B5-364B-7364-2872-55E980E73EFA}"/>
                    </a:ext>
                  </a:extLst>
                </p:cNvPr>
                <p:cNvSpPr/>
                <p:nvPr/>
              </p:nvSpPr>
              <p:spPr>
                <a:xfrm>
                  <a:off x="3688255" y="2222120"/>
                  <a:ext cx="208406" cy="226123"/>
                </a:xfrm>
                <a:custGeom>
                  <a:avLst/>
                  <a:gdLst>
                    <a:gd name="connsiteX0" fmla="*/ 208407 w 208406"/>
                    <a:gd name="connsiteY0" fmla="*/ 211931 h 226123"/>
                    <a:gd name="connsiteX1" fmla="*/ 208407 w 208406"/>
                    <a:gd name="connsiteY1" fmla="*/ 226123 h 226123"/>
                    <a:gd name="connsiteX2" fmla="*/ 202787 w 208406"/>
                    <a:gd name="connsiteY2" fmla="*/ 226123 h 226123"/>
                    <a:gd name="connsiteX3" fmla="*/ 185738 w 208406"/>
                    <a:gd name="connsiteY3" fmla="*/ 207931 h 226123"/>
                    <a:gd name="connsiteX4" fmla="*/ 104680 w 208406"/>
                    <a:gd name="connsiteY4" fmla="*/ 121729 h 226123"/>
                    <a:gd name="connsiteX5" fmla="*/ 95059 w 208406"/>
                    <a:gd name="connsiteY5" fmla="*/ 111538 h 226123"/>
                    <a:gd name="connsiteX6" fmla="*/ 16764 w 208406"/>
                    <a:gd name="connsiteY6" fmla="*/ 28194 h 226123"/>
                    <a:gd name="connsiteX7" fmla="*/ 6858 w 208406"/>
                    <a:gd name="connsiteY7" fmla="*/ 17717 h 226123"/>
                    <a:gd name="connsiteX8" fmla="*/ 0 w 208406"/>
                    <a:gd name="connsiteY8" fmla="*/ 10382 h 226123"/>
                    <a:gd name="connsiteX9" fmla="*/ 0 w 208406"/>
                    <a:gd name="connsiteY9" fmla="*/ 0 h 226123"/>
                    <a:gd name="connsiteX10" fmla="*/ 9144 w 208406"/>
                    <a:gd name="connsiteY10" fmla="*/ 0 h 226123"/>
                    <a:gd name="connsiteX11" fmla="*/ 21526 w 208406"/>
                    <a:gd name="connsiteY11" fmla="*/ 13240 h 226123"/>
                    <a:gd name="connsiteX12" fmla="*/ 26289 w 208406"/>
                    <a:gd name="connsiteY12" fmla="*/ 18193 h 226123"/>
                    <a:gd name="connsiteX13" fmla="*/ 104299 w 208406"/>
                    <a:gd name="connsiteY13" fmla="*/ 101251 h 226123"/>
                    <a:gd name="connsiteX14" fmla="*/ 113824 w 208406"/>
                    <a:gd name="connsiteY14" fmla="*/ 111442 h 226123"/>
                    <a:gd name="connsiteX15" fmla="*/ 191548 w 208406"/>
                    <a:gd name="connsiteY15" fmla="*/ 194119 h 226123"/>
                    <a:gd name="connsiteX16" fmla="*/ 206026 w 208406"/>
                    <a:gd name="connsiteY16" fmla="*/ 209455 h 226123"/>
                    <a:gd name="connsiteX17" fmla="*/ 208407 w 208406"/>
                    <a:gd name="connsiteY17" fmla="*/ 211931 h 22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406" h="226123">
                      <a:moveTo>
                        <a:pt x="208407" y="211931"/>
                      </a:moveTo>
                      <a:lnTo>
                        <a:pt x="208407" y="226123"/>
                      </a:lnTo>
                      <a:lnTo>
                        <a:pt x="202787" y="226123"/>
                      </a:lnTo>
                      <a:lnTo>
                        <a:pt x="185738" y="207931"/>
                      </a:lnTo>
                      <a:lnTo>
                        <a:pt x="104680" y="121729"/>
                      </a:lnTo>
                      <a:lnTo>
                        <a:pt x="95059" y="111538"/>
                      </a:lnTo>
                      <a:lnTo>
                        <a:pt x="16764" y="28194"/>
                      </a:lnTo>
                      <a:lnTo>
                        <a:pt x="6858" y="17717"/>
                      </a:lnTo>
                      <a:lnTo>
                        <a:pt x="0" y="10382"/>
                      </a:lnTo>
                      <a:lnTo>
                        <a:pt x="0" y="0"/>
                      </a:lnTo>
                      <a:lnTo>
                        <a:pt x="9144" y="0"/>
                      </a:lnTo>
                      <a:lnTo>
                        <a:pt x="21526" y="13240"/>
                      </a:lnTo>
                      <a:lnTo>
                        <a:pt x="26289" y="18193"/>
                      </a:lnTo>
                      <a:lnTo>
                        <a:pt x="104299" y="101251"/>
                      </a:lnTo>
                      <a:lnTo>
                        <a:pt x="113824" y="111442"/>
                      </a:lnTo>
                      <a:lnTo>
                        <a:pt x="191548" y="194119"/>
                      </a:lnTo>
                      <a:lnTo>
                        <a:pt x="206026" y="209455"/>
                      </a:lnTo>
                      <a:lnTo>
                        <a:pt x="208407" y="211931"/>
                      </a:lnTo>
                      <a:close/>
                    </a:path>
                  </a:pathLst>
                </a:custGeom>
                <a:solidFill>
                  <a:schemeClr val="accent6">
                    <a:lumMod val="50000"/>
                  </a:schemeClr>
                </a:solidFill>
                <a:ln w="0" cap="flat">
                  <a:noFill/>
                  <a:prstDash val="solid"/>
                  <a:miter/>
                </a:ln>
              </p:spPr>
              <p:txBody>
                <a:bodyPr rtlCol="0" anchor="ctr"/>
                <a:lstStyle/>
                <a:p>
                  <a:endParaRPr lang="en-IN"/>
                </a:p>
              </p:txBody>
            </p:sp>
          </p:grpSp>
          <p:sp>
            <p:nvSpPr>
              <p:cNvPr id="1208" name="Freeform: Shape 1207">
                <a:extLst>
                  <a:ext uri="{FF2B5EF4-FFF2-40B4-BE49-F238E27FC236}">
                    <a16:creationId xmlns:a16="http://schemas.microsoft.com/office/drawing/2014/main" id="{73A40334-ABC3-59B5-37BF-51B26CF65BFC}"/>
                  </a:ext>
                </a:extLst>
              </p:cNvPr>
              <p:cNvSpPr/>
              <p:nvPr/>
            </p:nvSpPr>
            <p:spPr>
              <a:xfrm>
                <a:off x="8253060" y="4165413"/>
                <a:ext cx="1907870" cy="96517"/>
              </a:xfrm>
              <a:custGeom>
                <a:avLst/>
                <a:gdLst>
                  <a:gd name="connsiteX0" fmla="*/ 0 w 2216086"/>
                  <a:gd name="connsiteY0" fmla="*/ 0 h 112109"/>
                  <a:gd name="connsiteX1" fmla="*/ 2216087 w 2216086"/>
                  <a:gd name="connsiteY1" fmla="*/ 0 h 112109"/>
                  <a:gd name="connsiteX2" fmla="*/ 2216087 w 2216086"/>
                  <a:gd name="connsiteY2" fmla="*/ 112109 h 112109"/>
                  <a:gd name="connsiteX3" fmla="*/ 0 w 2216086"/>
                  <a:gd name="connsiteY3" fmla="*/ 112109 h 112109"/>
                </a:gdLst>
                <a:ahLst/>
                <a:cxnLst>
                  <a:cxn ang="0">
                    <a:pos x="connsiteX0" y="connsiteY0"/>
                  </a:cxn>
                  <a:cxn ang="0">
                    <a:pos x="connsiteX1" y="connsiteY1"/>
                  </a:cxn>
                  <a:cxn ang="0">
                    <a:pos x="connsiteX2" y="connsiteY2"/>
                  </a:cxn>
                  <a:cxn ang="0">
                    <a:pos x="connsiteX3" y="connsiteY3"/>
                  </a:cxn>
                </a:cxnLst>
                <a:rect l="l" t="t" r="r" b="b"/>
                <a:pathLst>
                  <a:path w="2216086" h="112109">
                    <a:moveTo>
                      <a:pt x="0" y="0"/>
                    </a:moveTo>
                    <a:lnTo>
                      <a:pt x="2216087" y="0"/>
                    </a:lnTo>
                    <a:lnTo>
                      <a:pt x="2216087" y="112109"/>
                    </a:lnTo>
                    <a:lnTo>
                      <a:pt x="0" y="112109"/>
                    </a:lnTo>
                    <a:close/>
                  </a:path>
                </a:pathLst>
              </a:custGeom>
              <a:solidFill>
                <a:schemeClr val="tx1"/>
              </a:solidFill>
              <a:ln w="0" cap="flat">
                <a:noFill/>
                <a:prstDash val="solid"/>
                <a:miter/>
              </a:ln>
            </p:spPr>
            <p:txBody>
              <a:bodyPr rtlCol="0" anchor="ctr"/>
              <a:lstStyle/>
              <a:p>
                <a:endParaRPr lang="en-IN"/>
              </a:p>
            </p:txBody>
          </p:sp>
        </p:grpSp>
        <p:grpSp>
          <p:nvGrpSpPr>
            <p:cNvPr id="1309" name="Group 1308">
              <a:extLst>
                <a:ext uri="{FF2B5EF4-FFF2-40B4-BE49-F238E27FC236}">
                  <a16:creationId xmlns:a16="http://schemas.microsoft.com/office/drawing/2014/main" id="{FD44455C-E574-6F9C-A1BD-8E5355F040BE}"/>
                </a:ext>
              </a:extLst>
            </p:cNvPr>
            <p:cNvGrpSpPr/>
            <p:nvPr/>
          </p:nvGrpSpPr>
          <p:grpSpPr>
            <a:xfrm>
              <a:off x="10663807" y="3755098"/>
              <a:ext cx="814167" cy="1120773"/>
              <a:chOff x="3103853" y="821773"/>
              <a:chExt cx="1650436" cy="2271972"/>
            </a:xfrm>
          </p:grpSpPr>
          <p:sp>
            <p:nvSpPr>
              <p:cNvPr id="1310" name="Freeform: Shape 1309">
                <a:extLst>
                  <a:ext uri="{FF2B5EF4-FFF2-40B4-BE49-F238E27FC236}">
                    <a16:creationId xmlns:a16="http://schemas.microsoft.com/office/drawing/2014/main" id="{39E13EDF-9C36-A513-0A90-4FDF78A51F75}"/>
                  </a:ext>
                </a:extLst>
              </p:cNvPr>
              <p:cNvSpPr/>
              <p:nvPr/>
            </p:nvSpPr>
            <p:spPr>
              <a:xfrm>
                <a:off x="3104000" y="821848"/>
                <a:ext cx="1650289" cy="1461894"/>
              </a:xfrm>
              <a:custGeom>
                <a:avLst/>
                <a:gdLst>
                  <a:gd name="connsiteX0" fmla="*/ 51475 w 1650289"/>
                  <a:gd name="connsiteY0" fmla="*/ 864831 h 1461894"/>
                  <a:gd name="connsiteX1" fmla="*/ 138722 w 1650289"/>
                  <a:gd name="connsiteY1" fmla="*/ 1198078 h 1461894"/>
                  <a:gd name="connsiteX2" fmla="*/ 367434 w 1650289"/>
                  <a:gd name="connsiteY2" fmla="*/ 1315413 h 1461894"/>
                  <a:gd name="connsiteX3" fmla="*/ 780425 w 1650289"/>
                  <a:gd name="connsiteY3" fmla="*/ 1436427 h 1461894"/>
                  <a:gd name="connsiteX4" fmla="*/ 1205186 w 1650289"/>
                  <a:gd name="connsiteY4" fmla="*/ 1377501 h 1461894"/>
                  <a:gd name="connsiteX5" fmla="*/ 1451700 w 1650289"/>
                  <a:gd name="connsiteY5" fmla="*/ 1065441 h 1461894"/>
                  <a:gd name="connsiteX6" fmla="*/ 1514598 w 1650289"/>
                  <a:gd name="connsiteY6" fmla="*/ 668561 h 1461894"/>
                  <a:gd name="connsiteX7" fmla="*/ 1257637 w 1650289"/>
                  <a:gd name="connsiteY7" fmla="*/ 224820 h 1461894"/>
                  <a:gd name="connsiteX8" fmla="*/ 1219899 w 1650289"/>
                  <a:gd name="connsiteY8" fmla="*/ 220995 h 1461894"/>
                  <a:gd name="connsiteX9" fmla="*/ 675596 w 1650289"/>
                  <a:gd name="connsiteY9" fmla="*/ 66878 h 1461894"/>
                  <a:gd name="connsiteX10" fmla="*/ 256058 w 1650289"/>
                  <a:gd name="connsiteY10" fmla="*/ 361650 h 1461894"/>
                  <a:gd name="connsiteX11" fmla="*/ 51549 w 1650289"/>
                  <a:gd name="connsiteY11" fmla="*/ 864905 h 1461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0289" h="1461894">
                    <a:moveTo>
                      <a:pt x="51475" y="864831"/>
                    </a:moveTo>
                    <a:cubicBezTo>
                      <a:pt x="163734" y="959656"/>
                      <a:pt x="81195" y="1095897"/>
                      <a:pt x="138722" y="1198078"/>
                    </a:cubicBezTo>
                    <a:cubicBezTo>
                      <a:pt x="167192" y="1248617"/>
                      <a:pt x="229942" y="1290769"/>
                      <a:pt x="367434" y="1315413"/>
                    </a:cubicBezTo>
                    <a:cubicBezTo>
                      <a:pt x="506103" y="1340278"/>
                      <a:pt x="507722" y="1529265"/>
                      <a:pt x="780425" y="1436427"/>
                    </a:cubicBezTo>
                    <a:cubicBezTo>
                      <a:pt x="780425" y="1436427"/>
                      <a:pt x="1058351" y="1494469"/>
                      <a:pt x="1205186" y="1377501"/>
                    </a:cubicBezTo>
                    <a:cubicBezTo>
                      <a:pt x="1352020" y="1260534"/>
                      <a:pt x="1226225" y="1138344"/>
                      <a:pt x="1451700" y="1065441"/>
                    </a:cubicBezTo>
                    <a:cubicBezTo>
                      <a:pt x="1714987" y="980180"/>
                      <a:pt x="1695934" y="726824"/>
                      <a:pt x="1514598" y="668561"/>
                    </a:cubicBezTo>
                    <a:cubicBezTo>
                      <a:pt x="1199963" y="567557"/>
                      <a:pt x="1543214" y="235414"/>
                      <a:pt x="1257637" y="224820"/>
                    </a:cubicBezTo>
                    <a:cubicBezTo>
                      <a:pt x="1244837" y="224305"/>
                      <a:pt x="1232258" y="223055"/>
                      <a:pt x="1219899" y="220995"/>
                    </a:cubicBezTo>
                    <a:cubicBezTo>
                      <a:pt x="979858" y="181123"/>
                      <a:pt x="825005" y="-135130"/>
                      <a:pt x="675596" y="66878"/>
                    </a:cubicBezTo>
                    <a:cubicBezTo>
                      <a:pt x="497275" y="307875"/>
                      <a:pt x="240241" y="52827"/>
                      <a:pt x="256058" y="361650"/>
                    </a:cubicBezTo>
                    <a:cubicBezTo>
                      <a:pt x="271800" y="668561"/>
                      <a:pt x="-141705" y="701665"/>
                      <a:pt x="51549" y="864905"/>
                    </a:cubicBezTo>
                    <a:close/>
                  </a:path>
                </a:pathLst>
              </a:custGeom>
              <a:solidFill>
                <a:schemeClr val="accent2">
                  <a:lumMod val="75000"/>
                </a:schemeClr>
              </a:solidFill>
              <a:ln w="0" cap="flat">
                <a:noFill/>
                <a:prstDash val="solid"/>
                <a:miter/>
              </a:ln>
            </p:spPr>
            <p:txBody>
              <a:bodyPr rtlCol="0" anchor="ctr"/>
              <a:lstStyle/>
              <a:p>
                <a:endParaRPr lang="en-IN"/>
              </a:p>
            </p:txBody>
          </p:sp>
          <p:sp>
            <p:nvSpPr>
              <p:cNvPr id="1311" name="Freeform: Shape 1310">
                <a:extLst>
                  <a:ext uri="{FF2B5EF4-FFF2-40B4-BE49-F238E27FC236}">
                    <a16:creationId xmlns:a16="http://schemas.microsoft.com/office/drawing/2014/main" id="{46B0E94C-8A1D-1043-9945-7E9D768D778E}"/>
                  </a:ext>
                </a:extLst>
              </p:cNvPr>
              <p:cNvSpPr/>
              <p:nvPr/>
            </p:nvSpPr>
            <p:spPr>
              <a:xfrm>
                <a:off x="3103927" y="821773"/>
                <a:ext cx="1606185" cy="1461996"/>
              </a:xfrm>
              <a:custGeom>
                <a:avLst/>
                <a:gdLst>
                  <a:gd name="connsiteX0" fmla="*/ 256058 w 1606185"/>
                  <a:gd name="connsiteY0" fmla="*/ 361651 h 1461996"/>
                  <a:gd name="connsiteX1" fmla="*/ 675596 w 1606185"/>
                  <a:gd name="connsiteY1" fmla="*/ 66878 h 1461996"/>
                  <a:gd name="connsiteX2" fmla="*/ 911296 w 1606185"/>
                  <a:gd name="connsiteY2" fmla="*/ 51577 h 1461996"/>
                  <a:gd name="connsiteX3" fmla="*/ 752176 w 1606185"/>
                  <a:gd name="connsiteY3" fmla="*/ 380483 h 1461996"/>
                  <a:gd name="connsiteX4" fmla="*/ 839424 w 1606185"/>
                  <a:gd name="connsiteY4" fmla="*/ 713730 h 1461996"/>
                  <a:gd name="connsiteX5" fmla="*/ 1068135 w 1606185"/>
                  <a:gd name="connsiteY5" fmla="*/ 831066 h 1461996"/>
                  <a:gd name="connsiteX6" fmla="*/ 1481126 w 1606185"/>
                  <a:gd name="connsiteY6" fmla="*/ 952079 h 1461996"/>
                  <a:gd name="connsiteX7" fmla="*/ 1606185 w 1606185"/>
                  <a:gd name="connsiteY7" fmla="*/ 965909 h 1461996"/>
                  <a:gd name="connsiteX8" fmla="*/ 1451774 w 1606185"/>
                  <a:gd name="connsiteY8" fmla="*/ 1065515 h 1461996"/>
                  <a:gd name="connsiteX9" fmla="*/ 1205259 w 1606185"/>
                  <a:gd name="connsiteY9" fmla="*/ 1377576 h 1461996"/>
                  <a:gd name="connsiteX10" fmla="*/ 780498 w 1606185"/>
                  <a:gd name="connsiteY10" fmla="*/ 1436501 h 1461996"/>
                  <a:gd name="connsiteX11" fmla="*/ 367508 w 1606185"/>
                  <a:gd name="connsiteY11" fmla="*/ 1315487 h 1461996"/>
                  <a:gd name="connsiteX12" fmla="*/ 138796 w 1606185"/>
                  <a:gd name="connsiteY12" fmla="*/ 1198152 h 1461996"/>
                  <a:gd name="connsiteX13" fmla="*/ 51549 w 1606185"/>
                  <a:gd name="connsiteY13" fmla="*/ 864905 h 1461996"/>
                  <a:gd name="connsiteX14" fmla="*/ 256058 w 1606185"/>
                  <a:gd name="connsiteY14" fmla="*/ 361651 h 146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06185" h="1461996">
                    <a:moveTo>
                      <a:pt x="256058" y="361651"/>
                    </a:moveTo>
                    <a:cubicBezTo>
                      <a:pt x="240241" y="52827"/>
                      <a:pt x="497275" y="307875"/>
                      <a:pt x="675596" y="66878"/>
                    </a:cubicBezTo>
                    <a:cubicBezTo>
                      <a:pt x="749601" y="-33169"/>
                      <a:pt x="824931" y="-6098"/>
                      <a:pt x="911296" y="51577"/>
                    </a:cubicBezTo>
                    <a:cubicBezTo>
                      <a:pt x="813308" y="206504"/>
                      <a:pt x="603723" y="255056"/>
                      <a:pt x="752176" y="380483"/>
                    </a:cubicBezTo>
                    <a:cubicBezTo>
                      <a:pt x="864435" y="475308"/>
                      <a:pt x="781896" y="611549"/>
                      <a:pt x="839424" y="713730"/>
                    </a:cubicBezTo>
                    <a:cubicBezTo>
                      <a:pt x="867893" y="764269"/>
                      <a:pt x="930643" y="806422"/>
                      <a:pt x="1068135" y="831066"/>
                    </a:cubicBezTo>
                    <a:cubicBezTo>
                      <a:pt x="1206804" y="855930"/>
                      <a:pt x="1208423" y="1044917"/>
                      <a:pt x="1481126" y="952079"/>
                    </a:cubicBezTo>
                    <a:cubicBezTo>
                      <a:pt x="1481126" y="952079"/>
                      <a:pt x="1534166" y="963187"/>
                      <a:pt x="1606185" y="965909"/>
                    </a:cubicBezTo>
                    <a:cubicBezTo>
                      <a:pt x="1573964" y="1006664"/>
                      <a:pt x="1523352" y="1042343"/>
                      <a:pt x="1451774" y="1065515"/>
                    </a:cubicBezTo>
                    <a:cubicBezTo>
                      <a:pt x="1226299" y="1138491"/>
                      <a:pt x="1352168" y="1260608"/>
                      <a:pt x="1205259" y="1377576"/>
                    </a:cubicBezTo>
                    <a:cubicBezTo>
                      <a:pt x="1058425" y="1494543"/>
                      <a:pt x="780498" y="1436501"/>
                      <a:pt x="780498" y="1436501"/>
                    </a:cubicBezTo>
                    <a:cubicBezTo>
                      <a:pt x="507795" y="1529413"/>
                      <a:pt x="506250" y="1340352"/>
                      <a:pt x="367508" y="1315487"/>
                    </a:cubicBezTo>
                    <a:cubicBezTo>
                      <a:pt x="230016" y="1290843"/>
                      <a:pt x="167192" y="1248691"/>
                      <a:pt x="138796" y="1198152"/>
                    </a:cubicBezTo>
                    <a:cubicBezTo>
                      <a:pt x="81269" y="1095971"/>
                      <a:pt x="163808" y="959730"/>
                      <a:pt x="51549" y="864905"/>
                    </a:cubicBezTo>
                    <a:cubicBezTo>
                      <a:pt x="-141705" y="701739"/>
                      <a:pt x="271800" y="668635"/>
                      <a:pt x="256058" y="361651"/>
                    </a:cubicBezTo>
                    <a:close/>
                  </a:path>
                </a:pathLst>
              </a:custGeom>
              <a:solidFill>
                <a:schemeClr val="accent2"/>
              </a:solidFill>
              <a:ln w="0" cap="flat">
                <a:noFill/>
                <a:prstDash val="solid"/>
                <a:miter/>
              </a:ln>
            </p:spPr>
            <p:txBody>
              <a:bodyPr rtlCol="0" anchor="ctr"/>
              <a:lstStyle/>
              <a:p>
                <a:endParaRPr lang="en-IN"/>
              </a:p>
            </p:txBody>
          </p:sp>
          <p:grpSp>
            <p:nvGrpSpPr>
              <p:cNvPr id="1312" name="Graphic 54">
                <a:extLst>
                  <a:ext uri="{FF2B5EF4-FFF2-40B4-BE49-F238E27FC236}">
                    <a16:creationId xmlns:a16="http://schemas.microsoft.com/office/drawing/2014/main" id="{DCAE58F5-6404-D5E0-C612-DCF1EE73C12E}"/>
                  </a:ext>
                </a:extLst>
              </p:cNvPr>
              <p:cNvGrpSpPr/>
              <p:nvPr/>
            </p:nvGrpSpPr>
            <p:grpSpPr>
              <a:xfrm>
                <a:off x="3103853" y="821804"/>
                <a:ext cx="1269701" cy="1461966"/>
                <a:chOff x="3103853" y="821804"/>
                <a:chExt cx="1269701" cy="1461966"/>
              </a:xfrm>
              <a:solidFill>
                <a:schemeClr val="accent4"/>
              </a:solidFill>
            </p:grpSpPr>
            <p:sp>
              <p:nvSpPr>
                <p:cNvPr id="1314" name="Freeform: Shape 1313">
                  <a:extLst>
                    <a:ext uri="{FF2B5EF4-FFF2-40B4-BE49-F238E27FC236}">
                      <a16:creationId xmlns:a16="http://schemas.microsoft.com/office/drawing/2014/main" id="{9C8F3B2E-80F2-694E-4086-2D60580645E8}"/>
                    </a:ext>
                  </a:extLst>
                </p:cNvPr>
                <p:cNvSpPr/>
                <p:nvPr/>
              </p:nvSpPr>
              <p:spPr>
                <a:xfrm>
                  <a:off x="3804534" y="821804"/>
                  <a:ext cx="134696" cy="37863"/>
                </a:xfrm>
                <a:custGeom>
                  <a:avLst/>
                  <a:gdLst>
                    <a:gd name="connsiteX0" fmla="*/ 0 w 134696"/>
                    <a:gd name="connsiteY0" fmla="*/ 37864 h 37863"/>
                    <a:gd name="connsiteX1" fmla="*/ 134696 w 134696"/>
                    <a:gd name="connsiteY1" fmla="*/ 10130 h 37863"/>
                    <a:gd name="connsiteX2" fmla="*/ 0 w 134696"/>
                    <a:gd name="connsiteY2" fmla="*/ 37864 h 37863"/>
                  </a:gdLst>
                  <a:ahLst/>
                  <a:cxnLst>
                    <a:cxn ang="0">
                      <a:pos x="connsiteX0" y="connsiteY0"/>
                    </a:cxn>
                    <a:cxn ang="0">
                      <a:pos x="connsiteX1" y="connsiteY1"/>
                    </a:cxn>
                    <a:cxn ang="0">
                      <a:pos x="connsiteX2" y="connsiteY2"/>
                    </a:cxn>
                  </a:cxnLst>
                  <a:rect l="l" t="t" r="r" b="b"/>
                  <a:pathLst>
                    <a:path w="134696" h="37863">
                      <a:moveTo>
                        <a:pt x="0" y="37864"/>
                      </a:moveTo>
                      <a:cubicBezTo>
                        <a:pt x="43403" y="-4509"/>
                        <a:pt x="87689" y="-7452"/>
                        <a:pt x="134696" y="10130"/>
                      </a:cubicBezTo>
                      <a:cubicBezTo>
                        <a:pt x="88866" y="30728"/>
                        <a:pt x="42447" y="35436"/>
                        <a:pt x="0" y="37864"/>
                      </a:cubicBezTo>
                      <a:close/>
                    </a:path>
                  </a:pathLst>
                </a:custGeom>
                <a:grpFill/>
                <a:ln w="0" cap="flat">
                  <a:noFill/>
                  <a:prstDash val="solid"/>
                  <a:miter/>
                </a:ln>
              </p:spPr>
              <p:txBody>
                <a:bodyPr rtlCol="0" anchor="ctr"/>
                <a:lstStyle/>
                <a:p>
                  <a:endParaRPr lang="en-IN"/>
                </a:p>
              </p:txBody>
            </p:sp>
            <p:sp>
              <p:nvSpPr>
                <p:cNvPr id="1315" name="Freeform: Shape 1314">
                  <a:extLst>
                    <a:ext uri="{FF2B5EF4-FFF2-40B4-BE49-F238E27FC236}">
                      <a16:creationId xmlns:a16="http://schemas.microsoft.com/office/drawing/2014/main" id="{31E09899-D13C-D35F-2A98-A22CA2C846BA}"/>
                    </a:ext>
                  </a:extLst>
                </p:cNvPr>
                <p:cNvSpPr/>
                <p:nvPr/>
              </p:nvSpPr>
              <p:spPr>
                <a:xfrm>
                  <a:off x="3103853" y="994805"/>
                  <a:ext cx="1269701" cy="1288964"/>
                </a:xfrm>
                <a:custGeom>
                  <a:avLst/>
                  <a:gdLst>
                    <a:gd name="connsiteX0" fmla="*/ 256131 w 1269701"/>
                    <a:gd name="connsiteY0" fmla="*/ 188619 h 1288964"/>
                    <a:gd name="connsiteX1" fmla="*/ 526113 w 1269701"/>
                    <a:gd name="connsiteY1" fmla="*/ 0 h 1288964"/>
                    <a:gd name="connsiteX2" fmla="*/ 526554 w 1269701"/>
                    <a:gd name="connsiteY2" fmla="*/ 39651 h 1288964"/>
                    <a:gd name="connsiteX3" fmla="*/ 322045 w 1269701"/>
                    <a:gd name="connsiteY3" fmla="*/ 542906 h 1288964"/>
                    <a:gd name="connsiteX4" fmla="*/ 409292 w 1269701"/>
                    <a:gd name="connsiteY4" fmla="*/ 876152 h 1288964"/>
                    <a:gd name="connsiteX5" fmla="*/ 638004 w 1269701"/>
                    <a:gd name="connsiteY5" fmla="*/ 993488 h 1288964"/>
                    <a:gd name="connsiteX6" fmla="*/ 1050995 w 1269701"/>
                    <a:gd name="connsiteY6" fmla="*/ 1114501 h 1288964"/>
                    <a:gd name="connsiteX7" fmla="*/ 1269702 w 1269701"/>
                    <a:gd name="connsiteY7" fmla="*/ 1126272 h 1288964"/>
                    <a:gd name="connsiteX8" fmla="*/ 1205259 w 1269701"/>
                    <a:gd name="connsiteY8" fmla="*/ 1204544 h 1288964"/>
                    <a:gd name="connsiteX9" fmla="*/ 780498 w 1269701"/>
                    <a:gd name="connsiteY9" fmla="*/ 1263469 h 1288964"/>
                    <a:gd name="connsiteX10" fmla="*/ 367508 w 1269701"/>
                    <a:gd name="connsiteY10" fmla="*/ 1142456 h 1288964"/>
                    <a:gd name="connsiteX11" fmla="*/ 138796 w 1269701"/>
                    <a:gd name="connsiteY11" fmla="*/ 1025120 h 1288964"/>
                    <a:gd name="connsiteX12" fmla="*/ 51549 w 1269701"/>
                    <a:gd name="connsiteY12" fmla="*/ 691874 h 1288964"/>
                    <a:gd name="connsiteX13" fmla="*/ 256058 w 1269701"/>
                    <a:gd name="connsiteY13" fmla="*/ 188619 h 128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9701" h="1288964">
                      <a:moveTo>
                        <a:pt x="256131" y="188619"/>
                      </a:moveTo>
                      <a:cubicBezTo>
                        <a:pt x="244435" y="-39504"/>
                        <a:pt x="381706" y="40019"/>
                        <a:pt x="526113" y="0"/>
                      </a:cubicBezTo>
                      <a:cubicBezTo>
                        <a:pt x="525671" y="12065"/>
                        <a:pt x="525818" y="25233"/>
                        <a:pt x="526554" y="39651"/>
                      </a:cubicBezTo>
                      <a:cubicBezTo>
                        <a:pt x="542297" y="346636"/>
                        <a:pt x="128791" y="379666"/>
                        <a:pt x="322045" y="542906"/>
                      </a:cubicBezTo>
                      <a:cubicBezTo>
                        <a:pt x="434304" y="637730"/>
                        <a:pt x="351765" y="773971"/>
                        <a:pt x="409292" y="876152"/>
                      </a:cubicBezTo>
                      <a:cubicBezTo>
                        <a:pt x="437762" y="926691"/>
                        <a:pt x="500512" y="968844"/>
                        <a:pt x="638004" y="993488"/>
                      </a:cubicBezTo>
                      <a:cubicBezTo>
                        <a:pt x="776673" y="1018352"/>
                        <a:pt x="778292" y="1207340"/>
                        <a:pt x="1050995" y="1114501"/>
                      </a:cubicBezTo>
                      <a:cubicBezTo>
                        <a:pt x="1050995" y="1114501"/>
                        <a:pt x="1155236" y="1136203"/>
                        <a:pt x="1269702" y="1126272"/>
                      </a:cubicBezTo>
                      <a:cubicBezTo>
                        <a:pt x="1257122" y="1152240"/>
                        <a:pt x="1237996" y="1178502"/>
                        <a:pt x="1205259" y="1204544"/>
                      </a:cubicBezTo>
                      <a:cubicBezTo>
                        <a:pt x="1058425" y="1321512"/>
                        <a:pt x="780498" y="1263469"/>
                        <a:pt x="780498" y="1263469"/>
                      </a:cubicBezTo>
                      <a:cubicBezTo>
                        <a:pt x="507795" y="1356381"/>
                        <a:pt x="506250" y="1167320"/>
                        <a:pt x="367508" y="1142456"/>
                      </a:cubicBezTo>
                      <a:cubicBezTo>
                        <a:pt x="230016" y="1117812"/>
                        <a:pt x="167192" y="1075659"/>
                        <a:pt x="138796" y="1025120"/>
                      </a:cubicBezTo>
                      <a:cubicBezTo>
                        <a:pt x="81269" y="922939"/>
                        <a:pt x="163808" y="786698"/>
                        <a:pt x="51549" y="691874"/>
                      </a:cubicBezTo>
                      <a:cubicBezTo>
                        <a:pt x="-141705" y="528708"/>
                        <a:pt x="271800" y="495604"/>
                        <a:pt x="256058" y="188619"/>
                      </a:cubicBezTo>
                      <a:close/>
                    </a:path>
                  </a:pathLst>
                </a:custGeom>
                <a:grpFill/>
                <a:ln w="0" cap="flat">
                  <a:noFill/>
                  <a:prstDash val="solid"/>
                  <a:miter/>
                </a:ln>
              </p:spPr>
              <p:txBody>
                <a:bodyPr rtlCol="0" anchor="ctr"/>
                <a:lstStyle/>
                <a:p>
                  <a:endParaRPr lang="en-IN"/>
                </a:p>
              </p:txBody>
            </p:sp>
          </p:grpSp>
          <p:sp>
            <p:nvSpPr>
              <p:cNvPr id="1313" name="Freeform: Shape 1312">
                <a:extLst>
                  <a:ext uri="{FF2B5EF4-FFF2-40B4-BE49-F238E27FC236}">
                    <a16:creationId xmlns:a16="http://schemas.microsoft.com/office/drawing/2014/main" id="{33F9224A-B03C-0DD3-DF5A-83115A7BD047}"/>
                  </a:ext>
                </a:extLst>
              </p:cNvPr>
              <p:cNvSpPr/>
              <p:nvPr/>
            </p:nvSpPr>
            <p:spPr>
              <a:xfrm>
                <a:off x="3443774" y="1250074"/>
                <a:ext cx="864602" cy="1843671"/>
              </a:xfrm>
              <a:custGeom>
                <a:avLst/>
                <a:gdLst>
                  <a:gd name="connsiteX0" fmla="*/ 2722 w 864602"/>
                  <a:gd name="connsiteY0" fmla="*/ 159414 h 1843671"/>
                  <a:gd name="connsiteX1" fmla="*/ 90999 w 864602"/>
                  <a:gd name="connsiteY1" fmla="*/ 196858 h 1843671"/>
                  <a:gd name="connsiteX2" fmla="*/ 170596 w 864602"/>
                  <a:gd name="connsiteY2" fmla="*/ 250928 h 1843671"/>
                  <a:gd name="connsiteX3" fmla="*/ 241438 w 864602"/>
                  <a:gd name="connsiteY3" fmla="*/ 316180 h 1843671"/>
                  <a:gd name="connsiteX4" fmla="*/ 304557 w 864602"/>
                  <a:gd name="connsiteY4" fmla="*/ 388935 h 1843671"/>
                  <a:gd name="connsiteX5" fmla="*/ 411887 w 864602"/>
                  <a:gd name="connsiteY5" fmla="*/ 548717 h 1843671"/>
                  <a:gd name="connsiteX6" fmla="*/ 447713 w 864602"/>
                  <a:gd name="connsiteY6" fmla="*/ 614704 h 1843671"/>
                  <a:gd name="connsiteX7" fmla="*/ 471327 w 864602"/>
                  <a:gd name="connsiteY7" fmla="*/ 507962 h 1843671"/>
                  <a:gd name="connsiteX8" fmla="*/ 520248 w 864602"/>
                  <a:gd name="connsiteY8" fmla="*/ 372015 h 1843671"/>
                  <a:gd name="connsiteX9" fmla="*/ 516349 w 864602"/>
                  <a:gd name="connsiteY9" fmla="*/ 323978 h 1843671"/>
                  <a:gd name="connsiteX10" fmla="*/ 511935 w 864602"/>
                  <a:gd name="connsiteY10" fmla="*/ 297642 h 1843671"/>
                  <a:gd name="connsiteX11" fmla="*/ 506050 w 864602"/>
                  <a:gd name="connsiteY11" fmla="*/ 271526 h 1843671"/>
                  <a:gd name="connsiteX12" fmla="*/ 468752 w 864602"/>
                  <a:gd name="connsiteY12" fmla="*/ 170964 h 1843671"/>
                  <a:gd name="connsiteX13" fmla="*/ 462794 w 864602"/>
                  <a:gd name="connsiteY13" fmla="*/ 158826 h 1843671"/>
                  <a:gd name="connsiteX14" fmla="*/ 456026 w 864602"/>
                  <a:gd name="connsiteY14" fmla="*/ 147129 h 1843671"/>
                  <a:gd name="connsiteX15" fmla="*/ 442122 w 864602"/>
                  <a:gd name="connsiteY15" fmla="*/ 123956 h 1843671"/>
                  <a:gd name="connsiteX16" fmla="*/ 409754 w 864602"/>
                  <a:gd name="connsiteY16" fmla="*/ 80627 h 1843671"/>
                  <a:gd name="connsiteX17" fmla="*/ 331187 w 864602"/>
                  <a:gd name="connsiteY17" fmla="*/ 5517 h 1843671"/>
                  <a:gd name="connsiteX18" fmla="*/ 335012 w 864602"/>
                  <a:gd name="connsiteY18" fmla="*/ 0 h 1843671"/>
                  <a:gd name="connsiteX19" fmla="*/ 420053 w 864602"/>
                  <a:gd name="connsiteY19" fmla="*/ 71431 h 1843671"/>
                  <a:gd name="connsiteX20" fmla="*/ 456320 w 864602"/>
                  <a:gd name="connsiteY20" fmla="*/ 114025 h 1843671"/>
                  <a:gd name="connsiteX21" fmla="*/ 472284 w 864602"/>
                  <a:gd name="connsiteY21" fmla="*/ 137124 h 1843671"/>
                  <a:gd name="connsiteX22" fmla="*/ 480081 w 864602"/>
                  <a:gd name="connsiteY22" fmla="*/ 148821 h 1843671"/>
                  <a:gd name="connsiteX23" fmla="*/ 487070 w 864602"/>
                  <a:gd name="connsiteY23" fmla="*/ 160959 h 1843671"/>
                  <a:gd name="connsiteX24" fmla="*/ 532901 w 864602"/>
                  <a:gd name="connsiteY24" fmla="*/ 263728 h 1843671"/>
                  <a:gd name="connsiteX25" fmla="*/ 540846 w 864602"/>
                  <a:gd name="connsiteY25" fmla="*/ 290874 h 1843671"/>
                  <a:gd name="connsiteX26" fmla="*/ 546142 w 864602"/>
                  <a:gd name="connsiteY26" fmla="*/ 313164 h 1843671"/>
                  <a:gd name="connsiteX27" fmla="*/ 552910 w 864602"/>
                  <a:gd name="connsiteY27" fmla="*/ 298598 h 1843671"/>
                  <a:gd name="connsiteX28" fmla="*/ 658107 w 864602"/>
                  <a:gd name="connsiteY28" fmla="*/ 101887 h 1843671"/>
                  <a:gd name="connsiteX29" fmla="*/ 671643 w 864602"/>
                  <a:gd name="connsiteY29" fmla="*/ 109685 h 1843671"/>
                  <a:gd name="connsiteX30" fmla="*/ 580938 w 864602"/>
                  <a:gd name="connsiteY30" fmla="*/ 310663 h 1843671"/>
                  <a:gd name="connsiteX31" fmla="*/ 515245 w 864602"/>
                  <a:gd name="connsiteY31" fmla="*/ 519218 h 1843671"/>
                  <a:gd name="connsiteX32" fmla="*/ 500385 w 864602"/>
                  <a:gd name="connsiteY32" fmla="*/ 614704 h 1843671"/>
                  <a:gd name="connsiteX33" fmla="*/ 593223 w 864602"/>
                  <a:gd name="connsiteY33" fmla="*/ 498399 h 1843671"/>
                  <a:gd name="connsiteX34" fmla="*/ 719166 w 864602"/>
                  <a:gd name="connsiteY34" fmla="*/ 401073 h 1843671"/>
                  <a:gd name="connsiteX35" fmla="*/ 861734 w 864602"/>
                  <a:gd name="connsiteY35" fmla="*/ 333983 h 1843671"/>
                  <a:gd name="connsiteX36" fmla="*/ 864603 w 864602"/>
                  <a:gd name="connsiteY36" fmla="*/ 342222 h 1843671"/>
                  <a:gd name="connsiteX37" fmla="*/ 732334 w 864602"/>
                  <a:gd name="connsiteY37" fmla="*/ 420641 h 1843671"/>
                  <a:gd name="connsiteX38" fmla="*/ 621325 w 864602"/>
                  <a:gd name="connsiteY38" fmla="*/ 524662 h 1843671"/>
                  <a:gd name="connsiteX39" fmla="*/ 540993 w 864602"/>
                  <a:gd name="connsiteY39" fmla="*/ 650457 h 1843671"/>
                  <a:gd name="connsiteX40" fmla="*/ 500017 w 864602"/>
                  <a:gd name="connsiteY40" fmla="*/ 791259 h 1843671"/>
                  <a:gd name="connsiteX41" fmla="*/ 497443 w 864602"/>
                  <a:gd name="connsiteY41" fmla="*/ 790744 h 1843671"/>
                  <a:gd name="connsiteX42" fmla="*/ 501268 w 864602"/>
                  <a:gd name="connsiteY42" fmla="*/ 955087 h 1843671"/>
                  <a:gd name="connsiteX43" fmla="*/ 520395 w 864602"/>
                  <a:gd name="connsiteY43" fmla="*/ 1397577 h 1843671"/>
                  <a:gd name="connsiteX44" fmla="*/ 545627 w 864602"/>
                  <a:gd name="connsiteY44" fmla="*/ 1839847 h 1843671"/>
                  <a:gd name="connsiteX45" fmla="*/ 404163 w 864602"/>
                  <a:gd name="connsiteY45" fmla="*/ 1843672 h 1843671"/>
                  <a:gd name="connsiteX46" fmla="*/ 411152 w 864602"/>
                  <a:gd name="connsiteY46" fmla="*/ 1399122 h 1843671"/>
                  <a:gd name="connsiteX47" fmla="*/ 424246 w 864602"/>
                  <a:gd name="connsiteY47" fmla="*/ 954646 h 1843671"/>
                  <a:gd name="connsiteX48" fmla="*/ 433074 w 864602"/>
                  <a:gd name="connsiteY48" fmla="*/ 778459 h 1843671"/>
                  <a:gd name="connsiteX49" fmla="*/ 433074 w 864602"/>
                  <a:gd name="connsiteY49" fmla="*/ 778459 h 1843671"/>
                  <a:gd name="connsiteX50" fmla="*/ 433074 w 864602"/>
                  <a:gd name="connsiteY50" fmla="*/ 778312 h 1843671"/>
                  <a:gd name="connsiteX51" fmla="*/ 435281 w 864602"/>
                  <a:gd name="connsiteY51" fmla="*/ 744325 h 1843671"/>
                  <a:gd name="connsiteX52" fmla="*/ 435060 w 864602"/>
                  <a:gd name="connsiteY52" fmla="*/ 744325 h 1843671"/>
                  <a:gd name="connsiteX53" fmla="*/ 403354 w 864602"/>
                  <a:gd name="connsiteY53" fmla="*/ 658181 h 1843671"/>
                  <a:gd name="connsiteX54" fmla="*/ 365762 w 864602"/>
                  <a:gd name="connsiteY54" fmla="*/ 573141 h 1843671"/>
                  <a:gd name="connsiteX55" fmla="*/ 274175 w 864602"/>
                  <a:gd name="connsiteY55" fmla="*/ 411225 h 1843671"/>
                  <a:gd name="connsiteX56" fmla="*/ 218781 w 864602"/>
                  <a:gd name="connsiteY56" fmla="*/ 336484 h 1843671"/>
                  <a:gd name="connsiteX57" fmla="*/ 155442 w 864602"/>
                  <a:gd name="connsiteY57" fmla="*/ 268510 h 1843671"/>
                  <a:gd name="connsiteX58" fmla="*/ 82760 w 864602"/>
                  <a:gd name="connsiteY58" fmla="*/ 210541 h 1843671"/>
                  <a:gd name="connsiteX59" fmla="*/ 0 w 864602"/>
                  <a:gd name="connsiteY59" fmla="*/ 167727 h 1843671"/>
                  <a:gd name="connsiteX60" fmla="*/ 2722 w 864602"/>
                  <a:gd name="connsiteY60" fmla="*/ 159414 h 1843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64602" h="1843671">
                    <a:moveTo>
                      <a:pt x="2722" y="159414"/>
                    </a:moveTo>
                    <a:cubicBezTo>
                      <a:pt x="33325" y="168610"/>
                      <a:pt x="62824" y="181410"/>
                      <a:pt x="90999" y="196858"/>
                    </a:cubicBezTo>
                    <a:cubicBezTo>
                      <a:pt x="119248" y="212160"/>
                      <a:pt x="145437" y="230992"/>
                      <a:pt x="170596" y="250928"/>
                    </a:cubicBezTo>
                    <a:cubicBezTo>
                      <a:pt x="195828" y="270864"/>
                      <a:pt x="219148" y="293081"/>
                      <a:pt x="241438" y="316180"/>
                    </a:cubicBezTo>
                    <a:cubicBezTo>
                      <a:pt x="263802" y="339279"/>
                      <a:pt x="284694" y="363703"/>
                      <a:pt x="304557" y="388935"/>
                    </a:cubicBezTo>
                    <a:cubicBezTo>
                      <a:pt x="344429" y="439327"/>
                      <a:pt x="379666" y="493176"/>
                      <a:pt x="411887" y="548717"/>
                    </a:cubicBezTo>
                    <a:cubicBezTo>
                      <a:pt x="424393" y="570345"/>
                      <a:pt x="436237" y="592414"/>
                      <a:pt x="447713" y="614704"/>
                    </a:cubicBezTo>
                    <a:cubicBezTo>
                      <a:pt x="452936" y="578290"/>
                      <a:pt x="461102" y="542538"/>
                      <a:pt x="471327" y="507962"/>
                    </a:cubicBezTo>
                    <a:cubicBezTo>
                      <a:pt x="485010" y="461396"/>
                      <a:pt x="501709" y="416228"/>
                      <a:pt x="520248" y="372015"/>
                    </a:cubicBezTo>
                    <a:cubicBezTo>
                      <a:pt x="520027" y="356714"/>
                      <a:pt x="518556" y="340015"/>
                      <a:pt x="516349" y="323978"/>
                    </a:cubicBezTo>
                    <a:cubicBezTo>
                      <a:pt x="515098" y="315150"/>
                      <a:pt x="513480" y="306396"/>
                      <a:pt x="511935" y="297642"/>
                    </a:cubicBezTo>
                    <a:cubicBezTo>
                      <a:pt x="509949" y="288961"/>
                      <a:pt x="508257" y="280207"/>
                      <a:pt x="506050" y="271526"/>
                    </a:cubicBezTo>
                    <a:cubicBezTo>
                      <a:pt x="497443" y="236804"/>
                      <a:pt x="484937" y="203038"/>
                      <a:pt x="468752" y="170964"/>
                    </a:cubicBezTo>
                    <a:lnTo>
                      <a:pt x="462794" y="158826"/>
                    </a:lnTo>
                    <a:cubicBezTo>
                      <a:pt x="460734" y="154853"/>
                      <a:pt x="458306" y="151028"/>
                      <a:pt x="456026" y="147129"/>
                    </a:cubicBezTo>
                    <a:cubicBezTo>
                      <a:pt x="451391" y="139405"/>
                      <a:pt x="447051" y="131460"/>
                      <a:pt x="442122" y="123956"/>
                    </a:cubicBezTo>
                    <a:cubicBezTo>
                      <a:pt x="431676" y="109317"/>
                      <a:pt x="421892" y="94015"/>
                      <a:pt x="409754" y="80627"/>
                    </a:cubicBezTo>
                    <a:cubicBezTo>
                      <a:pt x="387170" y="52231"/>
                      <a:pt x="359583" y="28396"/>
                      <a:pt x="331187" y="5517"/>
                    </a:cubicBezTo>
                    <a:lnTo>
                      <a:pt x="335012" y="0"/>
                    </a:lnTo>
                    <a:cubicBezTo>
                      <a:pt x="365174" y="21187"/>
                      <a:pt x="394967" y="43771"/>
                      <a:pt x="420053" y="71431"/>
                    </a:cubicBezTo>
                    <a:cubicBezTo>
                      <a:pt x="433442" y="84452"/>
                      <a:pt x="444550" y="99459"/>
                      <a:pt x="456320" y="114025"/>
                    </a:cubicBezTo>
                    <a:cubicBezTo>
                      <a:pt x="461911" y="121528"/>
                      <a:pt x="466913" y="129400"/>
                      <a:pt x="472284" y="137124"/>
                    </a:cubicBezTo>
                    <a:cubicBezTo>
                      <a:pt x="474858" y="141023"/>
                      <a:pt x="477654" y="144848"/>
                      <a:pt x="480081" y="148821"/>
                    </a:cubicBezTo>
                    <a:lnTo>
                      <a:pt x="487070" y="160959"/>
                    </a:lnTo>
                    <a:cubicBezTo>
                      <a:pt x="506050" y="193254"/>
                      <a:pt x="521498" y="227829"/>
                      <a:pt x="532901" y="263728"/>
                    </a:cubicBezTo>
                    <a:cubicBezTo>
                      <a:pt x="535770" y="272703"/>
                      <a:pt x="538197" y="281825"/>
                      <a:pt x="540846" y="290874"/>
                    </a:cubicBezTo>
                    <a:cubicBezTo>
                      <a:pt x="542685" y="298304"/>
                      <a:pt x="544450" y="305734"/>
                      <a:pt x="546142" y="313164"/>
                    </a:cubicBezTo>
                    <a:cubicBezTo>
                      <a:pt x="548349" y="308309"/>
                      <a:pt x="550630" y="303380"/>
                      <a:pt x="552910" y="298598"/>
                    </a:cubicBezTo>
                    <a:cubicBezTo>
                      <a:pt x="584764" y="231213"/>
                      <a:pt x="619560" y="165667"/>
                      <a:pt x="658107" y="101887"/>
                    </a:cubicBezTo>
                    <a:lnTo>
                      <a:pt x="671643" y="109685"/>
                    </a:lnTo>
                    <a:cubicBezTo>
                      <a:pt x="637951" y="174936"/>
                      <a:pt x="607716" y="242395"/>
                      <a:pt x="580938" y="310663"/>
                    </a:cubicBezTo>
                    <a:cubicBezTo>
                      <a:pt x="554308" y="379004"/>
                      <a:pt x="530914" y="448669"/>
                      <a:pt x="515245" y="519218"/>
                    </a:cubicBezTo>
                    <a:cubicBezTo>
                      <a:pt x="508183" y="550998"/>
                      <a:pt x="502960" y="582851"/>
                      <a:pt x="500385" y="614704"/>
                    </a:cubicBezTo>
                    <a:cubicBezTo>
                      <a:pt x="526427" y="571816"/>
                      <a:pt x="557986" y="532827"/>
                      <a:pt x="593223" y="498399"/>
                    </a:cubicBezTo>
                    <a:cubicBezTo>
                      <a:pt x="631477" y="460808"/>
                      <a:pt x="674144" y="428586"/>
                      <a:pt x="719166" y="401073"/>
                    </a:cubicBezTo>
                    <a:cubicBezTo>
                      <a:pt x="764408" y="373781"/>
                      <a:pt x="811636" y="350535"/>
                      <a:pt x="861734" y="333983"/>
                    </a:cubicBezTo>
                    <a:lnTo>
                      <a:pt x="864603" y="342222"/>
                    </a:lnTo>
                    <a:cubicBezTo>
                      <a:pt x="817669" y="362893"/>
                      <a:pt x="773309" y="390186"/>
                      <a:pt x="732334" y="420641"/>
                    </a:cubicBezTo>
                    <a:cubicBezTo>
                      <a:pt x="691432" y="451391"/>
                      <a:pt x="653767" y="486040"/>
                      <a:pt x="621325" y="524662"/>
                    </a:cubicBezTo>
                    <a:cubicBezTo>
                      <a:pt x="588810" y="563209"/>
                      <a:pt x="561444" y="605509"/>
                      <a:pt x="540993" y="650457"/>
                    </a:cubicBezTo>
                    <a:cubicBezTo>
                      <a:pt x="520174" y="695331"/>
                      <a:pt x="507080" y="743074"/>
                      <a:pt x="500017" y="791259"/>
                    </a:cubicBezTo>
                    <a:lnTo>
                      <a:pt x="497443" y="790744"/>
                    </a:lnTo>
                    <a:cubicBezTo>
                      <a:pt x="498105" y="845476"/>
                      <a:pt x="499576" y="900282"/>
                      <a:pt x="501268" y="955087"/>
                    </a:cubicBezTo>
                    <a:cubicBezTo>
                      <a:pt x="505976" y="1102510"/>
                      <a:pt x="512891" y="1250080"/>
                      <a:pt x="520395" y="1397577"/>
                    </a:cubicBezTo>
                    <a:cubicBezTo>
                      <a:pt x="528045" y="1545074"/>
                      <a:pt x="536432" y="1692718"/>
                      <a:pt x="545627" y="1839847"/>
                    </a:cubicBezTo>
                    <a:lnTo>
                      <a:pt x="404163" y="1843672"/>
                    </a:lnTo>
                    <a:cubicBezTo>
                      <a:pt x="405708" y="1695293"/>
                      <a:pt x="407988" y="1547354"/>
                      <a:pt x="411152" y="1399122"/>
                    </a:cubicBezTo>
                    <a:cubicBezTo>
                      <a:pt x="414315" y="1250963"/>
                      <a:pt x="418214" y="1102878"/>
                      <a:pt x="424246" y="954646"/>
                    </a:cubicBezTo>
                    <a:cubicBezTo>
                      <a:pt x="426674" y="895941"/>
                      <a:pt x="429396" y="837237"/>
                      <a:pt x="433074" y="778459"/>
                    </a:cubicBezTo>
                    <a:lnTo>
                      <a:pt x="433074" y="778459"/>
                    </a:lnTo>
                    <a:cubicBezTo>
                      <a:pt x="433074" y="778459"/>
                      <a:pt x="433074" y="778385"/>
                      <a:pt x="433074" y="778312"/>
                    </a:cubicBezTo>
                    <a:cubicBezTo>
                      <a:pt x="433809" y="766983"/>
                      <a:pt x="434545" y="755654"/>
                      <a:pt x="435281" y="744325"/>
                    </a:cubicBezTo>
                    <a:lnTo>
                      <a:pt x="435060" y="744325"/>
                    </a:lnTo>
                    <a:cubicBezTo>
                      <a:pt x="426085" y="716223"/>
                      <a:pt x="414903" y="686650"/>
                      <a:pt x="403354" y="658181"/>
                    </a:cubicBezTo>
                    <a:cubicBezTo>
                      <a:pt x="391731" y="629491"/>
                      <a:pt x="379151" y="601095"/>
                      <a:pt x="365762" y="573141"/>
                    </a:cubicBezTo>
                    <a:cubicBezTo>
                      <a:pt x="338838" y="517232"/>
                      <a:pt x="308823" y="462647"/>
                      <a:pt x="274175" y="411225"/>
                    </a:cubicBezTo>
                    <a:cubicBezTo>
                      <a:pt x="256960" y="385478"/>
                      <a:pt x="238643" y="360319"/>
                      <a:pt x="218781" y="336484"/>
                    </a:cubicBezTo>
                    <a:cubicBezTo>
                      <a:pt x="198992" y="312575"/>
                      <a:pt x="178173" y="289476"/>
                      <a:pt x="155442" y="268510"/>
                    </a:cubicBezTo>
                    <a:cubicBezTo>
                      <a:pt x="132710" y="247471"/>
                      <a:pt x="108875" y="227388"/>
                      <a:pt x="82760" y="210541"/>
                    </a:cubicBezTo>
                    <a:cubicBezTo>
                      <a:pt x="56792" y="193622"/>
                      <a:pt x="29132" y="179056"/>
                      <a:pt x="0" y="167727"/>
                    </a:cubicBezTo>
                    <a:lnTo>
                      <a:pt x="2722" y="159414"/>
                    </a:lnTo>
                    <a:close/>
                  </a:path>
                </a:pathLst>
              </a:custGeom>
              <a:solidFill>
                <a:schemeClr val="accent6"/>
              </a:solidFill>
              <a:ln w="0" cap="flat">
                <a:noFill/>
                <a:prstDash val="solid"/>
                <a:miter/>
              </a:ln>
            </p:spPr>
            <p:txBody>
              <a:bodyPr rtlCol="0" anchor="ctr"/>
              <a:lstStyle/>
              <a:p>
                <a:endParaRPr lang="en-IN"/>
              </a:p>
            </p:txBody>
          </p:sp>
        </p:grpSp>
        <p:grpSp>
          <p:nvGrpSpPr>
            <p:cNvPr id="1308" name="Group 1307">
              <a:extLst>
                <a:ext uri="{FF2B5EF4-FFF2-40B4-BE49-F238E27FC236}">
                  <a16:creationId xmlns:a16="http://schemas.microsoft.com/office/drawing/2014/main" id="{DD6FF2A4-8EE5-7F12-98C7-AAE8399C0612}"/>
                </a:ext>
              </a:extLst>
            </p:cNvPr>
            <p:cNvGrpSpPr/>
            <p:nvPr/>
          </p:nvGrpSpPr>
          <p:grpSpPr>
            <a:xfrm>
              <a:off x="6976424" y="4538447"/>
              <a:ext cx="4685961" cy="665548"/>
              <a:chOff x="7070188" y="3748627"/>
              <a:chExt cx="4685961" cy="665548"/>
            </a:xfrm>
          </p:grpSpPr>
          <p:sp>
            <p:nvSpPr>
              <p:cNvPr id="1277" name="Freeform: Shape 1276">
                <a:extLst>
                  <a:ext uri="{FF2B5EF4-FFF2-40B4-BE49-F238E27FC236}">
                    <a16:creationId xmlns:a16="http://schemas.microsoft.com/office/drawing/2014/main" id="{FDD9BE53-9433-7735-E5EC-ED2EBCF5D6F9}"/>
                  </a:ext>
                </a:extLst>
              </p:cNvPr>
              <p:cNvSpPr/>
              <p:nvPr/>
            </p:nvSpPr>
            <p:spPr>
              <a:xfrm>
                <a:off x="7093411" y="3986918"/>
                <a:ext cx="4630274" cy="41766"/>
              </a:xfrm>
              <a:custGeom>
                <a:avLst/>
                <a:gdLst>
                  <a:gd name="connsiteX0" fmla="*/ 0 w 7349585"/>
                  <a:gd name="connsiteY0" fmla="*/ 0 h 66294"/>
                  <a:gd name="connsiteX1" fmla="*/ 7349585 w 7349585"/>
                  <a:gd name="connsiteY1" fmla="*/ 0 h 66294"/>
                  <a:gd name="connsiteX2" fmla="*/ 7349585 w 7349585"/>
                  <a:gd name="connsiteY2" fmla="*/ 66294 h 66294"/>
                  <a:gd name="connsiteX3" fmla="*/ 0 w 7349585"/>
                  <a:gd name="connsiteY3" fmla="*/ 66294 h 66294"/>
                </a:gdLst>
                <a:ahLst/>
                <a:cxnLst>
                  <a:cxn ang="0">
                    <a:pos x="connsiteX0" y="connsiteY0"/>
                  </a:cxn>
                  <a:cxn ang="0">
                    <a:pos x="connsiteX1" y="connsiteY1"/>
                  </a:cxn>
                  <a:cxn ang="0">
                    <a:pos x="connsiteX2" y="connsiteY2"/>
                  </a:cxn>
                  <a:cxn ang="0">
                    <a:pos x="connsiteX3" y="connsiteY3"/>
                  </a:cxn>
                </a:cxnLst>
                <a:rect l="l" t="t" r="r" b="b"/>
                <a:pathLst>
                  <a:path w="7349585" h="66294">
                    <a:moveTo>
                      <a:pt x="0" y="0"/>
                    </a:moveTo>
                    <a:lnTo>
                      <a:pt x="7349585" y="0"/>
                    </a:lnTo>
                    <a:lnTo>
                      <a:pt x="7349585" y="66294"/>
                    </a:lnTo>
                    <a:lnTo>
                      <a:pt x="0" y="66294"/>
                    </a:lnTo>
                    <a:close/>
                  </a:path>
                </a:pathLst>
              </a:custGeom>
              <a:solidFill>
                <a:schemeClr val="accent6">
                  <a:lumMod val="50000"/>
                </a:schemeClr>
              </a:solidFill>
              <a:ln w="0" cap="flat">
                <a:noFill/>
                <a:prstDash val="solid"/>
                <a:miter/>
              </a:ln>
            </p:spPr>
            <p:txBody>
              <a:bodyPr rtlCol="0" anchor="ctr"/>
              <a:lstStyle/>
              <a:p>
                <a:endParaRPr lang="en-IN"/>
              </a:p>
            </p:txBody>
          </p:sp>
          <p:sp>
            <p:nvSpPr>
              <p:cNvPr id="1279" name="Freeform: Shape 1278">
                <a:extLst>
                  <a:ext uri="{FF2B5EF4-FFF2-40B4-BE49-F238E27FC236}">
                    <a16:creationId xmlns:a16="http://schemas.microsoft.com/office/drawing/2014/main" id="{ED4101B9-8AC5-48A8-4E36-4223BFC4E683}"/>
                  </a:ext>
                </a:extLst>
              </p:cNvPr>
              <p:cNvSpPr/>
              <p:nvPr/>
            </p:nvSpPr>
            <p:spPr>
              <a:xfrm>
                <a:off x="7093411" y="4143419"/>
                <a:ext cx="4630274" cy="41765"/>
              </a:xfrm>
              <a:custGeom>
                <a:avLst/>
                <a:gdLst>
                  <a:gd name="connsiteX0" fmla="*/ 0 w 7349585"/>
                  <a:gd name="connsiteY0" fmla="*/ 0 h 66293"/>
                  <a:gd name="connsiteX1" fmla="*/ 7349585 w 7349585"/>
                  <a:gd name="connsiteY1" fmla="*/ 0 h 66293"/>
                  <a:gd name="connsiteX2" fmla="*/ 7349585 w 7349585"/>
                  <a:gd name="connsiteY2" fmla="*/ 66294 h 66293"/>
                  <a:gd name="connsiteX3" fmla="*/ 0 w 7349585"/>
                  <a:gd name="connsiteY3" fmla="*/ 66294 h 66293"/>
                </a:gdLst>
                <a:ahLst/>
                <a:cxnLst>
                  <a:cxn ang="0">
                    <a:pos x="connsiteX0" y="connsiteY0"/>
                  </a:cxn>
                  <a:cxn ang="0">
                    <a:pos x="connsiteX1" y="connsiteY1"/>
                  </a:cxn>
                  <a:cxn ang="0">
                    <a:pos x="connsiteX2" y="connsiteY2"/>
                  </a:cxn>
                  <a:cxn ang="0">
                    <a:pos x="connsiteX3" y="connsiteY3"/>
                  </a:cxn>
                </a:cxnLst>
                <a:rect l="l" t="t" r="r" b="b"/>
                <a:pathLst>
                  <a:path w="7349585" h="66293">
                    <a:moveTo>
                      <a:pt x="0" y="0"/>
                    </a:moveTo>
                    <a:lnTo>
                      <a:pt x="7349585" y="0"/>
                    </a:lnTo>
                    <a:lnTo>
                      <a:pt x="7349585" y="66294"/>
                    </a:lnTo>
                    <a:lnTo>
                      <a:pt x="0" y="66294"/>
                    </a:lnTo>
                    <a:close/>
                  </a:path>
                </a:pathLst>
              </a:custGeom>
              <a:solidFill>
                <a:schemeClr val="accent6">
                  <a:lumMod val="50000"/>
                </a:schemeClr>
              </a:solidFill>
              <a:ln w="0" cap="flat">
                <a:noFill/>
                <a:prstDash val="solid"/>
                <a:miter/>
              </a:ln>
            </p:spPr>
            <p:txBody>
              <a:bodyPr rtlCol="0" anchor="ctr"/>
              <a:lstStyle/>
              <a:p>
                <a:endParaRPr lang="en-IN"/>
              </a:p>
            </p:txBody>
          </p:sp>
          <p:sp>
            <p:nvSpPr>
              <p:cNvPr id="1281" name="Freeform: Shape 1280">
                <a:extLst>
                  <a:ext uri="{FF2B5EF4-FFF2-40B4-BE49-F238E27FC236}">
                    <a16:creationId xmlns:a16="http://schemas.microsoft.com/office/drawing/2014/main" id="{FE063246-50DA-3BF1-A856-70E0CA35AF8E}"/>
                  </a:ext>
                </a:extLst>
              </p:cNvPr>
              <p:cNvSpPr/>
              <p:nvPr/>
            </p:nvSpPr>
            <p:spPr>
              <a:xfrm>
                <a:off x="7070188" y="3748627"/>
                <a:ext cx="64868" cy="665548"/>
              </a:xfrm>
              <a:custGeom>
                <a:avLst/>
                <a:gdLst>
                  <a:gd name="connsiteX0" fmla="*/ 102965 w 102965"/>
                  <a:gd name="connsiteY0" fmla="*/ 1056418 h 1056417"/>
                  <a:gd name="connsiteX1" fmla="*/ 0 w 102965"/>
                  <a:gd name="connsiteY1" fmla="*/ 1056418 h 1056417"/>
                  <a:gd name="connsiteX2" fmla="*/ 0 w 102965"/>
                  <a:gd name="connsiteY2" fmla="*/ 25337 h 1056417"/>
                  <a:gd name="connsiteX3" fmla="*/ 14288 w 102965"/>
                  <a:gd name="connsiteY3" fmla="*/ 0 h 1056417"/>
                  <a:gd name="connsiteX4" fmla="*/ 102965 w 102965"/>
                  <a:gd name="connsiteY4" fmla="*/ 0 h 1056417"/>
                  <a:gd name="connsiteX5" fmla="*/ 102965 w 102965"/>
                  <a:gd name="connsiteY5" fmla="*/ 1056418 h 105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965" h="1056417">
                    <a:moveTo>
                      <a:pt x="102965" y="1056418"/>
                    </a:moveTo>
                    <a:lnTo>
                      <a:pt x="0" y="1056418"/>
                    </a:lnTo>
                    <a:lnTo>
                      <a:pt x="0" y="25337"/>
                    </a:lnTo>
                    <a:lnTo>
                      <a:pt x="14288" y="0"/>
                    </a:lnTo>
                    <a:lnTo>
                      <a:pt x="102965" y="0"/>
                    </a:lnTo>
                    <a:lnTo>
                      <a:pt x="102965" y="1056418"/>
                    </a:lnTo>
                    <a:close/>
                  </a:path>
                </a:pathLst>
              </a:custGeom>
              <a:solidFill>
                <a:schemeClr val="tx1"/>
              </a:solidFill>
              <a:ln w="0" cap="flat">
                <a:noFill/>
                <a:prstDash val="solid"/>
                <a:miter/>
              </a:ln>
            </p:spPr>
            <p:txBody>
              <a:bodyPr rtlCol="0" anchor="ctr"/>
              <a:lstStyle/>
              <a:p>
                <a:endParaRPr lang="en-IN"/>
              </a:p>
            </p:txBody>
          </p:sp>
          <p:sp>
            <p:nvSpPr>
              <p:cNvPr id="1282" name="Freeform: Shape 1281">
                <a:extLst>
                  <a:ext uri="{FF2B5EF4-FFF2-40B4-BE49-F238E27FC236}">
                    <a16:creationId xmlns:a16="http://schemas.microsoft.com/office/drawing/2014/main" id="{C2ED3951-32D0-0482-628F-75908DA24B12}"/>
                  </a:ext>
                </a:extLst>
              </p:cNvPr>
              <p:cNvSpPr/>
              <p:nvPr/>
            </p:nvSpPr>
            <p:spPr>
              <a:xfrm>
                <a:off x="7070188" y="3764589"/>
                <a:ext cx="54667" cy="649586"/>
              </a:xfrm>
              <a:custGeom>
                <a:avLst/>
                <a:gdLst>
                  <a:gd name="connsiteX0" fmla="*/ 0 w 86772"/>
                  <a:gd name="connsiteY0" fmla="*/ 0 h 1031081"/>
                  <a:gd name="connsiteX1" fmla="*/ 86773 w 86772"/>
                  <a:gd name="connsiteY1" fmla="*/ 0 h 1031081"/>
                  <a:gd name="connsiteX2" fmla="*/ 86773 w 86772"/>
                  <a:gd name="connsiteY2" fmla="*/ 1031081 h 1031081"/>
                  <a:gd name="connsiteX3" fmla="*/ 0 w 86772"/>
                  <a:gd name="connsiteY3" fmla="*/ 1031081 h 1031081"/>
                </a:gdLst>
                <a:ahLst/>
                <a:cxnLst>
                  <a:cxn ang="0">
                    <a:pos x="connsiteX0" y="connsiteY0"/>
                  </a:cxn>
                  <a:cxn ang="0">
                    <a:pos x="connsiteX1" y="connsiteY1"/>
                  </a:cxn>
                  <a:cxn ang="0">
                    <a:pos x="connsiteX2" y="connsiteY2"/>
                  </a:cxn>
                  <a:cxn ang="0">
                    <a:pos x="connsiteX3" y="connsiteY3"/>
                  </a:cxn>
                </a:cxnLst>
                <a:rect l="l" t="t" r="r" b="b"/>
                <a:pathLst>
                  <a:path w="86772" h="1031081">
                    <a:moveTo>
                      <a:pt x="0" y="0"/>
                    </a:moveTo>
                    <a:lnTo>
                      <a:pt x="86773" y="0"/>
                    </a:lnTo>
                    <a:lnTo>
                      <a:pt x="86773" y="1031081"/>
                    </a:lnTo>
                    <a:lnTo>
                      <a:pt x="0" y="1031081"/>
                    </a:lnTo>
                    <a:close/>
                  </a:path>
                </a:pathLst>
              </a:custGeom>
              <a:solidFill>
                <a:schemeClr val="bg1"/>
              </a:solidFill>
              <a:ln w="0" cap="flat">
                <a:noFill/>
                <a:prstDash val="solid"/>
                <a:miter/>
              </a:ln>
            </p:spPr>
            <p:txBody>
              <a:bodyPr rtlCol="0" anchor="ctr"/>
              <a:lstStyle/>
              <a:p>
                <a:endParaRPr lang="en-IN"/>
              </a:p>
            </p:txBody>
          </p:sp>
          <p:sp>
            <p:nvSpPr>
              <p:cNvPr id="1283" name="Freeform: Shape 1282">
                <a:extLst>
                  <a:ext uri="{FF2B5EF4-FFF2-40B4-BE49-F238E27FC236}">
                    <a16:creationId xmlns:a16="http://schemas.microsoft.com/office/drawing/2014/main" id="{6EEE62AB-1A0D-1541-D179-B54E3BA4CF0C}"/>
                  </a:ext>
                </a:extLst>
              </p:cNvPr>
              <p:cNvSpPr/>
              <p:nvPr/>
            </p:nvSpPr>
            <p:spPr>
              <a:xfrm>
                <a:off x="7456039" y="3907768"/>
                <a:ext cx="64868" cy="506407"/>
              </a:xfrm>
              <a:custGeom>
                <a:avLst/>
                <a:gdLst>
                  <a:gd name="connsiteX0" fmla="*/ 86773 w 102965"/>
                  <a:gd name="connsiteY0" fmla="*/ 803815 h 803814"/>
                  <a:gd name="connsiteX1" fmla="*/ 102965 w 102965"/>
                  <a:gd name="connsiteY1" fmla="*/ 803815 h 803814"/>
                  <a:gd name="connsiteX2" fmla="*/ 102965 w 102965"/>
                  <a:gd name="connsiteY2" fmla="*/ 0 h 803814"/>
                  <a:gd name="connsiteX3" fmla="*/ 14288 w 102965"/>
                  <a:gd name="connsiteY3" fmla="*/ 0 h 803814"/>
                  <a:gd name="connsiteX4" fmla="*/ 0 w 102965"/>
                  <a:gd name="connsiteY4" fmla="*/ 20574 h 803814"/>
                  <a:gd name="connsiteX5" fmla="*/ 86773 w 102965"/>
                  <a:gd name="connsiteY5" fmla="*/ 20574 h 803814"/>
                  <a:gd name="connsiteX6" fmla="*/ 86773 w 102965"/>
                  <a:gd name="connsiteY6" fmla="*/ 803815 h 80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965" h="803814">
                    <a:moveTo>
                      <a:pt x="86773" y="803815"/>
                    </a:moveTo>
                    <a:lnTo>
                      <a:pt x="102965" y="803815"/>
                    </a:lnTo>
                    <a:lnTo>
                      <a:pt x="102965" y="0"/>
                    </a:lnTo>
                    <a:lnTo>
                      <a:pt x="14288" y="0"/>
                    </a:lnTo>
                    <a:lnTo>
                      <a:pt x="0" y="20574"/>
                    </a:lnTo>
                    <a:lnTo>
                      <a:pt x="86773" y="20574"/>
                    </a:lnTo>
                    <a:lnTo>
                      <a:pt x="86773" y="803815"/>
                    </a:lnTo>
                    <a:close/>
                  </a:path>
                </a:pathLst>
              </a:custGeom>
              <a:solidFill>
                <a:schemeClr val="tx1"/>
              </a:solidFill>
              <a:ln w="0" cap="flat">
                <a:noFill/>
                <a:prstDash val="solid"/>
                <a:miter/>
              </a:ln>
            </p:spPr>
            <p:txBody>
              <a:bodyPr rtlCol="0" anchor="ctr"/>
              <a:lstStyle/>
              <a:p>
                <a:endParaRPr lang="en-IN"/>
              </a:p>
            </p:txBody>
          </p:sp>
          <p:sp>
            <p:nvSpPr>
              <p:cNvPr id="1284" name="Freeform: Shape 1283">
                <a:extLst>
                  <a:ext uri="{FF2B5EF4-FFF2-40B4-BE49-F238E27FC236}">
                    <a16:creationId xmlns:a16="http://schemas.microsoft.com/office/drawing/2014/main" id="{F4B3E8F9-8D63-37F3-EA8E-87105EBEE9EE}"/>
                  </a:ext>
                </a:extLst>
              </p:cNvPr>
              <p:cNvSpPr/>
              <p:nvPr/>
            </p:nvSpPr>
            <p:spPr>
              <a:xfrm>
                <a:off x="7456039" y="3920730"/>
                <a:ext cx="54667" cy="493445"/>
              </a:xfrm>
              <a:custGeom>
                <a:avLst/>
                <a:gdLst>
                  <a:gd name="connsiteX0" fmla="*/ 0 w 86772"/>
                  <a:gd name="connsiteY0" fmla="*/ 0 h 783240"/>
                  <a:gd name="connsiteX1" fmla="*/ 86773 w 86772"/>
                  <a:gd name="connsiteY1" fmla="*/ 0 h 783240"/>
                  <a:gd name="connsiteX2" fmla="*/ 86773 w 86772"/>
                  <a:gd name="connsiteY2" fmla="*/ 783241 h 783240"/>
                  <a:gd name="connsiteX3" fmla="*/ 0 w 86772"/>
                  <a:gd name="connsiteY3" fmla="*/ 783241 h 783240"/>
                </a:gdLst>
                <a:ahLst/>
                <a:cxnLst>
                  <a:cxn ang="0">
                    <a:pos x="connsiteX0" y="connsiteY0"/>
                  </a:cxn>
                  <a:cxn ang="0">
                    <a:pos x="connsiteX1" y="connsiteY1"/>
                  </a:cxn>
                  <a:cxn ang="0">
                    <a:pos x="connsiteX2" y="connsiteY2"/>
                  </a:cxn>
                  <a:cxn ang="0">
                    <a:pos x="connsiteX3" y="connsiteY3"/>
                  </a:cxn>
                </a:cxnLst>
                <a:rect l="l" t="t" r="r" b="b"/>
                <a:pathLst>
                  <a:path w="86772" h="783240">
                    <a:moveTo>
                      <a:pt x="0" y="0"/>
                    </a:moveTo>
                    <a:lnTo>
                      <a:pt x="86773" y="0"/>
                    </a:lnTo>
                    <a:lnTo>
                      <a:pt x="86773" y="783241"/>
                    </a:lnTo>
                    <a:lnTo>
                      <a:pt x="0" y="783241"/>
                    </a:lnTo>
                    <a:close/>
                  </a:path>
                </a:pathLst>
              </a:custGeom>
              <a:solidFill>
                <a:schemeClr val="bg1"/>
              </a:solidFill>
              <a:ln w="0" cap="flat">
                <a:noFill/>
                <a:prstDash val="solid"/>
                <a:miter/>
              </a:ln>
            </p:spPr>
            <p:txBody>
              <a:bodyPr rtlCol="0" anchor="ctr"/>
              <a:lstStyle/>
              <a:p>
                <a:endParaRPr lang="en-IN"/>
              </a:p>
            </p:txBody>
          </p:sp>
          <p:sp>
            <p:nvSpPr>
              <p:cNvPr id="1285" name="Freeform: Shape 1284">
                <a:extLst>
                  <a:ext uri="{FF2B5EF4-FFF2-40B4-BE49-F238E27FC236}">
                    <a16:creationId xmlns:a16="http://schemas.microsoft.com/office/drawing/2014/main" id="{DA6CB78C-9362-F112-48A8-34F982596988}"/>
                  </a:ext>
                </a:extLst>
              </p:cNvPr>
              <p:cNvSpPr/>
              <p:nvPr/>
            </p:nvSpPr>
            <p:spPr>
              <a:xfrm>
                <a:off x="7917260" y="3748627"/>
                <a:ext cx="64868" cy="665548"/>
              </a:xfrm>
              <a:custGeom>
                <a:avLst/>
                <a:gdLst>
                  <a:gd name="connsiteX0" fmla="*/ 102965 w 102965"/>
                  <a:gd name="connsiteY0" fmla="*/ 1056418 h 1056417"/>
                  <a:gd name="connsiteX1" fmla="*/ 0 w 102965"/>
                  <a:gd name="connsiteY1" fmla="*/ 1056418 h 1056417"/>
                  <a:gd name="connsiteX2" fmla="*/ 0 w 102965"/>
                  <a:gd name="connsiteY2" fmla="*/ 25337 h 1056417"/>
                  <a:gd name="connsiteX3" fmla="*/ 14288 w 102965"/>
                  <a:gd name="connsiteY3" fmla="*/ 0 h 1056417"/>
                  <a:gd name="connsiteX4" fmla="*/ 102965 w 102965"/>
                  <a:gd name="connsiteY4" fmla="*/ 0 h 1056417"/>
                  <a:gd name="connsiteX5" fmla="*/ 102965 w 102965"/>
                  <a:gd name="connsiteY5" fmla="*/ 1056418 h 105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965" h="1056417">
                    <a:moveTo>
                      <a:pt x="102965" y="1056418"/>
                    </a:moveTo>
                    <a:lnTo>
                      <a:pt x="0" y="1056418"/>
                    </a:lnTo>
                    <a:lnTo>
                      <a:pt x="0" y="25337"/>
                    </a:lnTo>
                    <a:lnTo>
                      <a:pt x="14288" y="0"/>
                    </a:lnTo>
                    <a:lnTo>
                      <a:pt x="102965" y="0"/>
                    </a:lnTo>
                    <a:lnTo>
                      <a:pt x="102965" y="1056418"/>
                    </a:lnTo>
                    <a:close/>
                  </a:path>
                </a:pathLst>
              </a:custGeom>
              <a:solidFill>
                <a:schemeClr val="tx1"/>
              </a:solidFill>
              <a:ln w="0" cap="flat">
                <a:noFill/>
                <a:prstDash val="solid"/>
                <a:miter/>
              </a:ln>
            </p:spPr>
            <p:txBody>
              <a:bodyPr rtlCol="0" anchor="ctr"/>
              <a:lstStyle/>
              <a:p>
                <a:endParaRPr lang="en-IN"/>
              </a:p>
            </p:txBody>
          </p:sp>
          <p:sp>
            <p:nvSpPr>
              <p:cNvPr id="1286" name="Freeform: Shape 1285">
                <a:extLst>
                  <a:ext uri="{FF2B5EF4-FFF2-40B4-BE49-F238E27FC236}">
                    <a16:creationId xmlns:a16="http://schemas.microsoft.com/office/drawing/2014/main" id="{B92B5D70-685D-1187-67B6-152CAEA12F62}"/>
                  </a:ext>
                </a:extLst>
              </p:cNvPr>
              <p:cNvSpPr/>
              <p:nvPr/>
            </p:nvSpPr>
            <p:spPr>
              <a:xfrm>
                <a:off x="7917260" y="3764589"/>
                <a:ext cx="54667" cy="649586"/>
              </a:xfrm>
              <a:custGeom>
                <a:avLst/>
                <a:gdLst>
                  <a:gd name="connsiteX0" fmla="*/ 0 w 86772"/>
                  <a:gd name="connsiteY0" fmla="*/ 0 h 1031081"/>
                  <a:gd name="connsiteX1" fmla="*/ 86773 w 86772"/>
                  <a:gd name="connsiteY1" fmla="*/ 0 h 1031081"/>
                  <a:gd name="connsiteX2" fmla="*/ 86773 w 86772"/>
                  <a:gd name="connsiteY2" fmla="*/ 1031081 h 1031081"/>
                  <a:gd name="connsiteX3" fmla="*/ 0 w 86772"/>
                  <a:gd name="connsiteY3" fmla="*/ 1031081 h 1031081"/>
                </a:gdLst>
                <a:ahLst/>
                <a:cxnLst>
                  <a:cxn ang="0">
                    <a:pos x="connsiteX0" y="connsiteY0"/>
                  </a:cxn>
                  <a:cxn ang="0">
                    <a:pos x="connsiteX1" y="connsiteY1"/>
                  </a:cxn>
                  <a:cxn ang="0">
                    <a:pos x="connsiteX2" y="connsiteY2"/>
                  </a:cxn>
                  <a:cxn ang="0">
                    <a:pos x="connsiteX3" y="connsiteY3"/>
                  </a:cxn>
                </a:cxnLst>
                <a:rect l="l" t="t" r="r" b="b"/>
                <a:pathLst>
                  <a:path w="86772" h="1031081">
                    <a:moveTo>
                      <a:pt x="0" y="0"/>
                    </a:moveTo>
                    <a:lnTo>
                      <a:pt x="86773" y="0"/>
                    </a:lnTo>
                    <a:lnTo>
                      <a:pt x="86773" y="1031081"/>
                    </a:lnTo>
                    <a:lnTo>
                      <a:pt x="0" y="1031081"/>
                    </a:lnTo>
                    <a:close/>
                  </a:path>
                </a:pathLst>
              </a:custGeom>
              <a:solidFill>
                <a:schemeClr val="bg1"/>
              </a:solidFill>
              <a:ln w="0" cap="flat">
                <a:noFill/>
                <a:prstDash val="solid"/>
                <a:miter/>
              </a:ln>
            </p:spPr>
            <p:txBody>
              <a:bodyPr rtlCol="0" anchor="ctr"/>
              <a:lstStyle/>
              <a:p>
                <a:endParaRPr lang="en-IN"/>
              </a:p>
            </p:txBody>
          </p:sp>
          <p:sp>
            <p:nvSpPr>
              <p:cNvPr id="1287" name="Freeform: Shape 1286">
                <a:extLst>
                  <a:ext uri="{FF2B5EF4-FFF2-40B4-BE49-F238E27FC236}">
                    <a16:creationId xmlns:a16="http://schemas.microsoft.com/office/drawing/2014/main" id="{D06A3F7D-860C-237D-602E-5232295E1BBD}"/>
                  </a:ext>
                </a:extLst>
              </p:cNvPr>
              <p:cNvSpPr/>
              <p:nvPr/>
            </p:nvSpPr>
            <p:spPr>
              <a:xfrm>
                <a:off x="8303111" y="3907768"/>
                <a:ext cx="64868" cy="506407"/>
              </a:xfrm>
              <a:custGeom>
                <a:avLst/>
                <a:gdLst>
                  <a:gd name="connsiteX0" fmla="*/ 86677 w 102965"/>
                  <a:gd name="connsiteY0" fmla="*/ 803815 h 803814"/>
                  <a:gd name="connsiteX1" fmla="*/ 102965 w 102965"/>
                  <a:gd name="connsiteY1" fmla="*/ 803815 h 803814"/>
                  <a:gd name="connsiteX2" fmla="*/ 102965 w 102965"/>
                  <a:gd name="connsiteY2" fmla="*/ 0 h 803814"/>
                  <a:gd name="connsiteX3" fmla="*/ 14288 w 102965"/>
                  <a:gd name="connsiteY3" fmla="*/ 0 h 803814"/>
                  <a:gd name="connsiteX4" fmla="*/ 0 w 102965"/>
                  <a:gd name="connsiteY4" fmla="*/ 20574 h 803814"/>
                  <a:gd name="connsiteX5" fmla="*/ 86677 w 102965"/>
                  <a:gd name="connsiteY5" fmla="*/ 20574 h 803814"/>
                  <a:gd name="connsiteX6" fmla="*/ 86677 w 102965"/>
                  <a:gd name="connsiteY6" fmla="*/ 803815 h 80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965" h="803814">
                    <a:moveTo>
                      <a:pt x="86677" y="803815"/>
                    </a:moveTo>
                    <a:lnTo>
                      <a:pt x="102965" y="803815"/>
                    </a:lnTo>
                    <a:lnTo>
                      <a:pt x="102965" y="0"/>
                    </a:lnTo>
                    <a:lnTo>
                      <a:pt x="14288" y="0"/>
                    </a:lnTo>
                    <a:lnTo>
                      <a:pt x="0" y="20574"/>
                    </a:lnTo>
                    <a:lnTo>
                      <a:pt x="86677" y="20574"/>
                    </a:lnTo>
                    <a:lnTo>
                      <a:pt x="86677" y="803815"/>
                    </a:lnTo>
                    <a:close/>
                  </a:path>
                </a:pathLst>
              </a:custGeom>
              <a:solidFill>
                <a:schemeClr val="tx1"/>
              </a:solidFill>
              <a:ln w="0" cap="flat">
                <a:noFill/>
                <a:prstDash val="solid"/>
                <a:miter/>
              </a:ln>
            </p:spPr>
            <p:txBody>
              <a:bodyPr rtlCol="0" anchor="ctr"/>
              <a:lstStyle/>
              <a:p>
                <a:endParaRPr lang="en-IN"/>
              </a:p>
            </p:txBody>
          </p:sp>
          <p:sp>
            <p:nvSpPr>
              <p:cNvPr id="1288" name="Freeform: Shape 1287">
                <a:extLst>
                  <a:ext uri="{FF2B5EF4-FFF2-40B4-BE49-F238E27FC236}">
                    <a16:creationId xmlns:a16="http://schemas.microsoft.com/office/drawing/2014/main" id="{F33A50BC-E990-C751-45D2-9DA74B030AAF}"/>
                  </a:ext>
                </a:extLst>
              </p:cNvPr>
              <p:cNvSpPr/>
              <p:nvPr/>
            </p:nvSpPr>
            <p:spPr>
              <a:xfrm>
                <a:off x="8303111" y="3920730"/>
                <a:ext cx="54667" cy="493445"/>
              </a:xfrm>
              <a:custGeom>
                <a:avLst/>
                <a:gdLst>
                  <a:gd name="connsiteX0" fmla="*/ 0 w 86772"/>
                  <a:gd name="connsiteY0" fmla="*/ 0 h 783240"/>
                  <a:gd name="connsiteX1" fmla="*/ 86773 w 86772"/>
                  <a:gd name="connsiteY1" fmla="*/ 0 h 783240"/>
                  <a:gd name="connsiteX2" fmla="*/ 86773 w 86772"/>
                  <a:gd name="connsiteY2" fmla="*/ 783241 h 783240"/>
                  <a:gd name="connsiteX3" fmla="*/ 0 w 86772"/>
                  <a:gd name="connsiteY3" fmla="*/ 783241 h 783240"/>
                </a:gdLst>
                <a:ahLst/>
                <a:cxnLst>
                  <a:cxn ang="0">
                    <a:pos x="connsiteX0" y="connsiteY0"/>
                  </a:cxn>
                  <a:cxn ang="0">
                    <a:pos x="connsiteX1" y="connsiteY1"/>
                  </a:cxn>
                  <a:cxn ang="0">
                    <a:pos x="connsiteX2" y="connsiteY2"/>
                  </a:cxn>
                  <a:cxn ang="0">
                    <a:pos x="connsiteX3" y="connsiteY3"/>
                  </a:cxn>
                </a:cxnLst>
                <a:rect l="l" t="t" r="r" b="b"/>
                <a:pathLst>
                  <a:path w="86772" h="783240">
                    <a:moveTo>
                      <a:pt x="0" y="0"/>
                    </a:moveTo>
                    <a:lnTo>
                      <a:pt x="86773" y="0"/>
                    </a:lnTo>
                    <a:lnTo>
                      <a:pt x="86773" y="783241"/>
                    </a:lnTo>
                    <a:lnTo>
                      <a:pt x="0" y="783241"/>
                    </a:lnTo>
                    <a:close/>
                  </a:path>
                </a:pathLst>
              </a:custGeom>
              <a:solidFill>
                <a:schemeClr val="bg1"/>
              </a:solidFill>
              <a:ln w="0" cap="flat">
                <a:noFill/>
                <a:prstDash val="solid"/>
                <a:miter/>
              </a:ln>
            </p:spPr>
            <p:txBody>
              <a:bodyPr rtlCol="0" anchor="ctr"/>
              <a:lstStyle/>
              <a:p>
                <a:endParaRPr lang="en-IN"/>
              </a:p>
            </p:txBody>
          </p:sp>
          <p:sp>
            <p:nvSpPr>
              <p:cNvPr id="1289" name="Freeform: Shape 1288">
                <a:extLst>
                  <a:ext uri="{FF2B5EF4-FFF2-40B4-BE49-F238E27FC236}">
                    <a16:creationId xmlns:a16="http://schemas.microsoft.com/office/drawing/2014/main" id="{A5B64A63-B33D-00F4-F455-8B2F8D79466E}"/>
                  </a:ext>
                </a:extLst>
              </p:cNvPr>
              <p:cNvSpPr/>
              <p:nvPr/>
            </p:nvSpPr>
            <p:spPr>
              <a:xfrm>
                <a:off x="8764272" y="3748627"/>
                <a:ext cx="64868" cy="665548"/>
              </a:xfrm>
              <a:custGeom>
                <a:avLst/>
                <a:gdLst>
                  <a:gd name="connsiteX0" fmla="*/ 102965 w 102965"/>
                  <a:gd name="connsiteY0" fmla="*/ 1056418 h 1056417"/>
                  <a:gd name="connsiteX1" fmla="*/ 0 w 102965"/>
                  <a:gd name="connsiteY1" fmla="*/ 1056418 h 1056417"/>
                  <a:gd name="connsiteX2" fmla="*/ 0 w 102965"/>
                  <a:gd name="connsiteY2" fmla="*/ 25337 h 1056417"/>
                  <a:gd name="connsiteX3" fmla="*/ 14383 w 102965"/>
                  <a:gd name="connsiteY3" fmla="*/ 0 h 1056417"/>
                  <a:gd name="connsiteX4" fmla="*/ 102965 w 102965"/>
                  <a:gd name="connsiteY4" fmla="*/ 0 h 1056417"/>
                  <a:gd name="connsiteX5" fmla="*/ 102965 w 102965"/>
                  <a:gd name="connsiteY5" fmla="*/ 1056418 h 105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965" h="1056417">
                    <a:moveTo>
                      <a:pt x="102965" y="1056418"/>
                    </a:moveTo>
                    <a:lnTo>
                      <a:pt x="0" y="1056418"/>
                    </a:lnTo>
                    <a:lnTo>
                      <a:pt x="0" y="25337"/>
                    </a:lnTo>
                    <a:lnTo>
                      <a:pt x="14383" y="0"/>
                    </a:lnTo>
                    <a:lnTo>
                      <a:pt x="102965" y="0"/>
                    </a:lnTo>
                    <a:lnTo>
                      <a:pt x="102965" y="1056418"/>
                    </a:lnTo>
                    <a:close/>
                  </a:path>
                </a:pathLst>
              </a:custGeom>
              <a:solidFill>
                <a:schemeClr val="tx1"/>
              </a:solidFill>
              <a:ln w="0" cap="flat">
                <a:noFill/>
                <a:prstDash val="solid"/>
                <a:miter/>
              </a:ln>
            </p:spPr>
            <p:txBody>
              <a:bodyPr rtlCol="0" anchor="ctr"/>
              <a:lstStyle/>
              <a:p>
                <a:endParaRPr lang="en-IN"/>
              </a:p>
            </p:txBody>
          </p:sp>
          <p:sp>
            <p:nvSpPr>
              <p:cNvPr id="1290" name="Freeform: Shape 1289">
                <a:extLst>
                  <a:ext uri="{FF2B5EF4-FFF2-40B4-BE49-F238E27FC236}">
                    <a16:creationId xmlns:a16="http://schemas.microsoft.com/office/drawing/2014/main" id="{657BDEB8-2CD4-9705-623C-F59B28642B9F}"/>
                  </a:ext>
                </a:extLst>
              </p:cNvPr>
              <p:cNvSpPr/>
              <p:nvPr/>
            </p:nvSpPr>
            <p:spPr>
              <a:xfrm>
                <a:off x="8764272" y="3764589"/>
                <a:ext cx="54667" cy="649586"/>
              </a:xfrm>
              <a:custGeom>
                <a:avLst/>
                <a:gdLst>
                  <a:gd name="connsiteX0" fmla="*/ 0 w 86772"/>
                  <a:gd name="connsiteY0" fmla="*/ 0 h 1031081"/>
                  <a:gd name="connsiteX1" fmla="*/ 86773 w 86772"/>
                  <a:gd name="connsiteY1" fmla="*/ 0 h 1031081"/>
                  <a:gd name="connsiteX2" fmla="*/ 86773 w 86772"/>
                  <a:gd name="connsiteY2" fmla="*/ 1031081 h 1031081"/>
                  <a:gd name="connsiteX3" fmla="*/ 0 w 86772"/>
                  <a:gd name="connsiteY3" fmla="*/ 1031081 h 1031081"/>
                </a:gdLst>
                <a:ahLst/>
                <a:cxnLst>
                  <a:cxn ang="0">
                    <a:pos x="connsiteX0" y="connsiteY0"/>
                  </a:cxn>
                  <a:cxn ang="0">
                    <a:pos x="connsiteX1" y="connsiteY1"/>
                  </a:cxn>
                  <a:cxn ang="0">
                    <a:pos x="connsiteX2" y="connsiteY2"/>
                  </a:cxn>
                  <a:cxn ang="0">
                    <a:pos x="connsiteX3" y="connsiteY3"/>
                  </a:cxn>
                </a:cxnLst>
                <a:rect l="l" t="t" r="r" b="b"/>
                <a:pathLst>
                  <a:path w="86772" h="1031081">
                    <a:moveTo>
                      <a:pt x="0" y="0"/>
                    </a:moveTo>
                    <a:lnTo>
                      <a:pt x="86773" y="0"/>
                    </a:lnTo>
                    <a:lnTo>
                      <a:pt x="86773" y="1031081"/>
                    </a:lnTo>
                    <a:lnTo>
                      <a:pt x="0" y="1031081"/>
                    </a:lnTo>
                    <a:close/>
                  </a:path>
                </a:pathLst>
              </a:custGeom>
              <a:solidFill>
                <a:schemeClr val="bg1"/>
              </a:solidFill>
              <a:ln w="0" cap="flat">
                <a:noFill/>
                <a:prstDash val="solid"/>
                <a:miter/>
              </a:ln>
            </p:spPr>
            <p:txBody>
              <a:bodyPr rtlCol="0" anchor="ctr"/>
              <a:lstStyle/>
              <a:p>
                <a:endParaRPr lang="en-IN"/>
              </a:p>
            </p:txBody>
          </p:sp>
          <p:sp>
            <p:nvSpPr>
              <p:cNvPr id="1291" name="Freeform: Shape 1290">
                <a:extLst>
                  <a:ext uri="{FF2B5EF4-FFF2-40B4-BE49-F238E27FC236}">
                    <a16:creationId xmlns:a16="http://schemas.microsoft.com/office/drawing/2014/main" id="{2F7AE14D-FC57-0780-8C06-3F4A6DF4C5BD}"/>
                  </a:ext>
                </a:extLst>
              </p:cNvPr>
              <p:cNvSpPr/>
              <p:nvPr/>
            </p:nvSpPr>
            <p:spPr>
              <a:xfrm>
                <a:off x="9150124" y="3907768"/>
                <a:ext cx="64868" cy="506407"/>
              </a:xfrm>
              <a:custGeom>
                <a:avLst/>
                <a:gdLst>
                  <a:gd name="connsiteX0" fmla="*/ 86773 w 102965"/>
                  <a:gd name="connsiteY0" fmla="*/ 803815 h 803814"/>
                  <a:gd name="connsiteX1" fmla="*/ 102966 w 102965"/>
                  <a:gd name="connsiteY1" fmla="*/ 803815 h 803814"/>
                  <a:gd name="connsiteX2" fmla="*/ 102966 w 102965"/>
                  <a:gd name="connsiteY2" fmla="*/ 0 h 803814"/>
                  <a:gd name="connsiteX3" fmla="*/ 14383 w 102965"/>
                  <a:gd name="connsiteY3" fmla="*/ 0 h 803814"/>
                  <a:gd name="connsiteX4" fmla="*/ 0 w 102965"/>
                  <a:gd name="connsiteY4" fmla="*/ 20574 h 803814"/>
                  <a:gd name="connsiteX5" fmla="*/ 86773 w 102965"/>
                  <a:gd name="connsiteY5" fmla="*/ 20574 h 803814"/>
                  <a:gd name="connsiteX6" fmla="*/ 86773 w 102965"/>
                  <a:gd name="connsiteY6" fmla="*/ 803815 h 80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965" h="803814">
                    <a:moveTo>
                      <a:pt x="86773" y="803815"/>
                    </a:moveTo>
                    <a:lnTo>
                      <a:pt x="102966" y="803815"/>
                    </a:lnTo>
                    <a:lnTo>
                      <a:pt x="102966" y="0"/>
                    </a:lnTo>
                    <a:lnTo>
                      <a:pt x="14383" y="0"/>
                    </a:lnTo>
                    <a:lnTo>
                      <a:pt x="0" y="20574"/>
                    </a:lnTo>
                    <a:lnTo>
                      <a:pt x="86773" y="20574"/>
                    </a:lnTo>
                    <a:lnTo>
                      <a:pt x="86773" y="803815"/>
                    </a:lnTo>
                    <a:close/>
                  </a:path>
                </a:pathLst>
              </a:custGeom>
              <a:solidFill>
                <a:schemeClr val="tx1"/>
              </a:solidFill>
              <a:ln w="0" cap="flat">
                <a:noFill/>
                <a:prstDash val="solid"/>
                <a:miter/>
              </a:ln>
            </p:spPr>
            <p:txBody>
              <a:bodyPr rtlCol="0" anchor="ctr"/>
              <a:lstStyle/>
              <a:p>
                <a:endParaRPr lang="en-IN"/>
              </a:p>
            </p:txBody>
          </p:sp>
          <p:sp>
            <p:nvSpPr>
              <p:cNvPr id="1292" name="Freeform: Shape 1291">
                <a:extLst>
                  <a:ext uri="{FF2B5EF4-FFF2-40B4-BE49-F238E27FC236}">
                    <a16:creationId xmlns:a16="http://schemas.microsoft.com/office/drawing/2014/main" id="{FEC85205-35F4-0A96-97BA-059C7CBB56BE}"/>
                  </a:ext>
                </a:extLst>
              </p:cNvPr>
              <p:cNvSpPr/>
              <p:nvPr/>
            </p:nvSpPr>
            <p:spPr>
              <a:xfrm>
                <a:off x="9150124" y="3920730"/>
                <a:ext cx="54667" cy="493445"/>
              </a:xfrm>
              <a:custGeom>
                <a:avLst/>
                <a:gdLst>
                  <a:gd name="connsiteX0" fmla="*/ 0 w 86772"/>
                  <a:gd name="connsiteY0" fmla="*/ 0 h 783240"/>
                  <a:gd name="connsiteX1" fmla="*/ 86772 w 86772"/>
                  <a:gd name="connsiteY1" fmla="*/ 0 h 783240"/>
                  <a:gd name="connsiteX2" fmla="*/ 86772 w 86772"/>
                  <a:gd name="connsiteY2" fmla="*/ 783241 h 783240"/>
                  <a:gd name="connsiteX3" fmla="*/ 0 w 86772"/>
                  <a:gd name="connsiteY3" fmla="*/ 783241 h 783240"/>
                </a:gdLst>
                <a:ahLst/>
                <a:cxnLst>
                  <a:cxn ang="0">
                    <a:pos x="connsiteX0" y="connsiteY0"/>
                  </a:cxn>
                  <a:cxn ang="0">
                    <a:pos x="connsiteX1" y="connsiteY1"/>
                  </a:cxn>
                  <a:cxn ang="0">
                    <a:pos x="connsiteX2" y="connsiteY2"/>
                  </a:cxn>
                  <a:cxn ang="0">
                    <a:pos x="connsiteX3" y="connsiteY3"/>
                  </a:cxn>
                </a:cxnLst>
                <a:rect l="l" t="t" r="r" b="b"/>
                <a:pathLst>
                  <a:path w="86772" h="783240">
                    <a:moveTo>
                      <a:pt x="0" y="0"/>
                    </a:moveTo>
                    <a:lnTo>
                      <a:pt x="86772" y="0"/>
                    </a:lnTo>
                    <a:lnTo>
                      <a:pt x="86772" y="783241"/>
                    </a:lnTo>
                    <a:lnTo>
                      <a:pt x="0" y="783241"/>
                    </a:lnTo>
                    <a:close/>
                  </a:path>
                </a:pathLst>
              </a:custGeom>
              <a:solidFill>
                <a:schemeClr val="bg1"/>
              </a:solidFill>
              <a:ln w="0" cap="flat">
                <a:noFill/>
                <a:prstDash val="solid"/>
                <a:miter/>
              </a:ln>
            </p:spPr>
            <p:txBody>
              <a:bodyPr rtlCol="0" anchor="ctr"/>
              <a:lstStyle/>
              <a:p>
                <a:endParaRPr lang="en-IN"/>
              </a:p>
            </p:txBody>
          </p:sp>
          <p:sp>
            <p:nvSpPr>
              <p:cNvPr id="1293" name="Freeform: Shape 1292">
                <a:extLst>
                  <a:ext uri="{FF2B5EF4-FFF2-40B4-BE49-F238E27FC236}">
                    <a16:creationId xmlns:a16="http://schemas.microsoft.com/office/drawing/2014/main" id="{B7BB15D7-7AE9-B246-7CB2-A7EE46F9FEA4}"/>
                  </a:ext>
                </a:extLst>
              </p:cNvPr>
              <p:cNvSpPr/>
              <p:nvPr/>
            </p:nvSpPr>
            <p:spPr>
              <a:xfrm>
                <a:off x="9611344" y="3748627"/>
                <a:ext cx="64868" cy="665548"/>
              </a:xfrm>
              <a:custGeom>
                <a:avLst/>
                <a:gdLst>
                  <a:gd name="connsiteX0" fmla="*/ 102965 w 102965"/>
                  <a:gd name="connsiteY0" fmla="*/ 1056418 h 1056417"/>
                  <a:gd name="connsiteX1" fmla="*/ 0 w 102965"/>
                  <a:gd name="connsiteY1" fmla="*/ 1056418 h 1056417"/>
                  <a:gd name="connsiteX2" fmla="*/ 0 w 102965"/>
                  <a:gd name="connsiteY2" fmla="*/ 25337 h 1056417"/>
                  <a:gd name="connsiteX3" fmla="*/ 14288 w 102965"/>
                  <a:gd name="connsiteY3" fmla="*/ 0 h 1056417"/>
                  <a:gd name="connsiteX4" fmla="*/ 102965 w 102965"/>
                  <a:gd name="connsiteY4" fmla="*/ 0 h 1056417"/>
                  <a:gd name="connsiteX5" fmla="*/ 102965 w 102965"/>
                  <a:gd name="connsiteY5" fmla="*/ 1056418 h 105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965" h="1056417">
                    <a:moveTo>
                      <a:pt x="102965" y="1056418"/>
                    </a:moveTo>
                    <a:lnTo>
                      <a:pt x="0" y="1056418"/>
                    </a:lnTo>
                    <a:lnTo>
                      <a:pt x="0" y="25337"/>
                    </a:lnTo>
                    <a:lnTo>
                      <a:pt x="14288" y="0"/>
                    </a:lnTo>
                    <a:lnTo>
                      <a:pt x="102965" y="0"/>
                    </a:lnTo>
                    <a:lnTo>
                      <a:pt x="102965" y="1056418"/>
                    </a:lnTo>
                    <a:close/>
                  </a:path>
                </a:pathLst>
              </a:custGeom>
              <a:solidFill>
                <a:schemeClr val="tx1"/>
              </a:solidFill>
              <a:ln w="0" cap="flat">
                <a:noFill/>
                <a:prstDash val="solid"/>
                <a:miter/>
              </a:ln>
            </p:spPr>
            <p:txBody>
              <a:bodyPr rtlCol="0" anchor="ctr"/>
              <a:lstStyle/>
              <a:p>
                <a:endParaRPr lang="en-IN"/>
              </a:p>
            </p:txBody>
          </p:sp>
          <p:sp>
            <p:nvSpPr>
              <p:cNvPr id="1294" name="Freeform: Shape 1293">
                <a:extLst>
                  <a:ext uri="{FF2B5EF4-FFF2-40B4-BE49-F238E27FC236}">
                    <a16:creationId xmlns:a16="http://schemas.microsoft.com/office/drawing/2014/main" id="{AF58565B-7CA3-EC31-2C4C-04DD3F1CC87F}"/>
                  </a:ext>
                </a:extLst>
              </p:cNvPr>
              <p:cNvSpPr/>
              <p:nvPr/>
            </p:nvSpPr>
            <p:spPr>
              <a:xfrm>
                <a:off x="9611344" y="3764589"/>
                <a:ext cx="54667" cy="649586"/>
              </a:xfrm>
              <a:custGeom>
                <a:avLst/>
                <a:gdLst>
                  <a:gd name="connsiteX0" fmla="*/ 0 w 86772"/>
                  <a:gd name="connsiteY0" fmla="*/ 0 h 1031081"/>
                  <a:gd name="connsiteX1" fmla="*/ 86773 w 86772"/>
                  <a:gd name="connsiteY1" fmla="*/ 0 h 1031081"/>
                  <a:gd name="connsiteX2" fmla="*/ 86773 w 86772"/>
                  <a:gd name="connsiteY2" fmla="*/ 1031081 h 1031081"/>
                  <a:gd name="connsiteX3" fmla="*/ 0 w 86772"/>
                  <a:gd name="connsiteY3" fmla="*/ 1031081 h 1031081"/>
                </a:gdLst>
                <a:ahLst/>
                <a:cxnLst>
                  <a:cxn ang="0">
                    <a:pos x="connsiteX0" y="connsiteY0"/>
                  </a:cxn>
                  <a:cxn ang="0">
                    <a:pos x="connsiteX1" y="connsiteY1"/>
                  </a:cxn>
                  <a:cxn ang="0">
                    <a:pos x="connsiteX2" y="connsiteY2"/>
                  </a:cxn>
                  <a:cxn ang="0">
                    <a:pos x="connsiteX3" y="connsiteY3"/>
                  </a:cxn>
                </a:cxnLst>
                <a:rect l="l" t="t" r="r" b="b"/>
                <a:pathLst>
                  <a:path w="86772" h="1031081">
                    <a:moveTo>
                      <a:pt x="0" y="0"/>
                    </a:moveTo>
                    <a:lnTo>
                      <a:pt x="86773" y="0"/>
                    </a:lnTo>
                    <a:lnTo>
                      <a:pt x="86773" y="1031081"/>
                    </a:lnTo>
                    <a:lnTo>
                      <a:pt x="0" y="1031081"/>
                    </a:lnTo>
                    <a:close/>
                  </a:path>
                </a:pathLst>
              </a:custGeom>
              <a:solidFill>
                <a:schemeClr val="bg1"/>
              </a:solidFill>
              <a:ln w="0" cap="flat">
                <a:noFill/>
                <a:prstDash val="solid"/>
                <a:miter/>
              </a:ln>
            </p:spPr>
            <p:txBody>
              <a:bodyPr rtlCol="0" anchor="ctr"/>
              <a:lstStyle/>
              <a:p>
                <a:endParaRPr lang="en-IN"/>
              </a:p>
            </p:txBody>
          </p:sp>
          <p:sp>
            <p:nvSpPr>
              <p:cNvPr id="1295" name="Freeform: Shape 1294">
                <a:extLst>
                  <a:ext uri="{FF2B5EF4-FFF2-40B4-BE49-F238E27FC236}">
                    <a16:creationId xmlns:a16="http://schemas.microsoft.com/office/drawing/2014/main" id="{475B8C7B-A7AF-888E-2827-F399B28C95D8}"/>
                  </a:ext>
                </a:extLst>
              </p:cNvPr>
              <p:cNvSpPr/>
              <p:nvPr/>
            </p:nvSpPr>
            <p:spPr>
              <a:xfrm>
                <a:off x="9997196" y="3907768"/>
                <a:ext cx="64868" cy="506407"/>
              </a:xfrm>
              <a:custGeom>
                <a:avLst/>
                <a:gdLst>
                  <a:gd name="connsiteX0" fmla="*/ 86773 w 102965"/>
                  <a:gd name="connsiteY0" fmla="*/ 803815 h 803814"/>
                  <a:gd name="connsiteX1" fmla="*/ 102965 w 102965"/>
                  <a:gd name="connsiteY1" fmla="*/ 803815 h 803814"/>
                  <a:gd name="connsiteX2" fmla="*/ 102965 w 102965"/>
                  <a:gd name="connsiteY2" fmla="*/ 0 h 803814"/>
                  <a:gd name="connsiteX3" fmla="*/ 14288 w 102965"/>
                  <a:gd name="connsiteY3" fmla="*/ 0 h 803814"/>
                  <a:gd name="connsiteX4" fmla="*/ 0 w 102965"/>
                  <a:gd name="connsiteY4" fmla="*/ 20574 h 803814"/>
                  <a:gd name="connsiteX5" fmla="*/ 86773 w 102965"/>
                  <a:gd name="connsiteY5" fmla="*/ 20574 h 803814"/>
                  <a:gd name="connsiteX6" fmla="*/ 86773 w 102965"/>
                  <a:gd name="connsiteY6" fmla="*/ 803815 h 80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965" h="803814">
                    <a:moveTo>
                      <a:pt x="86773" y="803815"/>
                    </a:moveTo>
                    <a:lnTo>
                      <a:pt x="102965" y="803815"/>
                    </a:lnTo>
                    <a:lnTo>
                      <a:pt x="102965" y="0"/>
                    </a:lnTo>
                    <a:lnTo>
                      <a:pt x="14288" y="0"/>
                    </a:lnTo>
                    <a:lnTo>
                      <a:pt x="0" y="20574"/>
                    </a:lnTo>
                    <a:lnTo>
                      <a:pt x="86773" y="20574"/>
                    </a:lnTo>
                    <a:lnTo>
                      <a:pt x="86773" y="803815"/>
                    </a:lnTo>
                    <a:close/>
                  </a:path>
                </a:pathLst>
              </a:custGeom>
              <a:solidFill>
                <a:schemeClr val="tx1"/>
              </a:solidFill>
              <a:ln w="0" cap="flat">
                <a:noFill/>
                <a:prstDash val="solid"/>
                <a:miter/>
              </a:ln>
            </p:spPr>
            <p:txBody>
              <a:bodyPr rtlCol="0" anchor="ctr"/>
              <a:lstStyle/>
              <a:p>
                <a:endParaRPr lang="en-IN"/>
              </a:p>
            </p:txBody>
          </p:sp>
          <p:sp>
            <p:nvSpPr>
              <p:cNvPr id="1296" name="Freeform: Shape 1295">
                <a:extLst>
                  <a:ext uri="{FF2B5EF4-FFF2-40B4-BE49-F238E27FC236}">
                    <a16:creationId xmlns:a16="http://schemas.microsoft.com/office/drawing/2014/main" id="{A47FBBF3-82D1-4270-9BD5-20E71E0D3CB3}"/>
                  </a:ext>
                </a:extLst>
              </p:cNvPr>
              <p:cNvSpPr/>
              <p:nvPr/>
            </p:nvSpPr>
            <p:spPr>
              <a:xfrm>
                <a:off x="9997196" y="3920730"/>
                <a:ext cx="54667" cy="493445"/>
              </a:xfrm>
              <a:custGeom>
                <a:avLst/>
                <a:gdLst>
                  <a:gd name="connsiteX0" fmla="*/ 0 w 86772"/>
                  <a:gd name="connsiteY0" fmla="*/ 0 h 783240"/>
                  <a:gd name="connsiteX1" fmla="*/ 86773 w 86772"/>
                  <a:gd name="connsiteY1" fmla="*/ 0 h 783240"/>
                  <a:gd name="connsiteX2" fmla="*/ 86773 w 86772"/>
                  <a:gd name="connsiteY2" fmla="*/ 783241 h 783240"/>
                  <a:gd name="connsiteX3" fmla="*/ 0 w 86772"/>
                  <a:gd name="connsiteY3" fmla="*/ 783241 h 783240"/>
                </a:gdLst>
                <a:ahLst/>
                <a:cxnLst>
                  <a:cxn ang="0">
                    <a:pos x="connsiteX0" y="connsiteY0"/>
                  </a:cxn>
                  <a:cxn ang="0">
                    <a:pos x="connsiteX1" y="connsiteY1"/>
                  </a:cxn>
                  <a:cxn ang="0">
                    <a:pos x="connsiteX2" y="connsiteY2"/>
                  </a:cxn>
                  <a:cxn ang="0">
                    <a:pos x="connsiteX3" y="connsiteY3"/>
                  </a:cxn>
                </a:cxnLst>
                <a:rect l="l" t="t" r="r" b="b"/>
                <a:pathLst>
                  <a:path w="86772" h="783240">
                    <a:moveTo>
                      <a:pt x="0" y="0"/>
                    </a:moveTo>
                    <a:lnTo>
                      <a:pt x="86773" y="0"/>
                    </a:lnTo>
                    <a:lnTo>
                      <a:pt x="86773" y="783241"/>
                    </a:lnTo>
                    <a:lnTo>
                      <a:pt x="0" y="783241"/>
                    </a:lnTo>
                    <a:close/>
                  </a:path>
                </a:pathLst>
              </a:custGeom>
              <a:solidFill>
                <a:schemeClr val="bg1"/>
              </a:solidFill>
              <a:ln w="0" cap="flat">
                <a:noFill/>
                <a:prstDash val="solid"/>
                <a:miter/>
              </a:ln>
            </p:spPr>
            <p:txBody>
              <a:bodyPr rtlCol="0" anchor="ctr"/>
              <a:lstStyle/>
              <a:p>
                <a:endParaRPr lang="en-IN"/>
              </a:p>
            </p:txBody>
          </p:sp>
          <p:sp>
            <p:nvSpPr>
              <p:cNvPr id="1297" name="Freeform: Shape 1296">
                <a:extLst>
                  <a:ext uri="{FF2B5EF4-FFF2-40B4-BE49-F238E27FC236}">
                    <a16:creationId xmlns:a16="http://schemas.microsoft.com/office/drawing/2014/main" id="{BF7515EB-C334-0B5E-C822-0B643062D54D}"/>
                  </a:ext>
                </a:extLst>
              </p:cNvPr>
              <p:cNvSpPr/>
              <p:nvPr/>
            </p:nvSpPr>
            <p:spPr>
              <a:xfrm>
                <a:off x="10458357" y="3748627"/>
                <a:ext cx="64928" cy="665548"/>
              </a:xfrm>
              <a:custGeom>
                <a:avLst/>
                <a:gdLst>
                  <a:gd name="connsiteX0" fmla="*/ 103061 w 103060"/>
                  <a:gd name="connsiteY0" fmla="*/ 1056418 h 1056417"/>
                  <a:gd name="connsiteX1" fmla="*/ 0 w 103060"/>
                  <a:gd name="connsiteY1" fmla="*/ 1056418 h 1056417"/>
                  <a:gd name="connsiteX2" fmla="*/ 0 w 103060"/>
                  <a:gd name="connsiteY2" fmla="*/ 25337 h 1056417"/>
                  <a:gd name="connsiteX3" fmla="*/ 14383 w 103060"/>
                  <a:gd name="connsiteY3" fmla="*/ 0 h 1056417"/>
                  <a:gd name="connsiteX4" fmla="*/ 103061 w 103060"/>
                  <a:gd name="connsiteY4" fmla="*/ 0 h 1056417"/>
                  <a:gd name="connsiteX5" fmla="*/ 103061 w 103060"/>
                  <a:gd name="connsiteY5" fmla="*/ 1056418 h 105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060" h="1056417">
                    <a:moveTo>
                      <a:pt x="103061" y="1056418"/>
                    </a:moveTo>
                    <a:lnTo>
                      <a:pt x="0" y="1056418"/>
                    </a:lnTo>
                    <a:lnTo>
                      <a:pt x="0" y="25337"/>
                    </a:lnTo>
                    <a:lnTo>
                      <a:pt x="14383" y="0"/>
                    </a:lnTo>
                    <a:lnTo>
                      <a:pt x="103061" y="0"/>
                    </a:lnTo>
                    <a:lnTo>
                      <a:pt x="103061" y="1056418"/>
                    </a:lnTo>
                    <a:close/>
                  </a:path>
                </a:pathLst>
              </a:custGeom>
              <a:solidFill>
                <a:schemeClr val="tx1"/>
              </a:solidFill>
              <a:ln w="0" cap="flat">
                <a:noFill/>
                <a:prstDash val="solid"/>
                <a:miter/>
              </a:ln>
            </p:spPr>
            <p:txBody>
              <a:bodyPr rtlCol="0" anchor="ctr"/>
              <a:lstStyle/>
              <a:p>
                <a:endParaRPr lang="en-IN"/>
              </a:p>
            </p:txBody>
          </p:sp>
          <p:sp>
            <p:nvSpPr>
              <p:cNvPr id="1298" name="Freeform: Shape 1297">
                <a:extLst>
                  <a:ext uri="{FF2B5EF4-FFF2-40B4-BE49-F238E27FC236}">
                    <a16:creationId xmlns:a16="http://schemas.microsoft.com/office/drawing/2014/main" id="{AC77DB8B-F148-9A89-1974-F980E5A253FE}"/>
                  </a:ext>
                </a:extLst>
              </p:cNvPr>
              <p:cNvSpPr/>
              <p:nvPr/>
            </p:nvSpPr>
            <p:spPr>
              <a:xfrm>
                <a:off x="10458357" y="3764589"/>
                <a:ext cx="54667" cy="649586"/>
              </a:xfrm>
              <a:custGeom>
                <a:avLst/>
                <a:gdLst>
                  <a:gd name="connsiteX0" fmla="*/ 0 w 86772"/>
                  <a:gd name="connsiteY0" fmla="*/ 0 h 1031081"/>
                  <a:gd name="connsiteX1" fmla="*/ 86773 w 86772"/>
                  <a:gd name="connsiteY1" fmla="*/ 0 h 1031081"/>
                  <a:gd name="connsiteX2" fmla="*/ 86773 w 86772"/>
                  <a:gd name="connsiteY2" fmla="*/ 1031081 h 1031081"/>
                  <a:gd name="connsiteX3" fmla="*/ 0 w 86772"/>
                  <a:gd name="connsiteY3" fmla="*/ 1031081 h 1031081"/>
                </a:gdLst>
                <a:ahLst/>
                <a:cxnLst>
                  <a:cxn ang="0">
                    <a:pos x="connsiteX0" y="connsiteY0"/>
                  </a:cxn>
                  <a:cxn ang="0">
                    <a:pos x="connsiteX1" y="connsiteY1"/>
                  </a:cxn>
                  <a:cxn ang="0">
                    <a:pos x="connsiteX2" y="connsiteY2"/>
                  </a:cxn>
                  <a:cxn ang="0">
                    <a:pos x="connsiteX3" y="connsiteY3"/>
                  </a:cxn>
                </a:cxnLst>
                <a:rect l="l" t="t" r="r" b="b"/>
                <a:pathLst>
                  <a:path w="86772" h="1031081">
                    <a:moveTo>
                      <a:pt x="0" y="0"/>
                    </a:moveTo>
                    <a:lnTo>
                      <a:pt x="86773" y="0"/>
                    </a:lnTo>
                    <a:lnTo>
                      <a:pt x="86773" y="1031081"/>
                    </a:lnTo>
                    <a:lnTo>
                      <a:pt x="0" y="1031081"/>
                    </a:lnTo>
                    <a:close/>
                  </a:path>
                </a:pathLst>
              </a:custGeom>
              <a:solidFill>
                <a:schemeClr val="bg1"/>
              </a:solidFill>
              <a:ln w="0" cap="flat">
                <a:noFill/>
                <a:prstDash val="solid"/>
                <a:miter/>
              </a:ln>
            </p:spPr>
            <p:txBody>
              <a:bodyPr rtlCol="0" anchor="ctr"/>
              <a:lstStyle/>
              <a:p>
                <a:endParaRPr lang="en-IN"/>
              </a:p>
            </p:txBody>
          </p:sp>
          <p:sp>
            <p:nvSpPr>
              <p:cNvPr id="1299" name="Freeform: Shape 1298">
                <a:extLst>
                  <a:ext uri="{FF2B5EF4-FFF2-40B4-BE49-F238E27FC236}">
                    <a16:creationId xmlns:a16="http://schemas.microsoft.com/office/drawing/2014/main" id="{3B49CAA0-B06B-9A9A-2112-BC578539E1D0}"/>
                  </a:ext>
                </a:extLst>
              </p:cNvPr>
              <p:cNvSpPr/>
              <p:nvPr/>
            </p:nvSpPr>
            <p:spPr>
              <a:xfrm>
                <a:off x="10844208" y="3907768"/>
                <a:ext cx="64928" cy="506407"/>
              </a:xfrm>
              <a:custGeom>
                <a:avLst/>
                <a:gdLst>
                  <a:gd name="connsiteX0" fmla="*/ 86773 w 103060"/>
                  <a:gd name="connsiteY0" fmla="*/ 803815 h 803814"/>
                  <a:gd name="connsiteX1" fmla="*/ 103061 w 103060"/>
                  <a:gd name="connsiteY1" fmla="*/ 803815 h 803814"/>
                  <a:gd name="connsiteX2" fmla="*/ 103061 w 103060"/>
                  <a:gd name="connsiteY2" fmla="*/ 0 h 803814"/>
                  <a:gd name="connsiteX3" fmla="*/ 14383 w 103060"/>
                  <a:gd name="connsiteY3" fmla="*/ 0 h 803814"/>
                  <a:gd name="connsiteX4" fmla="*/ 0 w 103060"/>
                  <a:gd name="connsiteY4" fmla="*/ 20574 h 803814"/>
                  <a:gd name="connsiteX5" fmla="*/ 86773 w 103060"/>
                  <a:gd name="connsiteY5" fmla="*/ 20574 h 803814"/>
                  <a:gd name="connsiteX6" fmla="*/ 86773 w 103060"/>
                  <a:gd name="connsiteY6" fmla="*/ 803815 h 80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060" h="803814">
                    <a:moveTo>
                      <a:pt x="86773" y="803815"/>
                    </a:moveTo>
                    <a:lnTo>
                      <a:pt x="103061" y="803815"/>
                    </a:lnTo>
                    <a:lnTo>
                      <a:pt x="103061" y="0"/>
                    </a:lnTo>
                    <a:lnTo>
                      <a:pt x="14383" y="0"/>
                    </a:lnTo>
                    <a:lnTo>
                      <a:pt x="0" y="20574"/>
                    </a:lnTo>
                    <a:lnTo>
                      <a:pt x="86773" y="20574"/>
                    </a:lnTo>
                    <a:lnTo>
                      <a:pt x="86773" y="803815"/>
                    </a:lnTo>
                    <a:close/>
                  </a:path>
                </a:pathLst>
              </a:custGeom>
              <a:solidFill>
                <a:schemeClr val="tx1"/>
              </a:solidFill>
              <a:ln w="0" cap="flat">
                <a:noFill/>
                <a:prstDash val="solid"/>
                <a:miter/>
              </a:ln>
            </p:spPr>
            <p:txBody>
              <a:bodyPr rtlCol="0" anchor="ctr"/>
              <a:lstStyle/>
              <a:p>
                <a:endParaRPr lang="en-IN" dirty="0"/>
              </a:p>
            </p:txBody>
          </p:sp>
          <p:sp>
            <p:nvSpPr>
              <p:cNvPr id="1300" name="Freeform: Shape 1299">
                <a:extLst>
                  <a:ext uri="{FF2B5EF4-FFF2-40B4-BE49-F238E27FC236}">
                    <a16:creationId xmlns:a16="http://schemas.microsoft.com/office/drawing/2014/main" id="{C33D5D85-3E68-4DFF-997E-599BD160F798}"/>
                  </a:ext>
                </a:extLst>
              </p:cNvPr>
              <p:cNvSpPr/>
              <p:nvPr/>
            </p:nvSpPr>
            <p:spPr>
              <a:xfrm>
                <a:off x="10844208" y="3920730"/>
                <a:ext cx="54667" cy="493445"/>
              </a:xfrm>
              <a:custGeom>
                <a:avLst/>
                <a:gdLst>
                  <a:gd name="connsiteX0" fmla="*/ 0 w 86772"/>
                  <a:gd name="connsiteY0" fmla="*/ 0 h 783240"/>
                  <a:gd name="connsiteX1" fmla="*/ 86772 w 86772"/>
                  <a:gd name="connsiteY1" fmla="*/ 0 h 783240"/>
                  <a:gd name="connsiteX2" fmla="*/ 86772 w 86772"/>
                  <a:gd name="connsiteY2" fmla="*/ 783241 h 783240"/>
                  <a:gd name="connsiteX3" fmla="*/ 0 w 86772"/>
                  <a:gd name="connsiteY3" fmla="*/ 783241 h 783240"/>
                </a:gdLst>
                <a:ahLst/>
                <a:cxnLst>
                  <a:cxn ang="0">
                    <a:pos x="connsiteX0" y="connsiteY0"/>
                  </a:cxn>
                  <a:cxn ang="0">
                    <a:pos x="connsiteX1" y="connsiteY1"/>
                  </a:cxn>
                  <a:cxn ang="0">
                    <a:pos x="connsiteX2" y="connsiteY2"/>
                  </a:cxn>
                  <a:cxn ang="0">
                    <a:pos x="connsiteX3" y="connsiteY3"/>
                  </a:cxn>
                </a:cxnLst>
                <a:rect l="l" t="t" r="r" b="b"/>
                <a:pathLst>
                  <a:path w="86772" h="783240">
                    <a:moveTo>
                      <a:pt x="0" y="0"/>
                    </a:moveTo>
                    <a:lnTo>
                      <a:pt x="86772" y="0"/>
                    </a:lnTo>
                    <a:lnTo>
                      <a:pt x="86772" y="783241"/>
                    </a:lnTo>
                    <a:lnTo>
                      <a:pt x="0" y="783241"/>
                    </a:lnTo>
                    <a:close/>
                  </a:path>
                </a:pathLst>
              </a:custGeom>
              <a:solidFill>
                <a:schemeClr val="bg1"/>
              </a:solidFill>
              <a:ln w="0" cap="flat">
                <a:noFill/>
                <a:prstDash val="solid"/>
                <a:miter/>
              </a:ln>
            </p:spPr>
            <p:txBody>
              <a:bodyPr rtlCol="0" anchor="ctr"/>
              <a:lstStyle/>
              <a:p>
                <a:endParaRPr lang="en-IN"/>
              </a:p>
            </p:txBody>
          </p:sp>
          <p:sp>
            <p:nvSpPr>
              <p:cNvPr id="1301" name="Freeform: Shape 1300">
                <a:extLst>
                  <a:ext uri="{FF2B5EF4-FFF2-40B4-BE49-F238E27FC236}">
                    <a16:creationId xmlns:a16="http://schemas.microsoft.com/office/drawing/2014/main" id="{5B44080B-1A39-52EA-3511-FA9F35624E9D}"/>
                  </a:ext>
                </a:extLst>
              </p:cNvPr>
              <p:cNvSpPr/>
              <p:nvPr/>
            </p:nvSpPr>
            <p:spPr>
              <a:xfrm>
                <a:off x="11243021" y="3748627"/>
                <a:ext cx="64868" cy="665548"/>
              </a:xfrm>
              <a:custGeom>
                <a:avLst/>
                <a:gdLst>
                  <a:gd name="connsiteX0" fmla="*/ 102965 w 102965"/>
                  <a:gd name="connsiteY0" fmla="*/ 1056418 h 1056417"/>
                  <a:gd name="connsiteX1" fmla="*/ 0 w 102965"/>
                  <a:gd name="connsiteY1" fmla="*/ 1056418 h 1056417"/>
                  <a:gd name="connsiteX2" fmla="*/ 0 w 102965"/>
                  <a:gd name="connsiteY2" fmla="*/ 25337 h 1056417"/>
                  <a:gd name="connsiteX3" fmla="*/ 14383 w 102965"/>
                  <a:gd name="connsiteY3" fmla="*/ 0 h 1056417"/>
                  <a:gd name="connsiteX4" fmla="*/ 102965 w 102965"/>
                  <a:gd name="connsiteY4" fmla="*/ 0 h 1056417"/>
                  <a:gd name="connsiteX5" fmla="*/ 102965 w 102965"/>
                  <a:gd name="connsiteY5" fmla="*/ 1056418 h 105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965" h="1056417">
                    <a:moveTo>
                      <a:pt x="102965" y="1056418"/>
                    </a:moveTo>
                    <a:lnTo>
                      <a:pt x="0" y="1056418"/>
                    </a:lnTo>
                    <a:lnTo>
                      <a:pt x="0" y="25337"/>
                    </a:lnTo>
                    <a:lnTo>
                      <a:pt x="14383" y="0"/>
                    </a:lnTo>
                    <a:lnTo>
                      <a:pt x="102965" y="0"/>
                    </a:lnTo>
                    <a:lnTo>
                      <a:pt x="102965" y="1056418"/>
                    </a:lnTo>
                    <a:close/>
                  </a:path>
                </a:pathLst>
              </a:custGeom>
              <a:solidFill>
                <a:schemeClr val="tx1"/>
              </a:solidFill>
              <a:ln w="0" cap="flat">
                <a:noFill/>
                <a:prstDash val="solid"/>
                <a:miter/>
              </a:ln>
            </p:spPr>
            <p:txBody>
              <a:bodyPr rtlCol="0" anchor="ctr"/>
              <a:lstStyle/>
              <a:p>
                <a:endParaRPr lang="en-IN"/>
              </a:p>
            </p:txBody>
          </p:sp>
          <p:sp>
            <p:nvSpPr>
              <p:cNvPr id="1302" name="Freeform: Shape 1301">
                <a:extLst>
                  <a:ext uri="{FF2B5EF4-FFF2-40B4-BE49-F238E27FC236}">
                    <a16:creationId xmlns:a16="http://schemas.microsoft.com/office/drawing/2014/main" id="{558E9659-1419-AD20-C09D-C823B9EC5F53}"/>
                  </a:ext>
                </a:extLst>
              </p:cNvPr>
              <p:cNvSpPr/>
              <p:nvPr/>
            </p:nvSpPr>
            <p:spPr>
              <a:xfrm>
                <a:off x="11243021" y="3764589"/>
                <a:ext cx="54667" cy="649586"/>
              </a:xfrm>
              <a:custGeom>
                <a:avLst/>
                <a:gdLst>
                  <a:gd name="connsiteX0" fmla="*/ 0 w 86772"/>
                  <a:gd name="connsiteY0" fmla="*/ 0 h 1031081"/>
                  <a:gd name="connsiteX1" fmla="*/ 86773 w 86772"/>
                  <a:gd name="connsiteY1" fmla="*/ 0 h 1031081"/>
                  <a:gd name="connsiteX2" fmla="*/ 86773 w 86772"/>
                  <a:gd name="connsiteY2" fmla="*/ 1031081 h 1031081"/>
                  <a:gd name="connsiteX3" fmla="*/ 0 w 86772"/>
                  <a:gd name="connsiteY3" fmla="*/ 1031081 h 1031081"/>
                </a:gdLst>
                <a:ahLst/>
                <a:cxnLst>
                  <a:cxn ang="0">
                    <a:pos x="connsiteX0" y="connsiteY0"/>
                  </a:cxn>
                  <a:cxn ang="0">
                    <a:pos x="connsiteX1" y="connsiteY1"/>
                  </a:cxn>
                  <a:cxn ang="0">
                    <a:pos x="connsiteX2" y="connsiteY2"/>
                  </a:cxn>
                  <a:cxn ang="0">
                    <a:pos x="connsiteX3" y="connsiteY3"/>
                  </a:cxn>
                </a:cxnLst>
                <a:rect l="l" t="t" r="r" b="b"/>
                <a:pathLst>
                  <a:path w="86772" h="1031081">
                    <a:moveTo>
                      <a:pt x="0" y="0"/>
                    </a:moveTo>
                    <a:lnTo>
                      <a:pt x="86773" y="0"/>
                    </a:lnTo>
                    <a:lnTo>
                      <a:pt x="86773" y="1031081"/>
                    </a:lnTo>
                    <a:lnTo>
                      <a:pt x="0" y="1031081"/>
                    </a:lnTo>
                    <a:close/>
                  </a:path>
                </a:pathLst>
              </a:custGeom>
              <a:solidFill>
                <a:schemeClr val="bg1"/>
              </a:solidFill>
              <a:ln w="0" cap="flat">
                <a:noFill/>
                <a:prstDash val="solid"/>
                <a:miter/>
              </a:ln>
            </p:spPr>
            <p:txBody>
              <a:bodyPr rtlCol="0" anchor="ctr"/>
              <a:lstStyle/>
              <a:p>
                <a:endParaRPr lang="en-IN"/>
              </a:p>
            </p:txBody>
          </p:sp>
          <p:sp>
            <p:nvSpPr>
              <p:cNvPr id="1303" name="Freeform: Shape 1302">
                <a:extLst>
                  <a:ext uri="{FF2B5EF4-FFF2-40B4-BE49-F238E27FC236}">
                    <a16:creationId xmlns:a16="http://schemas.microsoft.com/office/drawing/2014/main" id="{FA414B2D-7F0C-C6DB-2CBC-69BA15437F67}"/>
                  </a:ext>
                </a:extLst>
              </p:cNvPr>
              <p:cNvSpPr/>
              <p:nvPr/>
            </p:nvSpPr>
            <p:spPr>
              <a:xfrm>
                <a:off x="11691281" y="3907768"/>
                <a:ext cx="64868" cy="506407"/>
              </a:xfrm>
              <a:custGeom>
                <a:avLst/>
                <a:gdLst>
                  <a:gd name="connsiteX0" fmla="*/ 86773 w 102965"/>
                  <a:gd name="connsiteY0" fmla="*/ 803815 h 803814"/>
                  <a:gd name="connsiteX1" fmla="*/ 102965 w 102965"/>
                  <a:gd name="connsiteY1" fmla="*/ 803815 h 803814"/>
                  <a:gd name="connsiteX2" fmla="*/ 102965 w 102965"/>
                  <a:gd name="connsiteY2" fmla="*/ 0 h 803814"/>
                  <a:gd name="connsiteX3" fmla="*/ 14288 w 102965"/>
                  <a:gd name="connsiteY3" fmla="*/ 0 h 803814"/>
                  <a:gd name="connsiteX4" fmla="*/ 0 w 102965"/>
                  <a:gd name="connsiteY4" fmla="*/ 20574 h 803814"/>
                  <a:gd name="connsiteX5" fmla="*/ 86773 w 102965"/>
                  <a:gd name="connsiteY5" fmla="*/ 20574 h 803814"/>
                  <a:gd name="connsiteX6" fmla="*/ 86773 w 102965"/>
                  <a:gd name="connsiteY6" fmla="*/ 803815 h 80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965" h="803814">
                    <a:moveTo>
                      <a:pt x="86773" y="803815"/>
                    </a:moveTo>
                    <a:lnTo>
                      <a:pt x="102965" y="803815"/>
                    </a:lnTo>
                    <a:lnTo>
                      <a:pt x="102965" y="0"/>
                    </a:lnTo>
                    <a:lnTo>
                      <a:pt x="14288" y="0"/>
                    </a:lnTo>
                    <a:lnTo>
                      <a:pt x="0" y="20574"/>
                    </a:lnTo>
                    <a:lnTo>
                      <a:pt x="86773" y="20574"/>
                    </a:lnTo>
                    <a:lnTo>
                      <a:pt x="86773" y="803815"/>
                    </a:lnTo>
                    <a:close/>
                  </a:path>
                </a:pathLst>
              </a:custGeom>
              <a:solidFill>
                <a:schemeClr val="tx1"/>
              </a:solidFill>
              <a:ln w="0" cap="flat">
                <a:noFill/>
                <a:prstDash val="solid"/>
                <a:miter/>
              </a:ln>
            </p:spPr>
            <p:txBody>
              <a:bodyPr rtlCol="0" anchor="ctr"/>
              <a:lstStyle/>
              <a:p>
                <a:endParaRPr lang="en-IN"/>
              </a:p>
            </p:txBody>
          </p:sp>
          <p:sp>
            <p:nvSpPr>
              <p:cNvPr id="1304" name="Freeform: Shape 1303">
                <a:extLst>
                  <a:ext uri="{FF2B5EF4-FFF2-40B4-BE49-F238E27FC236}">
                    <a16:creationId xmlns:a16="http://schemas.microsoft.com/office/drawing/2014/main" id="{09CAAB96-E84C-0ADA-D978-F2AD803ADAF4}"/>
                  </a:ext>
                </a:extLst>
              </p:cNvPr>
              <p:cNvSpPr/>
              <p:nvPr/>
            </p:nvSpPr>
            <p:spPr>
              <a:xfrm>
                <a:off x="11691281" y="3920730"/>
                <a:ext cx="54667" cy="493445"/>
              </a:xfrm>
              <a:custGeom>
                <a:avLst/>
                <a:gdLst>
                  <a:gd name="connsiteX0" fmla="*/ 0 w 86772"/>
                  <a:gd name="connsiteY0" fmla="*/ 0 h 783240"/>
                  <a:gd name="connsiteX1" fmla="*/ 86773 w 86772"/>
                  <a:gd name="connsiteY1" fmla="*/ 0 h 783240"/>
                  <a:gd name="connsiteX2" fmla="*/ 86773 w 86772"/>
                  <a:gd name="connsiteY2" fmla="*/ 783241 h 783240"/>
                  <a:gd name="connsiteX3" fmla="*/ 0 w 86772"/>
                  <a:gd name="connsiteY3" fmla="*/ 783241 h 783240"/>
                </a:gdLst>
                <a:ahLst/>
                <a:cxnLst>
                  <a:cxn ang="0">
                    <a:pos x="connsiteX0" y="connsiteY0"/>
                  </a:cxn>
                  <a:cxn ang="0">
                    <a:pos x="connsiteX1" y="connsiteY1"/>
                  </a:cxn>
                  <a:cxn ang="0">
                    <a:pos x="connsiteX2" y="connsiteY2"/>
                  </a:cxn>
                  <a:cxn ang="0">
                    <a:pos x="connsiteX3" y="connsiteY3"/>
                  </a:cxn>
                </a:cxnLst>
                <a:rect l="l" t="t" r="r" b="b"/>
                <a:pathLst>
                  <a:path w="86772" h="783240">
                    <a:moveTo>
                      <a:pt x="0" y="0"/>
                    </a:moveTo>
                    <a:lnTo>
                      <a:pt x="86773" y="0"/>
                    </a:lnTo>
                    <a:lnTo>
                      <a:pt x="86773" y="783241"/>
                    </a:lnTo>
                    <a:lnTo>
                      <a:pt x="0" y="783241"/>
                    </a:lnTo>
                    <a:close/>
                  </a:path>
                </a:pathLst>
              </a:custGeom>
              <a:solidFill>
                <a:schemeClr val="bg1"/>
              </a:solidFill>
              <a:ln w="0" cap="flat">
                <a:noFill/>
                <a:prstDash val="solid"/>
                <a:miter/>
              </a:ln>
            </p:spPr>
            <p:txBody>
              <a:bodyPr rtlCol="0" anchor="ctr"/>
              <a:lstStyle/>
              <a:p>
                <a:endParaRPr lang="en-IN"/>
              </a:p>
            </p:txBody>
          </p:sp>
        </p:grpSp>
        <p:grpSp>
          <p:nvGrpSpPr>
            <p:cNvPr id="1355" name="Group 1354">
              <a:extLst>
                <a:ext uri="{FF2B5EF4-FFF2-40B4-BE49-F238E27FC236}">
                  <a16:creationId xmlns:a16="http://schemas.microsoft.com/office/drawing/2014/main" id="{D1725036-9201-8463-B818-024BDBC9CF88}"/>
                </a:ext>
              </a:extLst>
            </p:cNvPr>
            <p:cNvGrpSpPr/>
            <p:nvPr/>
          </p:nvGrpSpPr>
          <p:grpSpPr>
            <a:xfrm>
              <a:off x="354881" y="5086673"/>
              <a:ext cx="1332861" cy="1589046"/>
              <a:chOff x="5655768" y="353317"/>
              <a:chExt cx="2377414" cy="2834369"/>
            </a:xfrm>
          </p:grpSpPr>
          <p:sp>
            <p:nvSpPr>
              <p:cNvPr id="1320" name="Freeform: Shape 1319">
                <a:extLst>
                  <a:ext uri="{FF2B5EF4-FFF2-40B4-BE49-F238E27FC236}">
                    <a16:creationId xmlns:a16="http://schemas.microsoft.com/office/drawing/2014/main" id="{9AE93480-7556-9AC8-880E-927CE2F07491}"/>
                  </a:ext>
                </a:extLst>
              </p:cNvPr>
              <p:cNvSpPr/>
              <p:nvPr/>
            </p:nvSpPr>
            <p:spPr>
              <a:xfrm>
                <a:off x="6743420" y="1646543"/>
                <a:ext cx="240995" cy="1541143"/>
              </a:xfrm>
              <a:custGeom>
                <a:avLst/>
                <a:gdLst>
                  <a:gd name="connsiteX0" fmla="*/ 240995 w 240995"/>
                  <a:gd name="connsiteY0" fmla="*/ 1541143 h 1541143"/>
                  <a:gd name="connsiteX1" fmla="*/ 0 w 240995"/>
                  <a:gd name="connsiteY1" fmla="*/ 1541143 h 1541143"/>
                  <a:gd name="connsiteX2" fmla="*/ 0 w 240995"/>
                  <a:gd name="connsiteY2" fmla="*/ 0 h 1541143"/>
                  <a:gd name="connsiteX3" fmla="*/ 240995 w 240995"/>
                  <a:gd name="connsiteY3" fmla="*/ 0 h 1541143"/>
                  <a:gd name="connsiteX4" fmla="*/ 240995 w 240995"/>
                  <a:gd name="connsiteY4" fmla="*/ 1541143 h 1541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95" h="1541143">
                    <a:moveTo>
                      <a:pt x="240995" y="1541143"/>
                    </a:moveTo>
                    <a:lnTo>
                      <a:pt x="0" y="1541143"/>
                    </a:lnTo>
                    <a:cubicBezTo>
                      <a:pt x="47664" y="917104"/>
                      <a:pt x="55215" y="405854"/>
                      <a:pt x="0" y="0"/>
                    </a:cubicBezTo>
                    <a:lnTo>
                      <a:pt x="240995" y="0"/>
                    </a:lnTo>
                    <a:cubicBezTo>
                      <a:pt x="198994" y="503856"/>
                      <a:pt x="198994" y="1017623"/>
                      <a:pt x="240995" y="1541143"/>
                    </a:cubicBezTo>
                    <a:close/>
                  </a:path>
                </a:pathLst>
              </a:custGeom>
              <a:solidFill>
                <a:schemeClr val="accent6"/>
              </a:solidFill>
              <a:ln w="0" cap="flat">
                <a:noFill/>
                <a:prstDash val="solid"/>
                <a:miter/>
              </a:ln>
            </p:spPr>
            <p:txBody>
              <a:bodyPr rtlCol="0" anchor="ctr"/>
              <a:lstStyle/>
              <a:p>
                <a:endParaRPr lang="en-IN"/>
              </a:p>
            </p:txBody>
          </p:sp>
          <p:sp>
            <p:nvSpPr>
              <p:cNvPr id="1321" name="Freeform: Shape 1320">
                <a:extLst>
                  <a:ext uri="{FF2B5EF4-FFF2-40B4-BE49-F238E27FC236}">
                    <a16:creationId xmlns:a16="http://schemas.microsoft.com/office/drawing/2014/main" id="{A940E50A-14D3-7E8B-364F-DEB975D73C16}"/>
                  </a:ext>
                </a:extLst>
              </p:cNvPr>
              <p:cNvSpPr/>
              <p:nvPr/>
            </p:nvSpPr>
            <p:spPr>
              <a:xfrm>
                <a:off x="6856642" y="1646385"/>
                <a:ext cx="127773" cy="1541143"/>
              </a:xfrm>
              <a:custGeom>
                <a:avLst/>
                <a:gdLst>
                  <a:gd name="connsiteX0" fmla="*/ 127773 w 127773"/>
                  <a:gd name="connsiteY0" fmla="*/ 0 h 1541143"/>
                  <a:gd name="connsiteX1" fmla="*/ 31501 w 127773"/>
                  <a:gd name="connsiteY1" fmla="*/ 0 h 1541143"/>
                  <a:gd name="connsiteX2" fmla="*/ 31501 w 127773"/>
                  <a:gd name="connsiteY2" fmla="*/ 1541143 h 1541143"/>
                  <a:gd name="connsiteX3" fmla="*/ 127773 w 127773"/>
                  <a:gd name="connsiteY3" fmla="*/ 1541143 h 1541143"/>
                  <a:gd name="connsiteX4" fmla="*/ 127773 w 127773"/>
                  <a:gd name="connsiteY4" fmla="*/ 0 h 1541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773" h="1541143">
                    <a:moveTo>
                      <a:pt x="127773" y="0"/>
                    </a:moveTo>
                    <a:lnTo>
                      <a:pt x="31501" y="0"/>
                    </a:lnTo>
                    <a:cubicBezTo>
                      <a:pt x="-10500" y="503857"/>
                      <a:pt x="-10500" y="1017623"/>
                      <a:pt x="31501" y="1541143"/>
                    </a:cubicBezTo>
                    <a:lnTo>
                      <a:pt x="127773" y="1541143"/>
                    </a:lnTo>
                    <a:cubicBezTo>
                      <a:pt x="85772" y="1017623"/>
                      <a:pt x="85772" y="503857"/>
                      <a:pt x="127773" y="0"/>
                    </a:cubicBezTo>
                    <a:close/>
                  </a:path>
                </a:pathLst>
              </a:custGeom>
              <a:solidFill>
                <a:schemeClr val="accent5"/>
              </a:solidFill>
              <a:ln w="0" cap="flat">
                <a:noFill/>
                <a:prstDash val="solid"/>
                <a:miter/>
              </a:ln>
            </p:spPr>
            <p:txBody>
              <a:bodyPr rtlCol="0" anchor="ctr"/>
              <a:lstStyle/>
              <a:p>
                <a:endParaRPr lang="en-IN"/>
              </a:p>
            </p:txBody>
          </p:sp>
          <p:sp>
            <p:nvSpPr>
              <p:cNvPr id="1322" name="Freeform: Shape 1321">
                <a:extLst>
                  <a:ext uri="{FF2B5EF4-FFF2-40B4-BE49-F238E27FC236}">
                    <a16:creationId xmlns:a16="http://schemas.microsoft.com/office/drawing/2014/main" id="{C574094B-6BA0-BE38-568B-5554EB0FEBC5}"/>
                  </a:ext>
                </a:extLst>
              </p:cNvPr>
              <p:cNvSpPr/>
              <p:nvPr/>
            </p:nvSpPr>
            <p:spPr>
              <a:xfrm>
                <a:off x="5655768" y="353317"/>
                <a:ext cx="2377414" cy="1448960"/>
              </a:xfrm>
              <a:custGeom>
                <a:avLst/>
                <a:gdLst>
                  <a:gd name="connsiteX0" fmla="*/ 2231279 w 2377414"/>
                  <a:gd name="connsiteY0" fmla="*/ 1422691 h 1448960"/>
                  <a:gd name="connsiteX1" fmla="*/ 98502 w 2377414"/>
                  <a:gd name="connsiteY1" fmla="*/ 1448961 h 1448960"/>
                  <a:gd name="connsiteX2" fmla="*/ 65624 w 2377414"/>
                  <a:gd name="connsiteY2" fmla="*/ 1276709 h 1448960"/>
                  <a:gd name="connsiteX3" fmla="*/ 51152 w 2377414"/>
                  <a:gd name="connsiteY3" fmla="*/ 1185156 h 1448960"/>
                  <a:gd name="connsiteX4" fmla="*/ 49894 w 2377414"/>
                  <a:gd name="connsiteY4" fmla="*/ 803213 h 1448960"/>
                  <a:gd name="connsiteX5" fmla="*/ 322036 w 2377414"/>
                  <a:gd name="connsiteY5" fmla="*/ 777414 h 1448960"/>
                  <a:gd name="connsiteX6" fmla="*/ 2701 w 2377414"/>
                  <a:gd name="connsiteY6" fmla="*/ 723773 h 1448960"/>
                  <a:gd name="connsiteX7" fmla="*/ 27 w 2377414"/>
                  <a:gd name="connsiteY7" fmla="*/ 613657 h 1448960"/>
                  <a:gd name="connsiteX8" fmla="*/ 27 w 2377414"/>
                  <a:gd name="connsiteY8" fmla="*/ 613657 h 1448960"/>
                  <a:gd name="connsiteX9" fmla="*/ 79625 w 2377414"/>
                  <a:gd name="connsiteY9" fmla="*/ 0 h 1448960"/>
                  <a:gd name="connsiteX10" fmla="*/ 2205009 w 2377414"/>
                  <a:gd name="connsiteY10" fmla="*/ 0 h 1448960"/>
                  <a:gd name="connsiteX11" fmla="*/ 2340765 w 2377414"/>
                  <a:gd name="connsiteY11" fmla="*/ 337897 h 1448960"/>
                  <a:gd name="connsiteX12" fmla="*/ 2349575 w 2377414"/>
                  <a:gd name="connsiteY12" fmla="*/ 450057 h 1448960"/>
                  <a:gd name="connsiteX13" fmla="*/ 2031341 w 2377414"/>
                  <a:gd name="connsiteY13" fmla="*/ 498823 h 1448960"/>
                  <a:gd name="connsiteX14" fmla="*/ 2312607 w 2377414"/>
                  <a:gd name="connsiteY14" fmla="*/ 539880 h 1448960"/>
                  <a:gd name="connsiteX15" fmla="*/ 2349575 w 2377414"/>
                  <a:gd name="connsiteY15" fmla="*/ 838135 h 1448960"/>
                  <a:gd name="connsiteX16" fmla="*/ 2347215 w 2377414"/>
                  <a:gd name="connsiteY16" fmla="*/ 943531 h 1448960"/>
                  <a:gd name="connsiteX17" fmla="*/ 1959766 w 2377414"/>
                  <a:gd name="connsiteY17" fmla="*/ 1003780 h 1448960"/>
                  <a:gd name="connsiteX18" fmla="*/ 1968733 w 2377414"/>
                  <a:gd name="connsiteY18" fmla="*/ 1004409 h 1448960"/>
                  <a:gd name="connsiteX19" fmla="*/ 1968890 w 2377414"/>
                  <a:gd name="connsiteY19" fmla="*/ 1004409 h 1448960"/>
                  <a:gd name="connsiteX20" fmla="*/ 2375530 w 2377414"/>
                  <a:gd name="connsiteY20" fmla="*/ 1028635 h 1448960"/>
                  <a:gd name="connsiteX21" fmla="*/ 2231122 w 2377414"/>
                  <a:gd name="connsiteY21" fmla="*/ 1422533 h 144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77414" h="1448960">
                    <a:moveTo>
                      <a:pt x="2231279" y="1422691"/>
                    </a:moveTo>
                    <a:cubicBezTo>
                      <a:pt x="1711377" y="1285204"/>
                      <a:pt x="406195" y="1364959"/>
                      <a:pt x="98502" y="1448961"/>
                    </a:cubicBezTo>
                    <a:cubicBezTo>
                      <a:pt x="98502" y="1448961"/>
                      <a:pt x="82456" y="1375341"/>
                      <a:pt x="65624" y="1276709"/>
                    </a:cubicBezTo>
                    <a:cubicBezTo>
                      <a:pt x="60748" y="1247922"/>
                      <a:pt x="55871" y="1216932"/>
                      <a:pt x="51152" y="1185156"/>
                    </a:cubicBezTo>
                    <a:cubicBezTo>
                      <a:pt x="29601" y="1035399"/>
                      <a:pt x="15600" y="865664"/>
                      <a:pt x="49894" y="803213"/>
                    </a:cubicBezTo>
                    <a:lnTo>
                      <a:pt x="322036" y="777414"/>
                    </a:lnTo>
                    <a:cubicBezTo>
                      <a:pt x="246213" y="763414"/>
                      <a:pt x="78681" y="737773"/>
                      <a:pt x="2701" y="723773"/>
                    </a:cubicBezTo>
                    <a:cubicBezTo>
                      <a:pt x="2701" y="723773"/>
                      <a:pt x="184" y="681142"/>
                      <a:pt x="27" y="613657"/>
                    </a:cubicBezTo>
                    <a:lnTo>
                      <a:pt x="27" y="613657"/>
                    </a:lnTo>
                    <a:cubicBezTo>
                      <a:pt x="-602" y="465159"/>
                      <a:pt x="9308" y="196477"/>
                      <a:pt x="79625" y="0"/>
                    </a:cubicBezTo>
                    <a:cubicBezTo>
                      <a:pt x="539907" y="114835"/>
                      <a:pt x="1866483" y="146768"/>
                      <a:pt x="2205009" y="0"/>
                    </a:cubicBezTo>
                    <a:cubicBezTo>
                      <a:pt x="2205009" y="0"/>
                      <a:pt x="2307574" y="183421"/>
                      <a:pt x="2340765" y="337897"/>
                    </a:cubicBezTo>
                    <a:cubicBezTo>
                      <a:pt x="2349575" y="378482"/>
                      <a:pt x="2353507" y="417337"/>
                      <a:pt x="2349575" y="450057"/>
                    </a:cubicBezTo>
                    <a:cubicBezTo>
                      <a:pt x="2298135" y="459653"/>
                      <a:pt x="2081680" y="489384"/>
                      <a:pt x="2031341" y="498823"/>
                    </a:cubicBezTo>
                    <a:cubicBezTo>
                      <a:pt x="2082938" y="505744"/>
                      <a:pt x="2260067" y="532801"/>
                      <a:pt x="2312607" y="539880"/>
                    </a:cubicBezTo>
                    <a:cubicBezTo>
                      <a:pt x="2319214" y="584083"/>
                      <a:pt x="2343440" y="726132"/>
                      <a:pt x="2349575" y="838135"/>
                    </a:cubicBezTo>
                    <a:cubicBezTo>
                      <a:pt x="2351934" y="879507"/>
                      <a:pt x="2351620" y="916789"/>
                      <a:pt x="2347215" y="943531"/>
                    </a:cubicBezTo>
                    <a:cubicBezTo>
                      <a:pt x="2205795" y="957532"/>
                      <a:pt x="2101343" y="989623"/>
                      <a:pt x="1959766" y="1003780"/>
                    </a:cubicBezTo>
                    <a:cubicBezTo>
                      <a:pt x="1962755" y="1003938"/>
                      <a:pt x="1965744" y="1004252"/>
                      <a:pt x="1968733" y="1004409"/>
                    </a:cubicBezTo>
                    <a:lnTo>
                      <a:pt x="1968890" y="1004409"/>
                    </a:lnTo>
                    <a:cubicBezTo>
                      <a:pt x="2112040" y="1014320"/>
                      <a:pt x="2231279" y="1018567"/>
                      <a:pt x="2375530" y="1028635"/>
                    </a:cubicBezTo>
                    <a:cubicBezTo>
                      <a:pt x="2390789" y="1128525"/>
                      <a:pt x="2310720" y="1367948"/>
                      <a:pt x="2231122" y="1422533"/>
                    </a:cubicBezTo>
                    <a:close/>
                  </a:path>
                </a:pathLst>
              </a:custGeom>
              <a:solidFill>
                <a:schemeClr val="accent6"/>
              </a:solidFill>
              <a:ln w="0" cap="flat">
                <a:noFill/>
                <a:prstDash val="solid"/>
                <a:miter/>
              </a:ln>
            </p:spPr>
            <p:txBody>
              <a:bodyPr rtlCol="0" anchor="ctr"/>
              <a:lstStyle/>
              <a:p>
                <a:endParaRPr lang="en-IN"/>
              </a:p>
            </p:txBody>
          </p:sp>
          <p:sp>
            <p:nvSpPr>
              <p:cNvPr id="1323" name="Freeform: Shape 1322">
                <a:extLst>
                  <a:ext uri="{FF2B5EF4-FFF2-40B4-BE49-F238E27FC236}">
                    <a16:creationId xmlns:a16="http://schemas.microsoft.com/office/drawing/2014/main" id="{78225F3D-9BAA-9D7E-FEB4-5A6094DF629B}"/>
                  </a:ext>
                </a:extLst>
              </p:cNvPr>
              <p:cNvSpPr/>
              <p:nvPr/>
            </p:nvSpPr>
            <p:spPr>
              <a:xfrm>
                <a:off x="7687266" y="691371"/>
                <a:ext cx="319758" cy="160925"/>
              </a:xfrm>
              <a:custGeom>
                <a:avLst/>
                <a:gdLst>
                  <a:gd name="connsiteX0" fmla="*/ 318233 w 319758"/>
                  <a:gd name="connsiteY0" fmla="*/ 112160 h 160925"/>
                  <a:gd name="connsiteX1" fmla="*/ 0 w 319758"/>
                  <a:gd name="connsiteY1" fmla="*/ 160926 h 160925"/>
                  <a:gd name="connsiteX2" fmla="*/ 309424 w 319758"/>
                  <a:gd name="connsiteY2" fmla="*/ 0 h 160925"/>
                  <a:gd name="connsiteX3" fmla="*/ 318233 w 319758"/>
                  <a:gd name="connsiteY3" fmla="*/ 112160 h 160925"/>
                </a:gdLst>
                <a:ahLst/>
                <a:cxnLst>
                  <a:cxn ang="0">
                    <a:pos x="connsiteX0" y="connsiteY0"/>
                  </a:cxn>
                  <a:cxn ang="0">
                    <a:pos x="connsiteX1" y="connsiteY1"/>
                  </a:cxn>
                  <a:cxn ang="0">
                    <a:pos x="connsiteX2" y="connsiteY2"/>
                  </a:cxn>
                  <a:cxn ang="0">
                    <a:pos x="connsiteX3" y="connsiteY3"/>
                  </a:cxn>
                </a:cxnLst>
                <a:rect l="l" t="t" r="r" b="b"/>
                <a:pathLst>
                  <a:path w="319758" h="160925">
                    <a:moveTo>
                      <a:pt x="318233" y="112160"/>
                    </a:moveTo>
                    <a:cubicBezTo>
                      <a:pt x="266794" y="121756"/>
                      <a:pt x="50338" y="151487"/>
                      <a:pt x="0" y="160926"/>
                    </a:cubicBezTo>
                    <a:lnTo>
                      <a:pt x="309424" y="0"/>
                    </a:lnTo>
                    <a:cubicBezTo>
                      <a:pt x="318233" y="40585"/>
                      <a:pt x="322166" y="79440"/>
                      <a:pt x="318233" y="112160"/>
                    </a:cubicBezTo>
                    <a:close/>
                  </a:path>
                </a:pathLst>
              </a:custGeom>
              <a:solidFill>
                <a:schemeClr val="accent5"/>
              </a:solidFill>
              <a:ln w="0" cap="flat">
                <a:noFill/>
                <a:prstDash val="solid"/>
                <a:miter/>
              </a:ln>
            </p:spPr>
            <p:txBody>
              <a:bodyPr rtlCol="0" anchor="ctr"/>
              <a:lstStyle/>
              <a:p>
                <a:endParaRPr lang="en-IN"/>
              </a:p>
            </p:txBody>
          </p:sp>
          <p:sp>
            <p:nvSpPr>
              <p:cNvPr id="1324" name="Freeform: Shape 1323">
                <a:extLst>
                  <a:ext uri="{FF2B5EF4-FFF2-40B4-BE49-F238E27FC236}">
                    <a16:creationId xmlns:a16="http://schemas.microsoft.com/office/drawing/2014/main" id="{9050ECAC-5A70-4E28-CCBD-AD2196D29B33}"/>
                  </a:ext>
                </a:extLst>
              </p:cNvPr>
              <p:cNvSpPr/>
              <p:nvPr/>
            </p:nvSpPr>
            <p:spPr>
              <a:xfrm>
                <a:off x="7179949" y="1191452"/>
                <a:ext cx="826850" cy="221803"/>
              </a:xfrm>
              <a:custGeom>
                <a:avLst/>
                <a:gdLst>
                  <a:gd name="connsiteX0" fmla="*/ 823191 w 826850"/>
                  <a:gd name="connsiteY0" fmla="*/ 105553 h 221803"/>
                  <a:gd name="connsiteX1" fmla="*/ 435742 w 826850"/>
                  <a:gd name="connsiteY1" fmla="*/ 165802 h 221803"/>
                  <a:gd name="connsiteX2" fmla="*/ 444709 w 826850"/>
                  <a:gd name="connsiteY2" fmla="*/ 166432 h 221803"/>
                  <a:gd name="connsiteX3" fmla="*/ 0 w 826850"/>
                  <a:gd name="connsiteY3" fmla="*/ 221804 h 221803"/>
                  <a:gd name="connsiteX4" fmla="*/ 825393 w 826850"/>
                  <a:gd name="connsiteY4" fmla="*/ 0 h 221803"/>
                  <a:gd name="connsiteX5" fmla="*/ 823034 w 826850"/>
                  <a:gd name="connsiteY5" fmla="*/ 105396 h 221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850" h="221803">
                    <a:moveTo>
                      <a:pt x="823191" y="105553"/>
                    </a:moveTo>
                    <a:cubicBezTo>
                      <a:pt x="681771" y="119554"/>
                      <a:pt x="577319" y="151645"/>
                      <a:pt x="435742" y="165802"/>
                    </a:cubicBezTo>
                    <a:cubicBezTo>
                      <a:pt x="438731" y="165960"/>
                      <a:pt x="441720" y="166274"/>
                      <a:pt x="444709" y="166432"/>
                    </a:cubicBezTo>
                    <a:lnTo>
                      <a:pt x="0" y="221804"/>
                    </a:lnTo>
                    <a:cubicBezTo>
                      <a:pt x="0" y="221804"/>
                      <a:pt x="603432" y="47664"/>
                      <a:pt x="825393" y="0"/>
                    </a:cubicBezTo>
                    <a:cubicBezTo>
                      <a:pt x="827753" y="41372"/>
                      <a:pt x="827439" y="78654"/>
                      <a:pt x="823034" y="105396"/>
                    </a:cubicBezTo>
                    <a:close/>
                  </a:path>
                </a:pathLst>
              </a:custGeom>
              <a:solidFill>
                <a:schemeClr val="accent5"/>
              </a:solidFill>
              <a:ln w="0" cap="flat">
                <a:noFill/>
                <a:prstDash val="solid"/>
                <a:miter/>
              </a:ln>
            </p:spPr>
            <p:txBody>
              <a:bodyPr rtlCol="0" anchor="ctr"/>
              <a:lstStyle/>
              <a:p>
                <a:endParaRPr lang="en-IN"/>
              </a:p>
            </p:txBody>
          </p:sp>
          <p:sp>
            <p:nvSpPr>
              <p:cNvPr id="1325" name="Freeform: Shape 1324">
                <a:extLst>
                  <a:ext uri="{FF2B5EF4-FFF2-40B4-BE49-F238E27FC236}">
                    <a16:creationId xmlns:a16="http://schemas.microsoft.com/office/drawing/2014/main" id="{4F5301F9-A694-0A48-FCAC-3D130014573A}"/>
                  </a:ext>
                </a:extLst>
              </p:cNvPr>
              <p:cNvSpPr/>
              <p:nvPr/>
            </p:nvSpPr>
            <p:spPr>
              <a:xfrm>
                <a:off x="5655795" y="967131"/>
                <a:ext cx="566936" cy="163757"/>
              </a:xfrm>
              <a:custGeom>
                <a:avLst/>
                <a:gdLst>
                  <a:gd name="connsiteX0" fmla="*/ 566937 w 566936"/>
                  <a:gd name="connsiteY0" fmla="*/ 132296 h 163757"/>
                  <a:gd name="connsiteX1" fmla="*/ 322166 w 566936"/>
                  <a:gd name="connsiteY1" fmla="*/ 163757 h 163757"/>
                  <a:gd name="connsiteX2" fmla="*/ 2832 w 566936"/>
                  <a:gd name="connsiteY2" fmla="*/ 110115 h 163757"/>
                  <a:gd name="connsiteX3" fmla="*/ 157 w 566936"/>
                  <a:gd name="connsiteY3" fmla="*/ 0 h 163757"/>
                  <a:gd name="connsiteX4" fmla="*/ 0 w 566936"/>
                  <a:gd name="connsiteY4" fmla="*/ 0 h 163757"/>
                  <a:gd name="connsiteX5" fmla="*/ 566937 w 566936"/>
                  <a:gd name="connsiteY5" fmla="*/ 132296 h 16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6936" h="163757">
                    <a:moveTo>
                      <a:pt x="566937" y="132296"/>
                    </a:moveTo>
                    <a:lnTo>
                      <a:pt x="322166" y="163757"/>
                    </a:lnTo>
                    <a:cubicBezTo>
                      <a:pt x="246344" y="149757"/>
                      <a:pt x="78811" y="124116"/>
                      <a:pt x="2832" y="110115"/>
                    </a:cubicBezTo>
                    <a:cubicBezTo>
                      <a:pt x="2832" y="110115"/>
                      <a:pt x="315" y="67485"/>
                      <a:pt x="157" y="0"/>
                    </a:cubicBezTo>
                    <a:lnTo>
                      <a:pt x="0" y="0"/>
                    </a:lnTo>
                    <a:cubicBezTo>
                      <a:pt x="0" y="0"/>
                      <a:pt x="566937" y="132296"/>
                      <a:pt x="566937" y="132296"/>
                    </a:cubicBezTo>
                    <a:close/>
                  </a:path>
                </a:pathLst>
              </a:custGeom>
              <a:solidFill>
                <a:schemeClr val="accent5"/>
              </a:solidFill>
              <a:ln w="0" cap="flat">
                <a:noFill/>
                <a:prstDash val="solid"/>
                <a:miter/>
              </a:ln>
            </p:spPr>
            <p:txBody>
              <a:bodyPr rtlCol="0" anchor="ctr"/>
              <a:lstStyle/>
              <a:p>
                <a:endParaRPr lang="en-IN"/>
              </a:p>
            </p:txBody>
          </p:sp>
          <p:sp>
            <p:nvSpPr>
              <p:cNvPr id="1326" name="Freeform: Shape 1325">
                <a:extLst>
                  <a:ext uri="{FF2B5EF4-FFF2-40B4-BE49-F238E27FC236}">
                    <a16:creationId xmlns:a16="http://schemas.microsoft.com/office/drawing/2014/main" id="{8AB92ACA-0DDF-A154-1638-242A42F331C0}"/>
                  </a:ext>
                </a:extLst>
              </p:cNvPr>
              <p:cNvSpPr/>
              <p:nvPr/>
            </p:nvSpPr>
            <p:spPr>
              <a:xfrm>
                <a:off x="5707077" y="1538472"/>
                <a:ext cx="853708" cy="91553"/>
              </a:xfrm>
              <a:custGeom>
                <a:avLst/>
                <a:gdLst>
                  <a:gd name="connsiteX0" fmla="*/ 853709 w 853708"/>
                  <a:gd name="connsiteY0" fmla="*/ 10697 h 91553"/>
                  <a:gd name="connsiteX1" fmla="*/ 14472 w 853708"/>
                  <a:gd name="connsiteY1" fmla="*/ 91553 h 91553"/>
                  <a:gd name="connsiteX2" fmla="*/ 0 w 853708"/>
                  <a:gd name="connsiteY2" fmla="*/ 0 h 91553"/>
                  <a:gd name="connsiteX3" fmla="*/ 0 w 853708"/>
                  <a:gd name="connsiteY3" fmla="*/ 0 h 91553"/>
                  <a:gd name="connsiteX4" fmla="*/ 853552 w 853708"/>
                  <a:gd name="connsiteY4" fmla="*/ 10540 h 91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708" h="91553">
                    <a:moveTo>
                      <a:pt x="853709" y="10697"/>
                    </a:moveTo>
                    <a:lnTo>
                      <a:pt x="14472" y="91553"/>
                    </a:lnTo>
                    <a:cubicBezTo>
                      <a:pt x="9596" y="62766"/>
                      <a:pt x="4719" y="31776"/>
                      <a:pt x="0" y="0"/>
                    </a:cubicBezTo>
                    <a:lnTo>
                      <a:pt x="0" y="0"/>
                    </a:lnTo>
                    <a:cubicBezTo>
                      <a:pt x="0" y="0"/>
                      <a:pt x="853552" y="10540"/>
                      <a:pt x="853552" y="10540"/>
                    </a:cubicBezTo>
                    <a:close/>
                  </a:path>
                </a:pathLst>
              </a:custGeom>
              <a:solidFill>
                <a:schemeClr val="accent5"/>
              </a:solidFill>
              <a:ln w="0" cap="flat">
                <a:noFill/>
                <a:prstDash val="solid"/>
                <a:miter/>
              </a:ln>
            </p:spPr>
            <p:txBody>
              <a:bodyPr rtlCol="0" anchor="ctr"/>
              <a:lstStyle/>
              <a:p>
                <a:endParaRPr lang="en-IN"/>
              </a:p>
            </p:txBody>
          </p:sp>
          <p:sp>
            <p:nvSpPr>
              <p:cNvPr id="1327" name="Freeform: Shape 1326">
                <a:extLst>
                  <a:ext uri="{FF2B5EF4-FFF2-40B4-BE49-F238E27FC236}">
                    <a16:creationId xmlns:a16="http://schemas.microsoft.com/office/drawing/2014/main" id="{F0E254F0-B4B4-A0C1-C7A2-20D2B7502F5C}"/>
                  </a:ext>
                </a:extLst>
              </p:cNvPr>
              <p:cNvSpPr/>
              <p:nvPr/>
            </p:nvSpPr>
            <p:spPr>
              <a:xfrm>
                <a:off x="5813574" y="545389"/>
                <a:ext cx="943059" cy="77825"/>
              </a:xfrm>
              <a:custGeom>
                <a:avLst/>
                <a:gdLst>
                  <a:gd name="connsiteX0" fmla="*/ 348594 w 943059"/>
                  <a:gd name="connsiteY0" fmla="*/ 5663 h 77825"/>
                  <a:gd name="connsiteX1" fmla="*/ 0 w 943059"/>
                  <a:gd name="connsiteY1" fmla="*/ 0 h 77825"/>
                  <a:gd name="connsiteX2" fmla="*/ 12270 w 943059"/>
                  <a:gd name="connsiteY2" fmla="*/ 2045 h 77825"/>
                  <a:gd name="connsiteX3" fmla="*/ 943060 w 943059"/>
                  <a:gd name="connsiteY3" fmla="*/ 68114 h 77825"/>
                  <a:gd name="connsiteX4" fmla="*/ 348594 w 943059"/>
                  <a:gd name="connsiteY4" fmla="*/ 5663 h 77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059" h="77825">
                    <a:moveTo>
                      <a:pt x="348594" y="5663"/>
                    </a:moveTo>
                    <a:lnTo>
                      <a:pt x="0" y="0"/>
                    </a:lnTo>
                    <a:cubicBezTo>
                      <a:pt x="0" y="0"/>
                      <a:pt x="4247" y="787"/>
                      <a:pt x="12270" y="2045"/>
                    </a:cubicBezTo>
                    <a:cubicBezTo>
                      <a:pt x="102565" y="16989"/>
                      <a:pt x="668872" y="107127"/>
                      <a:pt x="943060" y="68114"/>
                    </a:cubicBezTo>
                    <a:lnTo>
                      <a:pt x="348594" y="5663"/>
                    </a:lnTo>
                    <a:close/>
                  </a:path>
                </a:pathLst>
              </a:custGeom>
              <a:solidFill>
                <a:schemeClr val="accent5"/>
              </a:solidFill>
              <a:ln w="0" cap="flat">
                <a:noFill/>
                <a:prstDash val="solid"/>
                <a:miter/>
              </a:ln>
            </p:spPr>
            <p:txBody>
              <a:bodyPr rtlCol="0" anchor="ctr"/>
              <a:lstStyle/>
              <a:p>
                <a:endParaRPr lang="en-IN"/>
              </a:p>
            </p:txBody>
          </p:sp>
          <p:sp>
            <p:nvSpPr>
              <p:cNvPr id="1328" name="Freeform: Shape 1327">
                <a:extLst>
                  <a:ext uri="{FF2B5EF4-FFF2-40B4-BE49-F238E27FC236}">
                    <a16:creationId xmlns:a16="http://schemas.microsoft.com/office/drawing/2014/main" id="{94E557F7-AA54-4315-5038-106104C74F20}"/>
                  </a:ext>
                </a:extLst>
              </p:cNvPr>
              <p:cNvSpPr/>
              <p:nvPr/>
            </p:nvSpPr>
            <p:spPr>
              <a:xfrm>
                <a:off x="7154779" y="1584249"/>
                <a:ext cx="713233" cy="45933"/>
              </a:xfrm>
              <a:custGeom>
                <a:avLst/>
                <a:gdLst>
                  <a:gd name="connsiteX0" fmla="*/ 713233 w 713233"/>
                  <a:gd name="connsiteY0" fmla="*/ 0 h 45933"/>
                  <a:gd name="connsiteX1" fmla="*/ 0 w 713233"/>
                  <a:gd name="connsiteY1" fmla="*/ 0 h 45933"/>
                  <a:gd name="connsiteX2" fmla="*/ 532329 w 713233"/>
                  <a:gd name="connsiteY2" fmla="*/ 45934 h 45933"/>
                  <a:gd name="connsiteX3" fmla="*/ 713233 w 713233"/>
                  <a:gd name="connsiteY3" fmla="*/ 0 h 45933"/>
                </a:gdLst>
                <a:ahLst/>
                <a:cxnLst>
                  <a:cxn ang="0">
                    <a:pos x="connsiteX0" y="connsiteY0"/>
                  </a:cxn>
                  <a:cxn ang="0">
                    <a:pos x="connsiteX1" y="connsiteY1"/>
                  </a:cxn>
                  <a:cxn ang="0">
                    <a:pos x="connsiteX2" y="connsiteY2"/>
                  </a:cxn>
                  <a:cxn ang="0">
                    <a:pos x="connsiteX3" y="connsiteY3"/>
                  </a:cxn>
                </a:cxnLst>
                <a:rect l="l" t="t" r="r" b="b"/>
                <a:pathLst>
                  <a:path w="713233" h="45933">
                    <a:moveTo>
                      <a:pt x="713233" y="0"/>
                    </a:moveTo>
                    <a:lnTo>
                      <a:pt x="0" y="0"/>
                    </a:lnTo>
                    <a:lnTo>
                      <a:pt x="532329" y="45934"/>
                    </a:lnTo>
                    <a:lnTo>
                      <a:pt x="713233" y="0"/>
                    </a:lnTo>
                    <a:close/>
                  </a:path>
                </a:pathLst>
              </a:custGeom>
              <a:solidFill>
                <a:schemeClr val="accent5"/>
              </a:solidFill>
              <a:ln w="0" cap="flat">
                <a:noFill/>
                <a:prstDash val="solid"/>
                <a:miter/>
              </a:ln>
            </p:spPr>
            <p:txBody>
              <a:bodyPr rtlCol="0" anchor="ctr"/>
              <a:lstStyle/>
              <a:p>
                <a:endParaRPr lang="en-IN"/>
              </a:p>
            </p:txBody>
          </p:sp>
          <p:grpSp>
            <p:nvGrpSpPr>
              <p:cNvPr id="1354" name="Group 1353">
                <a:extLst>
                  <a:ext uri="{FF2B5EF4-FFF2-40B4-BE49-F238E27FC236}">
                    <a16:creationId xmlns:a16="http://schemas.microsoft.com/office/drawing/2014/main" id="{CC3D30D4-BCF1-A211-9F5F-4C29D852ED3E}"/>
                  </a:ext>
                </a:extLst>
              </p:cNvPr>
              <p:cNvGrpSpPr/>
              <p:nvPr/>
            </p:nvGrpSpPr>
            <p:grpSpPr>
              <a:xfrm>
                <a:off x="6155642" y="671332"/>
                <a:ext cx="1240089" cy="778751"/>
                <a:chOff x="6155642" y="671332"/>
                <a:chExt cx="1240089" cy="778751"/>
              </a:xfrm>
              <a:solidFill>
                <a:schemeClr val="bg1"/>
              </a:solidFill>
            </p:grpSpPr>
            <p:sp>
              <p:nvSpPr>
                <p:cNvPr id="1343" name="Freeform: Shape 1342">
                  <a:extLst>
                    <a:ext uri="{FF2B5EF4-FFF2-40B4-BE49-F238E27FC236}">
                      <a16:creationId xmlns:a16="http://schemas.microsoft.com/office/drawing/2014/main" id="{DB44FD11-255F-3745-7A7E-D81249839EDE}"/>
                    </a:ext>
                  </a:extLst>
                </p:cNvPr>
                <p:cNvSpPr/>
                <p:nvPr/>
              </p:nvSpPr>
              <p:spPr>
                <a:xfrm>
                  <a:off x="6155642" y="679730"/>
                  <a:ext cx="225610" cy="339236"/>
                </a:xfrm>
                <a:custGeom>
                  <a:avLst/>
                  <a:gdLst>
                    <a:gd name="connsiteX0" fmla="*/ 50257 w 225610"/>
                    <a:gd name="connsiteY0" fmla="*/ 6135 h 339236"/>
                    <a:gd name="connsiteX1" fmla="*/ 77000 w 225610"/>
                    <a:gd name="connsiteY1" fmla="*/ 2360 h 339236"/>
                    <a:gd name="connsiteX2" fmla="*/ 111450 w 225610"/>
                    <a:gd name="connsiteY2" fmla="*/ 0 h 339236"/>
                    <a:gd name="connsiteX3" fmla="*/ 129698 w 225610"/>
                    <a:gd name="connsiteY3" fmla="*/ 2360 h 339236"/>
                    <a:gd name="connsiteX4" fmla="*/ 138822 w 225610"/>
                    <a:gd name="connsiteY4" fmla="*/ 4719 h 339236"/>
                    <a:gd name="connsiteX5" fmla="*/ 176104 w 225610"/>
                    <a:gd name="connsiteY5" fmla="*/ 20450 h 339236"/>
                    <a:gd name="connsiteX6" fmla="*/ 185699 w 225610"/>
                    <a:gd name="connsiteY6" fmla="*/ 27214 h 339236"/>
                    <a:gd name="connsiteX7" fmla="*/ 203947 w 225610"/>
                    <a:gd name="connsiteY7" fmla="*/ 49237 h 339236"/>
                    <a:gd name="connsiteX8" fmla="*/ 206778 w 225610"/>
                    <a:gd name="connsiteY8" fmla="*/ 54271 h 339236"/>
                    <a:gd name="connsiteX9" fmla="*/ 211970 w 225610"/>
                    <a:gd name="connsiteY9" fmla="*/ 63552 h 339236"/>
                    <a:gd name="connsiteX10" fmla="*/ 213385 w 225610"/>
                    <a:gd name="connsiteY10" fmla="*/ 67328 h 339236"/>
                    <a:gd name="connsiteX11" fmla="*/ 219206 w 225610"/>
                    <a:gd name="connsiteY11" fmla="*/ 79755 h 339236"/>
                    <a:gd name="connsiteX12" fmla="*/ 223925 w 225610"/>
                    <a:gd name="connsiteY12" fmla="*/ 92182 h 339236"/>
                    <a:gd name="connsiteX13" fmla="*/ 225341 w 225610"/>
                    <a:gd name="connsiteY13" fmla="*/ 106497 h 339236"/>
                    <a:gd name="connsiteX14" fmla="*/ 224397 w 225610"/>
                    <a:gd name="connsiteY14" fmla="*/ 117509 h 339236"/>
                    <a:gd name="connsiteX15" fmla="*/ 212442 w 225610"/>
                    <a:gd name="connsiteY15" fmla="*/ 151487 h 339236"/>
                    <a:gd name="connsiteX16" fmla="*/ 206149 w 225610"/>
                    <a:gd name="connsiteY16" fmla="*/ 162971 h 339236"/>
                    <a:gd name="connsiteX17" fmla="*/ 195610 w 225610"/>
                    <a:gd name="connsiteY17" fmla="*/ 178230 h 339236"/>
                    <a:gd name="connsiteX18" fmla="*/ 189317 w 225610"/>
                    <a:gd name="connsiteY18" fmla="*/ 183893 h 339236"/>
                    <a:gd name="connsiteX19" fmla="*/ 147159 w 225610"/>
                    <a:gd name="connsiteY19" fmla="*/ 213624 h 339236"/>
                    <a:gd name="connsiteX20" fmla="*/ 144327 w 225610"/>
                    <a:gd name="connsiteY20" fmla="*/ 214568 h 339236"/>
                    <a:gd name="connsiteX21" fmla="*/ 132844 w 225610"/>
                    <a:gd name="connsiteY21" fmla="*/ 218343 h 339236"/>
                    <a:gd name="connsiteX22" fmla="*/ 114124 w 225610"/>
                    <a:gd name="connsiteY22" fmla="*/ 223062 h 339236"/>
                    <a:gd name="connsiteX23" fmla="*/ 117428 w 225610"/>
                    <a:gd name="connsiteY23" fmla="*/ 287244 h 339236"/>
                    <a:gd name="connsiteX24" fmla="*/ 120259 w 225610"/>
                    <a:gd name="connsiteY24" fmla="*/ 306435 h 339236"/>
                    <a:gd name="connsiteX25" fmla="*/ 118372 w 225610"/>
                    <a:gd name="connsiteY25" fmla="*/ 327672 h 339236"/>
                    <a:gd name="connsiteX26" fmla="*/ 112079 w 225610"/>
                    <a:gd name="connsiteY26" fmla="*/ 335852 h 339236"/>
                    <a:gd name="connsiteX27" fmla="*/ 97292 w 225610"/>
                    <a:gd name="connsiteY27" fmla="*/ 338998 h 339236"/>
                    <a:gd name="connsiteX28" fmla="*/ 87225 w 225610"/>
                    <a:gd name="connsiteY28" fmla="*/ 337268 h 339236"/>
                    <a:gd name="connsiteX29" fmla="*/ 75741 w 225610"/>
                    <a:gd name="connsiteY29" fmla="*/ 329402 h 339236"/>
                    <a:gd name="connsiteX30" fmla="*/ 72910 w 225610"/>
                    <a:gd name="connsiteY30" fmla="*/ 314143 h 339236"/>
                    <a:gd name="connsiteX31" fmla="*/ 70078 w 225610"/>
                    <a:gd name="connsiteY31" fmla="*/ 305020 h 339236"/>
                    <a:gd name="connsiteX32" fmla="*/ 64887 w 225610"/>
                    <a:gd name="connsiteY32" fmla="*/ 291648 h 339236"/>
                    <a:gd name="connsiteX33" fmla="*/ 61583 w 225610"/>
                    <a:gd name="connsiteY33" fmla="*/ 246187 h 339236"/>
                    <a:gd name="connsiteX34" fmla="*/ 61112 w 225610"/>
                    <a:gd name="connsiteY34" fmla="*/ 230928 h 339236"/>
                    <a:gd name="connsiteX35" fmla="*/ 27605 w 225610"/>
                    <a:gd name="connsiteY35" fmla="*/ 215669 h 339236"/>
                    <a:gd name="connsiteX36" fmla="*/ 25717 w 225610"/>
                    <a:gd name="connsiteY36" fmla="*/ 203713 h 339236"/>
                    <a:gd name="connsiteX37" fmla="*/ 28077 w 225610"/>
                    <a:gd name="connsiteY37" fmla="*/ 197421 h 339236"/>
                    <a:gd name="connsiteX38" fmla="*/ 50100 w 225610"/>
                    <a:gd name="connsiteY38" fmla="*/ 188297 h 339236"/>
                    <a:gd name="connsiteX39" fmla="*/ 60168 w 225610"/>
                    <a:gd name="connsiteY39" fmla="*/ 188297 h 339236"/>
                    <a:gd name="connsiteX40" fmla="*/ 59224 w 225610"/>
                    <a:gd name="connsiteY40" fmla="*/ 181533 h 339236"/>
                    <a:gd name="connsiteX41" fmla="*/ 57336 w 225610"/>
                    <a:gd name="connsiteY41" fmla="*/ 161398 h 339236"/>
                    <a:gd name="connsiteX42" fmla="*/ 57336 w 225610"/>
                    <a:gd name="connsiteY42" fmla="*/ 152746 h 339236"/>
                    <a:gd name="connsiteX43" fmla="*/ 56864 w 225610"/>
                    <a:gd name="connsiteY43" fmla="*/ 146453 h 339236"/>
                    <a:gd name="connsiteX44" fmla="*/ 56392 w 225610"/>
                    <a:gd name="connsiteY44" fmla="*/ 136858 h 339236"/>
                    <a:gd name="connsiteX45" fmla="*/ 56392 w 225610"/>
                    <a:gd name="connsiteY45" fmla="*/ 134026 h 339236"/>
                    <a:gd name="connsiteX46" fmla="*/ 55449 w 225610"/>
                    <a:gd name="connsiteY46" fmla="*/ 122071 h 339236"/>
                    <a:gd name="connsiteX47" fmla="*/ 55449 w 225610"/>
                    <a:gd name="connsiteY47" fmla="*/ 112947 h 339236"/>
                    <a:gd name="connsiteX48" fmla="*/ 54977 w 225610"/>
                    <a:gd name="connsiteY48" fmla="*/ 108228 h 339236"/>
                    <a:gd name="connsiteX49" fmla="*/ 51201 w 225610"/>
                    <a:gd name="connsiteY49" fmla="*/ 65125 h 339236"/>
                    <a:gd name="connsiteX50" fmla="*/ 30122 w 225610"/>
                    <a:gd name="connsiteY50" fmla="*/ 74878 h 339236"/>
                    <a:gd name="connsiteX51" fmla="*/ 12346 w 225610"/>
                    <a:gd name="connsiteY51" fmla="*/ 67957 h 339236"/>
                    <a:gd name="connsiteX52" fmla="*/ 6526 w 225610"/>
                    <a:gd name="connsiteY52" fmla="*/ 58361 h 339236"/>
                    <a:gd name="connsiteX53" fmla="*/ 705 w 225610"/>
                    <a:gd name="connsiteY53" fmla="*/ 38698 h 339236"/>
                    <a:gd name="connsiteX54" fmla="*/ 8414 w 225610"/>
                    <a:gd name="connsiteY54" fmla="*/ 26742 h 339236"/>
                    <a:gd name="connsiteX55" fmla="*/ 19897 w 225610"/>
                    <a:gd name="connsiteY55" fmla="*/ 18090 h 339236"/>
                    <a:gd name="connsiteX56" fmla="*/ 50100 w 225610"/>
                    <a:gd name="connsiteY56" fmla="*/ 5663 h 339236"/>
                    <a:gd name="connsiteX57" fmla="*/ 149361 w 225610"/>
                    <a:gd name="connsiteY57" fmla="*/ 61193 h 339236"/>
                    <a:gd name="connsiteX58" fmla="*/ 101068 w 225610"/>
                    <a:gd name="connsiteY58" fmla="*/ 53957 h 339236"/>
                    <a:gd name="connsiteX59" fmla="*/ 103899 w 225610"/>
                    <a:gd name="connsiteY59" fmla="*/ 83688 h 339236"/>
                    <a:gd name="connsiteX60" fmla="*/ 110664 w 225610"/>
                    <a:gd name="connsiteY60" fmla="*/ 180432 h 339236"/>
                    <a:gd name="connsiteX61" fmla="*/ 116484 w 225610"/>
                    <a:gd name="connsiteY61" fmla="*/ 178072 h 339236"/>
                    <a:gd name="connsiteX62" fmla="*/ 124664 w 225610"/>
                    <a:gd name="connsiteY62" fmla="*/ 175241 h 339236"/>
                    <a:gd name="connsiteX63" fmla="*/ 136619 w 225610"/>
                    <a:gd name="connsiteY63" fmla="*/ 166589 h 339236"/>
                    <a:gd name="connsiteX64" fmla="*/ 158642 w 225610"/>
                    <a:gd name="connsiteY64" fmla="*/ 146453 h 339236"/>
                    <a:gd name="connsiteX65" fmla="*/ 174373 w 225610"/>
                    <a:gd name="connsiteY65" fmla="*/ 128206 h 339236"/>
                    <a:gd name="connsiteX66" fmla="*/ 179092 w 225610"/>
                    <a:gd name="connsiteY66" fmla="*/ 117352 h 339236"/>
                    <a:gd name="connsiteX67" fmla="*/ 183340 w 225610"/>
                    <a:gd name="connsiteY67" fmla="*/ 100362 h 339236"/>
                    <a:gd name="connsiteX68" fmla="*/ 180508 w 225610"/>
                    <a:gd name="connsiteY68" fmla="*/ 84632 h 339236"/>
                    <a:gd name="connsiteX69" fmla="*/ 174688 w 225610"/>
                    <a:gd name="connsiteY69" fmla="*/ 72676 h 339236"/>
                    <a:gd name="connsiteX70" fmla="*/ 163204 w 225610"/>
                    <a:gd name="connsiteY70" fmla="*/ 65440 h 339236"/>
                    <a:gd name="connsiteX71" fmla="*/ 149361 w 225610"/>
                    <a:gd name="connsiteY71" fmla="*/ 61193 h 33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25610" h="339236">
                      <a:moveTo>
                        <a:pt x="50257" y="6135"/>
                      </a:moveTo>
                      <a:lnTo>
                        <a:pt x="77000" y="2360"/>
                      </a:lnTo>
                      <a:lnTo>
                        <a:pt x="111450" y="0"/>
                      </a:lnTo>
                      <a:lnTo>
                        <a:pt x="129698" y="2360"/>
                      </a:lnTo>
                      <a:cubicBezTo>
                        <a:pt x="130956" y="3618"/>
                        <a:pt x="133945" y="4405"/>
                        <a:pt x="138822" y="4719"/>
                      </a:cubicBezTo>
                      <a:cubicBezTo>
                        <a:pt x="148103" y="4405"/>
                        <a:pt x="160530" y="9596"/>
                        <a:pt x="176104" y="20450"/>
                      </a:cubicBezTo>
                      <a:cubicBezTo>
                        <a:pt x="179879" y="21708"/>
                        <a:pt x="183182" y="23911"/>
                        <a:pt x="185699" y="27214"/>
                      </a:cubicBezTo>
                      <a:lnTo>
                        <a:pt x="203947" y="49237"/>
                      </a:lnTo>
                      <a:cubicBezTo>
                        <a:pt x="203947" y="49237"/>
                        <a:pt x="205520" y="51597"/>
                        <a:pt x="206778" y="54271"/>
                      </a:cubicBezTo>
                      <a:cubicBezTo>
                        <a:pt x="208037" y="56945"/>
                        <a:pt x="209767" y="60092"/>
                        <a:pt x="211970" y="63552"/>
                      </a:cubicBezTo>
                      <a:cubicBezTo>
                        <a:pt x="211340" y="63552"/>
                        <a:pt x="211812" y="64811"/>
                        <a:pt x="213385" y="67328"/>
                      </a:cubicBezTo>
                      <a:cubicBezTo>
                        <a:pt x="217475" y="74407"/>
                        <a:pt x="219520" y="78497"/>
                        <a:pt x="219206" y="79755"/>
                      </a:cubicBezTo>
                      <a:cubicBezTo>
                        <a:pt x="220779" y="81013"/>
                        <a:pt x="222352" y="85103"/>
                        <a:pt x="223925" y="92182"/>
                      </a:cubicBezTo>
                      <a:cubicBezTo>
                        <a:pt x="225498" y="99261"/>
                        <a:pt x="225970" y="103980"/>
                        <a:pt x="225341" y="106497"/>
                      </a:cubicBezTo>
                      <a:cubicBezTo>
                        <a:pt x="225655" y="106812"/>
                        <a:pt x="225341" y="110430"/>
                        <a:pt x="224397" y="117509"/>
                      </a:cubicBezTo>
                      <a:cubicBezTo>
                        <a:pt x="222195" y="132768"/>
                        <a:pt x="218105" y="144094"/>
                        <a:pt x="212442" y="151487"/>
                      </a:cubicBezTo>
                      <a:lnTo>
                        <a:pt x="206149" y="162971"/>
                      </a:lnTo>
                      <a:lnTo>
                        <a:pt x="195610" y="178230"/>
                      </a:lnTo>
                      <a:lnTo>
                        <a:pt x="189317" y="183893"/>
                      </a:lnTo>
                      <a:cubicBezTo>
                        <a:pt x="177834" y="196635"/>
                        <a:pt x="163833" y="206545"/>
                        <a:pt x="147159" y="213624"/>
                      </a:cubicBezTo>
                      <a:cubicBezTo>
                        <a:pt x="146530" y="213938"/>
                        <a:pt x="145586" y="214253"/>
                        <a:pt x="144327" y="214568"/>
                      </a:cubicBezTo>
                      <a:lnTo>
                        <a:pt x="132844" y="218343"/>
                      </a:lnTo>
                      <a:lnTo>
                        <a:pt x="114124" y="223062"/>
                      </a:lnTo>
                      <a:cubicBezTo>
                        <a:pt x="114124" y="232343"/>
                        <a:pt x="115225" y="253737"/>
                        <a:pt x="117428" y="287244"/>
                      </a:cubicBezTo>
                      <a:cubicBezTo>
                        <a:pt x="118686" y="298727"/>
                        <a:pt x="119630" y="305177"/>
                        <a:pt x="120259" y="306435"/>
                      </a:cubicBezTo>
                      <a:cubicBezTo>
                        <a:pt x="120259" y="316975"/>
                        <a:pt x="119630" y="324054"/>
                        <a:pt x="118372" y="327672"/>
                      </a:cubicBezTo>
                      <a:cubicBezTo>
                        <a:pt x="117113" y="331290"/>
                        <a:pt x="115068" y="334122"/>
                        <a:pt x="112079" y="335852"/>
                      </a:cubicBezTo>
                      <a:cubicBezTo>
                        <a:pt x="109248" y="337582"/>
                        <a:pt x="104214" y="338683"/>
                        <a:pt x="97292" y="338998"/>
                      </a:cubicBezTo>
                      <a:cubicBezTo>
                        <a:pt x="95405" y="339627"/>
                        <a:pt x="92101" y="338998"/>
                        <a:pt x="87225" y="337268"/>
                      </a:cubicBezTo>
                      <a:cubicBezTo>
                        <a:pt x="82505" y="335537"/>
                        <a:pt x="78573" y="332863"/>
                        <a:pt x="75741" y="329402"/>
                      </a:cubicBezTo>
                      <a:lnTo>
                        <a:pt x="72910" y="314143"/>
                      </a:lnTo>
                      <a:cubicBezTo>
                        <a:pt x="72910" y="314143"/>
                        <a:pt x="72595" y="310525"/>
                        <a:pt x="70078" y="305020"/>
                      </a:cubicBezTo>
                      <a:cubicBezTo>
                        <a:pt x="67876" y="302503"/>
                        <a:pt x="66145" y="297941"/>
                        <a:pt x="64887" y="291648"/>
                      </a:cubicBezTo>
                      <a:lnTo>
                        <a:pt x="61583" y="246187"/>
                      </a:lnTo>
                      <a:lnTo>
                        <a:pt x="61112" y="230928"/>
                      </a:lnTo>
                      <a:cubicBezTo>
                        <a:pt x="42549" y="232186"/>
                        <a:pt x="31380" y="227152"/>
                        <a:pt x="27605" y="215669"/>
                      </a:cubicBezTo>
                      <a:cubicBezTo>
                        <a:pt x="24459" y="209534"/>
                        <a:pt x="23830" y="205601"/>
                        <a:pt x="25717" y="203713"/>
                      </a:cubicBezTo>
                      <a:lnTo>
                        <a:pt x="28077" y="197421"/>
                      </a:lnTo>
                      <a:cubicBezTo>
                        <a:pt x="31852" y="191286"/>
                        <a:pt x="39246" y="188297"/>
                        <a:pt x="50100" y="188297"/>
                      </a:cubicBezTo>
                      <a:lnTo>
                        <a:pt x="60168" y="188297"/>
                      </a:lnTo>
                      <a:cubicBezTo>
                        <a:pt x="60168" y="188297"/>
                        <a:pt x="59224" y="185466"/>
                        <a:pt x="59224" y="181533"/>
                      </a:cubicBezTo>
                      <a:lnTo>
                        <a:pt x="57336" y="161398"/>
                      </a:lnTo>
                      <a:lnTo>
                        <a:pt x="57336" y="152746"/>
                      </a:lnTo>
                      <a:lnTo>
                        <a:pt x="56864" y="146453"/>
                      </a:lnTo>
                      <a:cubicBezTo>
                        <a:pt x="57179" y="143622"/>
                        <a:pt x="57022" y="140476"/>
                        <a:pt x="56392" y="136858"/>
                      </a:cubicBezTo>
                      <a:lnTo>
                        <a:pt x="56392" y="134026"/>
                      </a:lnTo>
                      <a:lnTo>
                        <a:pt x="55449" y="122071"/>
                      </a:lnTo>
                      <a:lnTo>
                        <a:pt x="55449" y="112947"/>
                      </a:lnTo>
                      <a:lnTo>
                        <a:pt x="54977" y="108228"/>
                      </a:lnTo>
                      <a:cubicBezTo>
                        <a:pt x="54977" y="85575"/>
                        <a:pt x="53718" y="71260"/>
                        <a:pt x="51201" y="65125"/>
                      </a:cubicBezTo>
                      <a:cubicBezTo>
                        <a:pt x="40662" y="71260"/>
                        <a:pt x="33583" y="74407"/>
                        <a:pt x="30122" y="74878"/>
                      </a:cubicBezTo>
                      <a:cubicBezTo>
                        <a:pt x="26661" y="75350"/>
                        <a:pt x="20684" y="72991"/>
                        <a:pt x="12346" y="67957"/>
                      </a:cubicBezTo>
                      <a:cubicBezTo>
                        <a:pt x="8885" y="65125"/>
                        <a:pt x="6840" y="61822"/>
                        <a:pt x="6526" y="58361"/>
                      </a:cubicBezTo>
                      <a:cubicBezTo>
                        <a:pt x="705" y="50338"/>
                        <a:pt x="-1182" y="43889"/>
                        <a:pt x="705" y="38698"/>
                      </a:cubicBezTo>
                      <a:cubicBezTo>
                        <a:pt x="1335" y="36181"/>
                        <a:pt x="3852" y="32091"/>
                        <a:pt x="8414" y="26742"/>
                      </a:cubicBezTo>
                      <a:cubicBezTo>
                        <a:pt x="8728" y="25484"/>
                        <a:pt x="12504" y="22652"/>
                        <a:pt x="19897" y="18090"/>
                      </a:cubicBezTo>
                      <a:cubicBezTo>
                        <a:pt x="25717" y="12270"/>
                        <a:pt x="35628" y="8180"/>
                        <a:pt x="50100" y="5663"/>
                      </a:cubicBezTo>
                      <a:close/>
                      <a:moveTo>
                        <a:pt x="149361" y="61193"/>
                      </a:moveTo>
                      <a:cubicBezTo>
                        <a:pt x="141024" y="56473"/>
                        <a:pt x="124979" y="53957"/>
                        <a:pt x="101068" y="53957"/>
                      </a:cubicBezTo>
                      <a:lnTo>
                        <a:pt x="103899" y="83688"/>
                      </a:lnTo>
                      <a:cubicBezTo>
                        <a:pt x="106416" y="100834"/>
                        <a:pt x="108619" y="133082"/>
                        <a:pt x="110664" y="180432"/>
                      </a:cubicBezTo>
                      <a:cubicBezTo>
                        <a:pt x="113495" y="179803"/>
                        <a:pt x="115383" y="179016"/>
                        <a:pt x="116484" y="178072"/>
                      </a:cubicBezTo>
                      <a:cubicBezTo>
                        <a:pt x="119001" y="176185"/>
                        <a:pt x="121675" y="175241"/>
                        <a:pt x="124664" y="175241"/>
                      </a:cubicBezTo>
                      <a:cubicBezTo>
                        <a:pt x="128754" y="174297"/>
                        <a:pt x="132844" y="171465"/>
                        <a:pt x="136619" y="166589"/>
                      </a:cubicBezTo>
                      <a:cubicBezTo>
                        <a:pt x="146215" y="158566"/>
                        <a:pt x="153609" y="151959"/>
                        <a:pt x="158642" y="146453"/>
                      </a:cubicBezTo>
                      <a:lnTo>
                        <a:pt x="174373" y="128206"/>
                      </a:lnTo>
                      <a:cubicBezTo>
                        <a:pt x="175317" y="127891"/>
                        <a:pt x="176890" y="124273"/>
                        <a:pt x="179092" y="117352"/>
                      </a:cubicBezTo>
                      <a:cubicBezTo>
                        <a:pt x="181295" y="110430"/>
                        <a:pt x="182710" y="104767"/>
                        <a:pt x="183340" y="100362"/>
                      </a:cubicBezTo>
                      <a:cubicBezTo>
                        <a:pt x="183340" y="91081"/>
                        <a:pt x="182396" y="85890"/>
                        <a:pt x="180508" y="84632"/>
                      </a:cubicBezTo>
                      <a:cubicBezTo>
                        <a:pt x="180508" y="84002"/>
                        <a:pt x="178620" y="80070"/>
                        <a:pt x="174688" y="72676"/>
                      </a:cubicBezTo>
                      <a:cubicBezTo>
                        <a:pt x="173429" y="71732"/>
                        <a:pt x="169654" y="69373"/>
                        <a:pt x="163204" y="65440"/>
                      </a:cubicBezTo>
                      <a:lnTo>
                        <a:pt x="149361" y="61193"/>
                      </a:lnTo>
                      <a:close/>
                    </a:path>
                  </a:pathLst>
                </a:custGeom>
                <a:grpFill/>
                <a:ln w="0" cap="flat">
                  <a:noFill/>
                  <a:prstDash val="solid"/>
                  <a:miter/>
                </a:ln>
              </p:spPr>
              <p:txBody>
                <a:bodyPr rtlCol="0" anchor="ctr"/>
                <a:lstStyle/>
                <a:p>
                  <a:endParaRPr lang="en-IN"/>
                </a:p>
              </p:txBody>
            </p:sp>
            <p:sp>
              <p:nvSpPr>
                <p:cNvPr id="1344" name="Freeform: Shape 1343">
                  <a:extLst>
                    <a:ext uri="{FF2B5EF4-FFF2-40B4-BE49-F238E27FC236}">
                      <a16:creationId xmlns:a16="http://schemas.microsoft.com/office/drawing/2014/main" id="{7EEB6F50-58A5-275C-7D5A-D678900D864A}"/>
                    </a:ext>
                  </a:extLst>
                </p:cNvPr>
                <p:cNvSpPr/>
                <p:nvPr/>
              </p:nvSpPr>
              <p:spPr>
                <a:xfrm>
                  <a:off x="6397186" y="801801"/>
                  <a:ext cx="141823" cy="198994"/>
                </a:xfrm>
                <a:custGeom>
                  <a:avLst/>
                  <a:gdLst>
                    <a:gd name="connsiteX0" fmla="*/ 157 w 141823"/>
                    <a:gd name="connsiteY0" fmla="*/ 100992 h 198994"/>
                    <a:gd name="connsiteX1" fmla="*/ 2045 w 141823"/>
                    <a:gd name="connsiteY1" fmla="*/ 76609 h 198994"/>
                    <a:gd name="connsiteX2" fmla="*/ 22180 w 141823"/>
                    <a:gd name="connsiteY2" fmla="*/ 20135 h 198994"/>
                    <a:gd name="connsiteX3" fmla="*/ 68114 w 141823"/>
                    <a:gd name="connsiteY3" fmla="*/ 0 h 198994"/>
                    <a:gd name="connsiteX4" fmla="*/ 70946 w 141823"/>
                    <a:gd name="connsiteY4" fmla="*/ 0 h 198994"/>
                    <a:gd name="connsiteX5" fmla="*/ 111217 w 141823"/>
                    <a:gd name="connsiteY5" fmla="*/ 11955 h 198994"/>
                    <a:gd name="connsiteX6" fmla="*/ 131037 w 141823"/>
                    <a:gd name="connsiteY6" fmla="*/ 34922 h 198994"/>
                    <a:gd name="connsiteX7" fmla="*/ 139375 w 141823"/>
                    <a:gd name="connsiteY7" fmla="*/ 53170 h 198994"/>
                    <a:gd name="connsiteX8" fmla="*/ 141734 w 141823"/>
                    <a:gd name="connsiteY8" fmla="*/ 69845 h 198994"/>
                    <a:gd name="connsiteX9" fmla="*/ 133554 w 141823"/>
                    <a:gd name="connsiteY9" fmla="*/ 93283 h 198994"/>
                    <a:gd name="connsiteX10" fmla="*/ 125374 w 141823"/>
                    <a:gd name="connsiteY10" fmla="*/ 165488 h 198994"/>
                    <a:gd name="connsiteX11" fmla="*/ 111531 w 141823"/>
                    <a:gd name="connsiteY11" fmla="*/ 189398 h 198994"/>
                    <a:gd name="connsiteX12" fmla="*/ 87620 w 141823"/>
                    <a:gd name="connsiteY12" fmla="*/ 198994 h 198994"/>
                    <a:gd name="connsiteX13" fmla="*/ 57732 w 141823"/>
                    <a:gd name="connsiteY13" fmla="*/ 197107 h 198994"/>
                    <a:gd name="connsiteX14" fmla="*/ 29731 w 141823"/>
                    <a:gd name="connsiteY14" fmla="*/ 184836 h 198994"/>
                    <a:gd name="connsiteX15" fmla="*/ 8180 w 141823"/>
                    <a:gd name="connsiteY15" fmla="*/ 151173 h 198994"/>
                    <a:gd name="connsiteX16" fmla="*/ 0 w 141823"/>
                    <a:gd name="connsiteY16" fmla="*/ 100992 h 198994"/>
                    <a:gd name="connsiteX17" fmla="*/ 87778 w 141823"/>
                    <a:gd name="connsiteY17" fmla="*/ 56002 h 198994"/>
                    <a:gd name="connsiteX18" fmla="*/ 69058 w 141823"/>
                    <a:gd name="connsiteY18" fmla="*/ 38226 h 198994"/>
                    <a:gd name="connsiteX19" fmla="*/ 54271 w 141823"/>
                    <a:gd name="connsiteY19" fmla="*/ 49709 h 198994"/>
                    <a:gd name="connsiteX20" fmla="*/ 46878 w 141823"/>
                    <a:gd name="connsiteY20" fmla="*/ 92969 h 198994"/>
                    <a:gd name="connsiteX21" fmla="*/ 50653 w 141823"/>
                    <a:gd name="connsiteY21" fmla="*/ 131195 h 198994"/>
                    <a:gd name="connsiteX22" fmla="*/ 59934 w 141823"/>
                    <a:gd name="connsiteY22" fmla="*/ 151487 h 198994"/>
                    <a:gd name="connsiteX23" fmla="*/ 71418 w 141823"/>
                    <a:gd name="connsiteY23" fmla="*/ 157780 h 198994"/>
                    <a:gd name="connsiteX24" fmla="*/ 91081 w 141823"/>
                    <a:gd name="connsiteY24" fmla="*/ 135285 h 198994"/>
                    <a:gd name="connsiteX25" fmla="*/ 94857 w 141823"/>
                    <a:gd name="connsiteY25" fmla="*/ 123801 h 198994"/>
                    <a:gd name="connsiteX26" fmla="*/ 95800 w 141823"/>
                    <a:gd name="connsiteY26" fmla="*/ 119082 h 198994"/>
                    <a:gd name="connsiteX27" fmla="*/ 100992 w 141823"/>
                    <a:gd name="connsiteY27" fmla="*/ 90924 h 198994"/>
                    <a:gd name="connsiteX28" fmla="*/ 95171 w 141823"/>
                    <a:gd name="connsiteY28" fmla="*/ 84632 h 198994"/>
                    <a:gd name="connsiteX29" fmla="*/ 92340 w 141823"/>
                    <a:gd name="connsiteY29" fmla="*/ 73620 h 198994"/>
                    <a:gd name="connsiteX30" fmla="*/ 88564 w 141823"/>
                    <a:gd name="connsiteY30" fmla="*/ 64496 h 198994"/>
                    <a:gd name="connsiteX31" fmla="*/ 87620 w 141823"/>
                    <a:gd name="connsiteY31" fmla="*/ 55844 h 198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1823" h="198994">
                      <a:moveTo>
                        <a:pt x="157" y="100992"/>
                      </a:moveTo>
                      <a:lnTo>
                        <a:pt x="2045" y="76609"/>
                      </a:lnTo>
                      <a:cubicBezTo>
                        <a:pt x="4247" y="54586"/>
                        <a:pt x="11012" y="35709"/>
                        <a:pt x="22180" y="20135"/>
                      </a:cubicBezTo>
                      <a:cubicBezTo>
                        <a:pt x="33035" y="7079"/>
                        <a:pt x="48293" y="315"/>
                        <a:pt x="68114" y="0"/>
                      </a:cubicBezTo>
                      <a:lnTo>
                        <a:pt x="70946" y="0"/>
                      </a:lnTo>
                      <a:cubicBezTo>
                        <a:pt x="89508" y="0"/>
                        <a:pt x="102879" y="3933"/>
                        <a:pt x="111217" y="11955"/>
                      </a:cubicBezTo>
                      <a:cubicBezTo>
                        <a:pt x="120183" y="19034"/>
                        <a:pt x="126790" y="26585"/>
                        <a:pt x="131037" y="34922"/>
                      </a:cubicBezTo>
                      <a:cubicBezTo>
                        <a:pt x="135285" y="43260"/>
                        <a:pt x="138116" y="49237"/>
                        <a:pt x="139375" y="53170"/>
                      </a:cubicBezTo>
                      <a:cubicBezTo>
                        <a:pt x="140633" y="56945"/>
                        <a:pt x="141420" y="62608"/>
                        <a:pt x="141734" y="69845"/>
                      </a:cubicBezTo>
                      <a:cubicBezTo>
                        <a:pt x="142363" y="83530"/>
                        <a:pt x="139689" y="91396"/>
                        <a:pt x="133554" y="93283"/>
                      </a:cubicBezTo>
                      <a:cubicBezTo>
                        <a:pt x="137959" y="123644"/>
                        <a:pt x="135285" y="147712"/>
                        <a:pt x="125374" y="165488"/>
                      </a:cubicBezTo>
                      <a:cubicBezTo>
                        <a:pt x="122228" y="172881"/>
                        <a:pt x="117509" y="180747"/>
                        <a:pt x="111531" y="189398"/>
                      </a:cubicBezTo>
                      <a:cubicBezTo>
                        <a:pt x="107126" y="195062"/>
                        <a:pt x="99104" y="198365"/>
                        <a:pt x="87620" y="198994"/>
                      </a:cubicBezTo>
                      <a:cubicBezTo>
                        <a:pt x="76137" y="198994"/>
                        <a:pt x="66227" y="198365"/>
                        <a:pt x="57732" y="197107"/>
                      </a:cubicBezTo>
                      <a:cubicBezTo>
                        <a:pt x="49237" y="195848"/>
                        <a:pt x="39956" y="191758"/>
                        <a:pt x="29731" y="184836"/>
                      </a:cubicBezTo>
                      <a:cubicBezTo>
                        <a:pt x="19506" y="177915"/>
                        <a:pt x="12270" y="166746"/>
                        <a:pt x="8180" y="151173"/>
                      </a:cubicBezTo>
                      <a:cubicBezTo>
                        <a:pt x="3775" y="136228"/>
                        <a:pt x="944" y="119396"/>
                        <a:pt x="0" y="100992"/>
                      </a:cubicBezTo>
                      <a:close/>
                      <a:moveTo>
                        <a:pt x="87778" y="56002"/>
                      </a:moveTo>
                      <a:cubicBezTo>
                        <a:pt x="85575" y="43260"/>
                        <a:pt x="79283" y="37282"/>
                        <a:pt x="69058" y="38226"/>
                      </a:cubicBezTo>
                      <a:cubicBezTo>
                        <a:pt x="63238" y="38540"/>
                        <a:pt x="58361" y="42316"/>
                        <a:pt x="54271" y="49709"/>
                      </a:cubicBezTo>
                      <a:cubicBezTo>
                        <a:pt x="48451" y="60878"/>
                        <a:pt x="46091" y="75350"/>
                        <a:pt x="46878" y="92969"/>
                      </a:cubicBezTo>
                      <a:cubicBezTo>
                        <a:pt x="47664" y="110745"/>
                        <a:pt x="48923" y="123487"/>
                        <a:pt x="50653" y="131195"/>
                      </a:cubicBezTo>
                      <a:cubicBezTo>
                        <a:pt x="52383" y="139060"/>
                        <a:pt x="55530" y="145824"/>
                        <a:pt x="59934" y="151487"/>
                      </a:cubicBezTo>
                      <a:cubicBezTo>
                        <a:pt x="62451" y="155892"/>
                        <a:pt x="66384" y="158094"/>
                        <a:pt x="71418" y="157780"/>
                      </a:cubicBezTo>
                      <a:cubicBezTo>
                        <a:pt x="80384" y="157780"/>
                        <a:pt x="86834" y="150229"/>
                        <a:pt x="91081" y="135285"/>
                      </a:cubicBezTo>
                      <a:lnTo>
                        <a:pt x="94857" y="123801"/>
                      </a:lnTo>
                      <a:cubicBezTo>
                        <a:pt x="96430" y="122228"/>
                        <a:pt x="96744" y="120655"/>
                        <a:pt x="95800" y="119082"/>
                      </a:cubicBezTo>
                      <a:cubicBezTo>
                        <a:pt x="98946" y="111059"/>
                        <a:pt x="100677" y="101621"/>
                        <a:pt x="100992" y="90924"/>
                      </a:cubicBezTo>
                      <a:cubicBezTo>
                        <a:pt x="97845" y="88722"/>
                        <a:pt x="95958" y="86677"/>
                        <a:pt x="95171" y="84632"/>
                      </a:cubicBezTo>
                      <a:cubicBezTo>
                        <a:pt x="93283" y="79283"/>
                        <a:pt x="92340" y="75508"/>
                        <a:pt x="92340" y="73620"/>
                      </a:cubicBezTo>
                      <a:cubicBezTo>
                        <a:pt x="90137" y="72047"/>
                        <a:pt x="88879" y="69058"/>
                        <a:pt x="88564" y="64496"/>
                      </a:cubicBezTo>
                      <a:cubicBezTo>
                        <a:pt x="88250" y="60092"/>
                        <a:pt x="87935" y="57103"/>
                        <a:pt x="87620" y="55844"/>
                      </a:cubicBezTo>
                      <a:close/>
                    </a:path>
                  </a:pathLst>
                </a:custGeom>
                <a:grpFill/>
                <a:ln w="0" cap="flat">
                  <a:noFill/>
                  <a:prstDash val="solid"/>
                  <a:miter/>
                </a:ln>
              </p:spPr>
              <p:txBody>
                <a:bodyPr rtlCol="0" anchor="ctr"/>
                <a:lstStyle/>
                <a:p>
                  <a:endParaRPr lang="en-IN"/>
                </a:p>
              </p:txBody>
            </p:sp>
            <p:sp>
              <p:nvSpPr>
                <p:cNvPr id="1345" name="Freeform: Shape 1344">
                  <a:extLst>
                    <a:ext uri="{FF2B5EF4-FFF2-40B4-BE49-F238E27FC236}">
                      <a16:creationId xmlns:a16="http://schemas.microsoft.com/office/drawing/2014/main" id="{3D16B006-9E63-D8E4-65C1-C5E35884E9B6}"/>
                    </a:ext>
                  </a:extLst>
                </p:cNvPr>
                <p:cNvSpPr/>
                <p:nvPr/>
              </p:nvSpPr>
              <p:spPr>
                <a:xfrm>
                  <a:off x="6582543" y="793621"/>
                  <a:ext cx="183003" cy="217399"/>
                </a:xfrm>
                <a:custGeom>
                  <a:avLst/>
                  <a:gdLst>
                    <a:gd name="connsiteX0" fmla="*/ 58784 w 183003"/>
                    <a:gd name="connsiteY0" fmla="*/ 9124 h 217399"/>
                    <a:gd name="connsiteX1" fmla="*/ 66649 w 183003"/>
                    <a:gd name="connsiteY1" fmla="*/ 26428 h 217399"/>
                    <a:gd name="connsiteX2" fmla="*/ 66177 w 183003"/>
                    <a:gd name="connsiteY2" fmla="*/ 41687 h 217399"/>
                    <a:gd name="connsiteX3" fmla="*/ 62087 w 183003"/>
                    <a:gd name="connsiteY3" fmla="*/ 71418 h 217399"/>
                    <a:gd name="connsiteX4" fmla="*/ 60672 w 183003"/>
                    <a:gd name="connsiteY4" fmla="*/ 80542 h 217399"/>
                    <a:gd name="connsiteX5" fmla="*/ 55952 w 183003"/>
                    <a:gd name="connsiteY5" fmla="*/ 123172 h 217399"/>
                    <a:gd name="connsiteX6" fmla="*/ 56424 w 183003"/>
                    <a:gd name="connsiteY6" fmla="*/ 152903 h 217399"/>
                    <a:gd name="connsiteX7" fmla="*/ 58312 w 183003"/>
                    <a:gd name="connsiteY7" fmla="*/ 159667 h 217399"/>
                    <a:gd name="connsiteX8" fmla="*/ 62559 w 183003"/>
                    <a:gd name="connsiteY8" fmla="*/ 162499 h 217399"/>
                    <a:gd name="connsiteX9" fmla="*/ 67750 w 183003"/>
                    <a:gd name="connsiteY9" fmla="*/ 160611 h 217399"/>
                    <a:gd name="connsiteX10" fmla="*/ 70582 w 183003"/>
                    <a:gd name="connsiteY10" fmla="*/ 153847 h 217399"/>
                    <a:gd name="connsiteX11" fmla="*/ 76874 w 183003"/>
                    <a:gd name="connsiteY11" fmla="*/ 140476 h 217399"/>
                    <a:gd name="connsiteX12" fmla="*/ 78605 w 183003"/>
                    <a:gd name="connsiteY12" fmla="*/ 135127 h 217399"/>
                    <a:gd name="connsiteX13" fmla="*/ 80964 w 183003"/>
                    <a:gd name="connsiteY13" fmla="*/ 129150 h 217399"/>
                    <a:gd name="connsiteX14" fmla="*/ 82223 w 183003"/>
                    <a:gd name="connsiteY14" fmla="*/ 125532 h 217399"/>
                    <a:gd name="connsiteX15" fmla="*/ 86942 w 183003"/>
                    <a:gd name="connsiteY15" fmla="*/ 114992 h 217399"/>
                    <a:gd name="connsiteX16" fmla="*/ 92762 w 183003"/>
                    <a:gd name="connsiteY16" fmla="*/ 103980 h 217399"/>
                    <a:gd name="connsiteX17" fmla="*/ 97482 w 183003"/>
                    <a:gd name="connsiteY17" fmla="*/ 92497 h 217399"/>
                    <a:gd name="connsiteX18" fmla="*/ 98425 w 183003"/>
                    <a:gd name="connsiteY18" fmla="*/ 88250 h 217399"/>
                    <a:gd name="connsiteX19" fmla="*/ 106605 w 183003"/>
                    <a:gd name="connsiteY19" fmla="*/ 62923 h 217399"/>
                    <a:gd name="connsiteX20" fmla="*/ 108965 w 183003"/>
                    <a:gd name="connsiteY20" fmla="*/ 39484 h 217399"/>
                    <a:gd name="connsiteX21" fmla="*/ 113684 w 183003"/>
                    <a:gd name="connsiteY21" fmla="*/ 20293 h 217399"/>
                    <a:gd name="connsiteX22" fmla="*/ 132876 w 183003"/>
                    <a:gd name="connsiteY22" fmla="*/ 1573 h 217399"/>
                    <a:gd name="connsiteX23" fmla="*/ 148449 w 183003"/>
                    <a:gd name="connsiteY23" fmla="*/ 3461 h 217399"/>
                    <a:gd name="connsiteX24" fmla="*/ 160877 w 183003"/>
                    <a:gd name="connsiteY24" fmla="*/ 11798 h 217399"/>
                    <a:gd name="connsiteX25" fmla="*/ 163551 w 183003"/>
                    <a:gd name="connsiteY25" fmla="*/ 19663 h 217399"/>
                    <a:gd name="connsiteX26" fmla="*/ 163551 w 183003"/>
                    <a:gd name="connsiteY26" fmla="*/ 28315 h 217399"/>
                    <a:gd name="connsiteX27" fmla="*/ 163079 w 183003"/>
                    <a:gd name="connsiteY27" fmla="*/ 33664 h 217399"/>
                    <a:gd name="connsiteX28" fmla="*/ 163079 w 183003"/>
                    <a:gd name="connsiteY28" fmla="*/ 59462 h 217399"/>
                    <a:gd name="connsiteX29" fmla="*/ 164023 w 183003"/>
                    <a:gd name="connsiteY29" fmla="*/ 103037 h 217399"/>
                    <a:gd name="connsiteX30" fmla="*/ 180697 w 183003"/>
                    <a:gd name="connsiteY30" fmla="*/ 176814 h 217399"/>
                    <a:gd name="connsiteX31" fmla="*/ 174877 w 183003"/>
                    <a:gd name="connsiteY31" fmla="*/ 200253 h 217399"/>
                    <a:gd name="connsiteX32" fmla="*/ 158045 w 183003"/>
                    <a:gd name="connsiteY32" fmla="*/ 204972 h 217399"/>
                    <a:gd name="connsiteX33" fmla="*/ 135550 w 183003"/>
                    <a:gd name="connsiteY33" fmla="*/ 192545 h 217399"/>
                    <a:gd name="connsiteX34" fmla="*/ 129258 w 183003"/>
                    <a:gd name="connsiteY34" fmla="*/ 179645 h 217399"/>
                    <a:gd name="connsiteX35" fmla="*/ 125482 w 183003"/>
                    <a:gd name="connsiteY35" fmla="*/ 169106 h 217399"/>
                    <a:gd name="connsiteX36" fmla="*/ 121707 w 183003"/>
                    <a:gd name="connsiteY36" fmla="*/ 158566 h 217399"/>
                    <a:gd name="connsiteX37" fmla="*/ 117932 w 183003"/>
                    <a:gd name="connsiteY37" fmla="*/ 149442 h 217399"/>
                    <a:gd name="connsiteX38" fmla="*/ 91661 w 183003"/>
                    <a:gd name="connsiteY38" fmla="*/ 206860 h 217399"/>
                    <a:gd name="connsiteX39" fmla="*/ 78290 w 183003"/>
                    <a:gd name="connsiteY39" fmla="*/ 217399 h 217399"/>
                    <a:gd name="connsiteX40" fmla="*/ 59570 w 183003"/>
                    <a:gd name="connsiteY40" fmla="*/ 212208 h 217399"/>
                    <a:gd name="connsiteX41" fmla="*/ 38963 w 183003"/>
                    <a:gd name="connsiteY41" fmla="*/ 205444 h 217399"/>
                    <a:gd name="connsiteX42" fmla="*/ 27952 w 183003"/>
                    <a:gd name="connsiteY42" fmla="*/ 202298 h 217399"/>
                    <a:gd name="connsiteX43" fmla="*/ 25749 w 183003"/>
                    <a:gd name="connsiteY43" fmla="*/ 199466 h 217399"/>
                    <a:gd name="connsiteX44" fmla="*/ 24963 w 183003"/>
                    <a:gd name="connsiteY44" fmla="*/ 198208 h 217399"/>
                    <a:gd name="connsiteX45" fmla="*/ 20244 w 183003"/>
                    <a:gd name="connsiteY45" fmla="*/ 195848 h 217399"/>
                    <a:gd name="connsiteX46" fmla="*/ 14423 w 183003"/>
                    <a:gd name="connsiteY46" fmla="*/ 188612 h 217399"/>
                    <a:gd name="connsiteX47" fmla="*/ 13007 w 183003"/>
                    <a:gd name="connsiteY47" fmla="*/ 183893 h 217399"/>
                    <a:gd name="connsiteX48" fmla="*/ 4355 w 183003"/>
                    <a:gd name="connsiteY48" fmla="*/ 163757 h 217399"/>
                    <a:gd name="connsiteX49" fmla="*/ 737 w 183003"/>
                    <a:gd name="connsiteY49" fmla="*/ 132925 h 217399"/>
                    <a:gd name="connsiteX50" fmla="*/ 265 w 183003"/>
                    <a:gd name="connsiteY50" fmla="*/ 97216 h 217399"/>
                    <a:gd name="connsiteX51" fmla="*/ 1052 w 183003"/>
                    <a:gd name="connsiteY51" fmla="*/ 85261 h 217399"/>
                    <a:gd name="connsiteX52" fmla="*/ 1524 w 183003"/>
                    <a:gd name="connsiteY52" fmla="*/ 76609 h 217399"/>
                    <a:gd name="connsiteX53" fmla="*/ 2468 w 183003"/>
                    <a:gd name="connsiteY53" fmla="*/ 67485 h 217399"/>
                    <a:gd name="connsiteX54" fmla="*/ 4355 w 183003"/>
                    <a:gd name="connsiteY54" fmla="*/ 47350 h 217399"/>
                    <a:gd name="connsiteX55" fmla="*/ 8131 w 183003"/>
                    <a:gd name="connsiteY55" fmla="*/ 30203 h 217399"/>
                    <a:gd name="connsiteX56" fmla="*/ 12850 w 183003"/>
                    <a:gd name="connsiteY56" fmla="*/ 15416 h 217399"/>
                    <a:gd name="connsiteX57" fmla="*/ 19614 w 183003"/>
                    <a:gd name="connsiteY57" fmla="*/ 6292 h 217399"/>
                    <a:gd name="connsiteX58" fmla="*/ 32985 w 183003"/>
                    <a:gd name="connsiteY58" fmla="*/ 0 h 217399"/>
                    <a:gd name="connsiteX59" fmla="*/ 39278 w 183003"/>
                    <a:gd name="connsiteY59" fmla="*/ 787 h 217399"/>
                    <a:gd name="connsiteX60" fmla="*/ 46514 w 183003"/>
                    <a:gd name="connsiteY60" fmla="*/ 1730 h 217399"/>
                    <a:gd name="connsiteX61" fmla="*/ 58469 w 183003"/>
                    <a:gd name="connsiteY61" fmla="*/ 9124 h 217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83003" h="217399">
                      <a:moveTo>
                        <a:pt x="58784" y="9124"/>
                      </a:moveTo>
                      <a:cubicBezTo>
                        <a:pt x="63503" y="13214"/>
                        <a:pt x="66177" y="19034"/>
                        <a:pt x="66649" y="26428"/>
                      </a:cubicBezTo>
                      <a:cubicBezTo>
                        <a:pt x="67121" y="33821"/>
                        <a:pt x="66964" y="38855"/>
                        <a:pt x="66177" y="41687"/>
                      </a:cubicBezTo>
                      <a:cubicBezTo>
                        <a:pt x="65391" y="44518"/>
                        <a:pt x="63975" y="54428"/>
                        <a:pt x="62087" y="71418"/>
                      </a:cubicBezTo>
                      <a:cubicBezTo>
                        <a:pt x="61144" y="73620"/>
                        <a:pt x="60672" y="76609"/>
                        <a:pt x="60672" y="80542"/>
                      </a:cubicBezTo>
                      <a:lnTo>
                        <a:pt x="55952" y="123172"/>
                      </a:lnTo>
                      <a:cubicBezTo>
                        <a:pt x="55952" y="140161"/>
                        <a:pt x="55952" y="149914"/>
                        <a:pt x="56424" y="152903"/>
                      </a:cubicBezTo>
                      <a:cubicBezTo>
                        <a:pt x="56739" y="155735"/>
                        <a:pt x="57368" y="157937"/>
                        <a:pt x="58312" y="159667"/>
                      </a:cubicBezTo>
                      <a:cubicBezTo>
                        <a:pt x="58627" y="160926"/>
                        <a:pt x="60042" y="161870"/>
                        <a:pt x="62559" y="162499"/>
                      </a:cubicBezTo>
                      <a:cubicBezTo>
                        <a:pt x="65076" y="163128"/>
                        <a:pt x="66807" y="162499"/>
                        <a:pt x="67750" y="160611"/>
                      </a:cubicBezTo>
                      <a:cubicBezTo>
                        <a:pt x="67750" y="157780"/>
                        <a:pt x="68694" y="155577"/>
                        <a:pt x="70582" y="153847"/>
                      </a:cubicBezTo>
                      <a:cubicBezTo>
                        <a:pt x="70582" y="153218"/>
                        <a:pt x="72627" y="148813"/>
                        <a:pt x="76874" y="140476"/>
                      </a:cubicBezTo>
                      <a:cubicBezTo>
                        <a:pt x="76874" y="139217"/>
                        <a:pt x="77504" y="137487"/>
                        <a:pt x="78605" y="135127"/>
                      </a:cubicBezTo>
                      <a:cubicBezTo>
                        <a:pt x="79706" y="132925"/>
                        <a:pt x="80492" y="130880"/>
                        <a:pt x="80964" y="129150"/>
                      </a:cubicBezTo>
                      <a:cubicBezTo>
                        <a:pt x="81436" y="127419"/>
                        <a:pt x="81908" y="126161"/>
                        <a:pt x="82223" y="125532"/>
                      </a:cubicBezTo>
                      <a:cubicBezTo>
                        <a:pt x="83481" y="124588"/>
                        <a:pt x="85054" y="121127"/>
                        <a:pt x="86942" y="114992"/>
                      </a:cubicBezTo>
                      <a:cubicBezTo>
                        <a:pt x="86942" y="111531"/>
                        <a:pt x="88830" y="107756"/>
                        <a:pt x="92762" y="103980"/>
                      </a:cubicBezTo>
                      <a:cubicBezTo>
                        <a:pt x="92762" y="103037"/>
                        <a:pt x="94336" y="99261"/>
                        <a:pt x="97482" y="92497"/>
                      </a:cubicBezTo>
                      <a:lnTo>
                        <a:pt x="98425" y="88250"/>
                      </a:lnTo>
                      <a:cubicBezTo>
                        <a:pt x="104246" y="76137"/>
                        <a:pt x="106920" y="67642"/>
                        <a:pt x="106605" y="62923"/>
                      </a:cubicBezTo>
                      <a:lnTo>
                        <a:pt x="108965" y="39484"/>
                      </a:lnTo>
                      <a:lnTo>
                        <a:pt x="113684" y="20293"/>
                      </a:lnTo>
                      <a:cubicBezTo>
                        <a:pt x="118089" y="10068"/>
                        <a:pt x="124539" y="3933"/>
                        <a:pt x="132876" y="1573"/>
                      </a:cubicBezTo>
                      <a:cubicBezTo>
                        <a:pt x="136651" y="0"/>
                        <a:pt x="141842" y="629"/>
                        <a:pt x="148449" y="3461"/>
                      </a:cubicBezTo>
                      <a:cubicBezTo>
                        <a:pt x="155056" y="6292"/>
                        <a:pt x="159146" y="9124"/>
                        <a:pt x="160877" y="11798"/>
                      </a:cubicBezTo>
                      <a:cubicBezTo>
                        <a:pt x="162607" y="14472"/>
                        <a:pt x="163551" y="17147"/>
                        <a:pt x="163551" y="19663"/>
                      </a:cubicBezTo>
                      <a:lnTo>
                        <a:pt x="163551" y="28315"/>
                      </a:lnTo>
                      <a:lnTo>
                        <a:pt x="163079" y="33664"/>
                      </a:lnTo>
                      <a:lnTo>
                        <a:pt x="163079" y="59462"/>
                      </a:lnTo>
                      <a:cubicBezTo>
                        <a:pt x="163079" y="78654"/>
                        <a:pt x="163394" y="93126"/>
                        <a:pt x="164023" y="103037"/>
                      </a:cubicBezTo>
                      <a:cubicBezTo>
                        <a:pt x="165910" y="131824"/>
                        <a:pt x="171574" y="156364"/>
                        <a:pt x="180697" y="176814"/>
                      </a:cubicBezTo>
                      <a:cubicBezTo>
                        <a:pt x="185102" y="187039"/>
                        <a:pt x="183214" y="194904"/>
                        <a:pt x="174877" y="200253"/>
                      </a:cubicBezTo>
                      <a:cubicBezTo>
                        <a:pt x="170158" y="203399"/>
                        <a:pt x="164495" y="204972"/>
                        <a:pt x="158045" y="204972"/>
                      </a:cubicBezTo>
                      <a:cubicBezTo>
                        <a:pt x="147191" y="204972"/>
                        <a:pt x="139640" y="200882"/>
                        <a:pt x="135550" y="192545"/>
                      </a:cubicBezTo>
                      <a:cubicBezTo>
                        <a:pt x="133348" y="189398"/>
                        <a:pt x="131303" y="184994"/>
                        <a:pt x="129258" y="179645"/>
                      </a:cubicBezTo>
                      <a:cubicBezTo>
                        <a:pt x="127370" y="174297"/>
                        <a:pt x="126112" y="170679"/>
                        <a:pt x="125482" y="169106"/>
                      </a:cubicBezTo>
                      <a:cubicBezTo>
                        <a:pt x="123595" y="162656"/>
                        <a:pt x="122336" y="159195"/>
                        <a:pt x="121707" y="158566"/>
                      </a:cubicBezTo>
                      <a:lnTo>
                        <a:pt x="117932" y="149442"/>
                      </a:lnTo>
                      <a:cubicBezTo>
                        <a:pt x="112898" y="165645"/>
                        <a:pt x="104089" y="184837"/>
                        <a:pt x="91661" y="206860"/>
                      </a:cubicBezTo>
                      <a:cubicBezTo>
                        <a:pt x="89144" y="210950"/>
                        <a:pt x="84582" y="214568"/>
                        <a:pt x="78290" y="217399"/>
                      </a:cubicBezTo>
                      <a:cubicBezTo>
                        <a:pt x="72470" y="216141"/>
                        <a:pt x="66335" y="214410"/>
                        <a:pt x="59570" y="212208"/>
                      </a:cubicBezTo>
                      <a:cubicBezTo>
                        <a:pt x="55480" y="210635"/>
                        <a:pt x="48559" y="208433"/>
                        <a:pt x="38963" y="205444"/>
                      </a:cubicBezTo>
                      <a:cubicBezTo>
                        <a:pt x="32514" y="204815"/>
                        <a:pt x="28895" y="203713"/>
                        <a:pt x="27952" y="202298"/>
                      </a:cubicBezTo>
                      <a:cubicBezTo>
                        <a:pt x="27008" y="200882"/>
                        <a:pt x="26221" y="199938"/>
                        <a:pt x="25749" y="199466"/>
                      </a:cubicBezTo>
                      <a:cubicBezTo>
                        <a:pt x="25277" y="198994"/>
                        <a:pt x="24963" y="198522"/>
                        <a:pt x="24963" y="198208"/>
                      </a:cubicBezTo>
                      <a:cubicBezTo>
                        <a:pt x="24019" y="196635"/>
                        <a:pt x="22446" y="195848"/>
                        <a:pt x="20244" y="195848"/>
                      </a:cubicBezTo>
                      <a:cubicBezTo>
                        <a:pt x="18985" y="193016"/>
                        <a:pt x="17097" y="190657"/>
                        <a:pt x="14423" y="188612"/>
                      </a:cubicBezTo>
                      <a:cubicBezTo>
                        <a:pt x="14423" y="188297"/>
                        <a:pt x="13951" y="186724"/>
                        <a:pt x="13007" y="183893"/>
                      </a:cubicBezTo>
                      <a:cubicBezTo>
                        <a:pt x="9547" y="181690"/>
                        <a:pt x="6558" y="174926"/>
                        <a:pt x="4355" y="163757"/>
                      </a:cubicBezTo>
                      <a:cubicBezTo>
                        <a:pt x="2782" y="162184"/>
                        <a:pt x="1524" y="151802"/>
                        <a:pt x="737" y="132925"/>
                      </a:cubicBezTo>
                      <a:cubicBezTo>
                        <a:pt x="-49" y="113891"/>
                        <a:pt x="-206" y="102093"/>
                        <a:pt x="265" y="97216"/>
                      </a:cubicBezTo>
                      <a:cubicBezTo>
                        <a:pt x="737" y="92497"/>
                        <a:pt x="1052" y="88407"/>
                        <a:pt x="1052" y="85261"/>
                      </a:cubicBezTo>
                      <a:cubicBezTo>
                        <a:pt x="423" y="84002"/>
                        <a:pt x="580" y="81171"/>
                        <a:pt x="1524" y="76609"/>
                      </a:cubicBezTo>
                      <a:cubicBezTo>
                        <a:pt x="2468" y="72204"/>
                        <a:pt x="2782" y="69058"/>
                        <a:pt x="2468" y="67485"/>
                      </a:cubicBezTo>
                      <a:lnTo>
                        <a:pt x="4355" y="47350"/>
                      </a:lnTo>
                      <a:lnTo>
                        <a:pt x="8131" y="30203"/>
                      </a:lnTo>
                      <a:cubicBezTo>
                        <a:pt x="8131" y="25484"/>
                        <a:pt x="9704" y="20450"/>
                        <a:pt x="12850" y="15416"/>
                      </a:cubicBezTo>
                      <a:cubicBezTo>
                        <a:pt x="15996" y="10382"/>
                        <a:pt x="18199" y="7236"/>
                        <a:pt x="19614" y="6292"/>
                      </a:cubicBezTo>
                      <a:cubicBezTo>
                        <a:pt x="20873" y="3775"/>
                        <a:pt x="25435" y="1730"/>
                        <a:pt x="32985" y="0"/>
                      </a:cubicBezTo>
                      <a:cubicBezTo>
                        <a:pt x="34559" y="315"/>
                        <a:pt x="36604" y="629"/>
                        <a:pt x="39278" y="787"/>
                      </a:cubicBezTo>
                      <a:cubicBezTo>
                        <a:pt x="41795" y="944"/>
                        <a:pt x="44154" y="1258"/>
                        <a:pt x="46514" y="1730"/>
                      </a:cubicBezTo>
                      <a:cubicBezTo>
                        <a:pt x="48716" y="2202"/>
                        <a:pt x="52806" y="4719"/>
                        <a:pt x="58469" y="9124"/>
                      </a:cubicBezTo>
                      <a:close/>
                    </a:path>
                  </a:pathLst>
                </a:custGeom>
                <a:grpFill/>
                <a:ln w="0" cap="flat">
                  <a:noFill/>
                  <a:prstDash val="solid"/>
                  <a:miter/>
                </a:ln>
              </p:spPr>
              <p:txBody>
                <a:bodyPr rtlCol="0" anchor="ctr"/>
                <a:lstStyle/>
                <a:p>
                  <a:endParaRPr lang="en-IN"/>
                </a:p>
              </p:txBody>
            </p:sp>
            <p:sp>
              <p:nvSpPr>
                <p:cNvPr id="1346" name="Freeform: Shape 1345">
                  <a:extLst>
                    <a:ext uri="{FF2B5EF4-FFF2-40B4-BE49-F238E27FC236}">
                      <a16:creationId xmlns:a16="http://schemas.microsoft.com/office/drawing/2014/main" id="{97FEA354-C147-54D1-58C5-10B0504CB126}"/>
                    </a:ext>
                  </a:extLst>
                </p:cNvPr>
                <p:cNvSpPr/>
                <p:nvPr/>
              </p:nvSpPr>
              <p:spPr>
                <a:xfrm>
                  <a:off x="6803324" y="671332"/>
                  <a:ext cx="72031" cy="350818"/>
                </a:xfrm>
                <a:custGeom>
                  <a:avLst/>
                  <a:gdLst>
                    <a:gd name="connsiteX0" fmla="*/ 13244 w 72031"/>
                    <a:gd name="connsiteY0" fmla="*/ 71478 h 350818"/>
                    <a:gd name="connsiteX1" fmla="*/ 16547 w 72031"/>
                    <a:gd name="connsiteY1" fmla="*/ 43320 h 350818"/>
                    <a:gd name="connsiteX2" fmla="*/ 17019 w 72031"/>
                    <a:gd name="connsiteY2" fmla="*/ 28533 h 350818"/>
                    <a:gd name="connsiteX3" fmla="*/ 19379 w 72031"/>
                    <a:gd name="connsiteY3" fmla="*/ 18937 h 350818"/>
                    <a:gd name="connsiteX4" fmla="*/ 24098 w 72031"/>
                    <a:gd name="connsiteY4" fmla="*/ 12173 h 350818"/>
                    <a:gd name="connsiteX5" fmla="*/ 40773 w 72031"/>
                    <a:gd name="connsiteY5" fmla="*/ 689 h 350818"/>
                    <a:gd name="connsiteX6" fmla="*/ 52099 w 72031"/>
                    <a:gd name="connsiteY6" fmla="*/ 847 h 350818"/>
                    <a:gd name="connsiteX7" fmla="*/ 60908 w 72031"/>
                    <a:gd name="connsiteY7" fmla="*/ 3993 h 350818"/>
                    <a:gd name="connsiteX8" fmla="*/ 66099 w 72031"/>
                    <a:gd name="connsiteY8" fmla="*/ 8240 h 350818"/>
                    <a:gd name="connsiteX9" fmla="*/ 70346 w 72031"/>
                    <a:gd name="connsiteY9" fmla="*/ 15948 h 350818"/>
                    <a:gd name="connsiteX10" fmla="*/ 71762 w 72031"/>
                    <a:gd name="connsiteY10" fmla="*/ 20195 h 350818"/>
                    <a:gd name="connsiteX11" fmla="*/ 62166 w 72031"/>
                    <a:gd name="connsiteY11" fmla="*/ 76669 h 350818"/>
                    <a:gd name="connsiteX12" fmla="*/ 58391 w 72031"/>
                    <a:gd name="connsiteY12" fmla="*/ 141794 h 350818"/>
                    <a:gd name="connsiteX13" fmla="*/ 56031 w 72031"/>
                    <a:gd name="connsiteY13" fmla="*/ 154694 h 350818"/>
                    <a:gd name="connsiteX14" fmla="*/ 56503 w 72031"/>
                    <a:gd name="connsiteY14" fmla="*/ 161930 h 350818"/>
                    <a:gd name="connsiteX15" fmla="*/ 56503 w 72031"/>
                    <a:gd name="connsiteY15" fmla="*/ 170582 h 350818"/>
                    <a:gd name="connsiteX16" fmla="*/ 54616 w 72031"/>
                    <a:gd name="connsiteY16" fmla="*/ 182537 h 350818"/>
                    <a:gd name="connsiteX17" fmla="*/ 53672 w 72031"/>
                    <a:gd name="connsiteY17" fmla="*/ 187728 h 350818"/>
                    <a:gd name="connsiteX18" fmla="*/ 54616 w 72031"/>
                    <a:gd name="connsiteY18" fmla="*/ 195122 h 350818"/>
                    <a:gd name="connsiteX19" fmla="*/ 53200 w 72031"/>
                    <a:gd name="connsiteY19" fmla="*/ 202987 h 350818"/>
                    <a:gd name="connsiteX20" fmla="*/ 52256 w 72031"/>
                    <a:gd name="connsiteY20" fmla="*/ 217617 h 350818"/>
                    <a:gd name="connsiteX21" fmla="*/ 53514 w 72031"/>
                    <a:gd name="connsiteY21" fmla="*/ 231932 h 350818"/>
                    <a:gd name="connsiteX22" fmla="*/ 54301 w 72031"/>
                    <a:gd name="connsiteY22" fmla="*/ 246561 h 350818"/>
                    <a:gd name="connsiteX23" fmla="*/ 56189 w 72031"/>
                    <a:gd name="connsiteY23" fmla="*/ 264809 h 350818"/>
                    <a:gd name="connsiteX24" fmla="*/ 56189 w 72031"/>
                    <a:gd name="connsiteY24" fmla="*/ 272045 h 350818"/>
                    <a:gd name="connsiteX25" fmla="*/ 57133 w 72031"/>
                    <a:gd name="connsiteY25" fmla="*/ 285888 h 350818"/>
                    <a:gd name="connsiteX26" fmla="*/ 59492 w 72031"/>
                    <a:gd name="connsiteY26" fmla="*/ 310743 h 350818"/>
                    <a:gd name="connsiteX27" fmla="*/ 61380 w 72031"/>
                    <a:gd name="connsiteY27" fmla="*/ 323642 h 350818"/>
                    <a:gd name="connsiteX28" fmla="*/ 60121 w 72031"/>
                    <a:gd name="connsiteY28" fmla="*/ 339373 h 350818"/>
                    <a:gd name="connsiteX29" fmla="*/ 52256 w 72031"/>
                    <a:gd name="connsiteY29" fmla="*/ 348969 h 350818"/>
                    <a:gd name="connsiteX30" fmla="*/ 19693 w 72031"/>
                    <a:gd name="connsiteY30" fmla="*/ 340789 h 350818"/>
                    <a:gd name="connsiteX31" fmla="*/ 15918 w 72031"/>
                    <a:gd name="connsiteY31" fmla="*/ 340789 h 350818"/>
                    <a:gd name="connsiteX32" fmla="*/ 10727 w 72031"/>
                    <a:gd name="connsiteY32" fmla="*/ 330249 h 350818"/>
                    <a:gd name="connsiteX33" fmla="*/ 7423 w 72031"/>
                    <a:gd name="connsiteY33" fmla="*/ 323485 h 350818"/>
                    <a:gd name="connsiteX34" fmla="*/ 5536 w 72031"/>
                    <a:gd name="connsiteY34" fmla="*/ 314833 h 350818"/>
                    <a:gd name="connsiteX35" fmla="*/ 3176 w 72031"/>
                    <a:gd name="connsiteY35" fmla="*/ 308069 h 350818"/>
                    <a:gd name="connsiteX36" fmla="*/ 2232 w 72031"/>
                    <a:gd name="connsiteY36" fmla="*/ 297057 h 350818"/>
                    <a:gd name="connsiteX37" fmla="*/ 2704 w 72031"/>
                    <a:gd name="connsiteY37" fmla="*/ 293282 h 350818"/>
                    <a:gd name="connsiteX38" fmla="*/ 1288 w 72031"/>
                    <a:gd name="connsiteY38" fmla="*/ 289034 h 350818"/>
                    <a:gd name="connsiteX39" fmla="*/ 344 w 72031"/>
                    <a:gd name="connsiteY39" fmla="*/ 280382 h 350818"/>
                    <a:gd name="connsiteX40" fmla="*/ 344 w 72031"/>
                    <a:gd name="connsiteY40" fmla="*/ 276607 h 350818"/>
                    <a:gd name="connsiteX41" fmla="*/ 30 w 72031"/>
                    <a:gd name="connsiteY41" fmla="*/ 271259 h 350818"/>
                    <a:gd name="connsiteX42" fmla="*/ 1288 w 72031"/>
                    <a:gd name="connsiteY42" fmla="*/ 266539 h 350818"/>
                    <a:gd name="connsiteX43" fmla="*/ 816 w 72031"/>
                    <a:gd name="connsiteY43" fmla="*/ 252696 h 350818"/>
                    <a:gd name="connsiteX44" fmla="*/ 3648 w 72031"/>
                    <a:gd name="connsiteY44" fmla="*/ 202043 h 350818"/>
                    <a:gd name="connsiteX45" fmla="*/ 4120 w 72031"/>
                    <a:gd name="connsiteY45" fmla="*/ 190560 h 350818"/>
                    <a:gd name="connsiteX46" fmla="*/ 4120 w 72031"/>
                    <a:gd name="connsiteY46" fmla="*/ 176717 h 350818"/>
                    <a:gd name="connsiteX47" fmla="*/ 4906 w 72031"/>
                    <a:gd name="connsiteY47" fmla="*/ 147457 h 350818"/>
                    <a:gd name="connsiteX48" fmla="*/ 6637 w 72031"/>
                    <a:gd name="connsiteY48" fmla="*/ 128266 h 350818"/>
                    <a:gd name="connsiteX49" fmla="*/ 6165 w 72031"/>
                    <a:gd name="connsiteY49" fmla="*/ 124019 h 350818"/>
                    <a:gd name="connsiteX50" fmla="*/ 9783 w 72031"/>
                    <a:gd name="connsiteY50" fmla="*/ 92714 h 350818"/>
                    <a:gd name="connsiteX51" fmla="*/ 13401 w 72031"/>
                    <a:gd name="connsiteY51" fmla="*/ 71478 h 35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2031" h="350818">
                      <a:moveTo>
                        <a:pt x="13244" y="71478"/>
                      </a:moveTo>
                      <a:lnTo>
                        <a:pt x="16547" y="43320"/>
                      </a:lnTo>
                      <a:lnTo>
                        <a:pt x="17019" y="28533"/>
                      </a:lnTo>
                      <a:cubicBezTo>
                        <a:pt x="17019" y="24443"/>
                        <a:pt x="17806" y="21139"/>
                        <a:pt x="19379" y="18937"/>
                      </a:cubicBezTo>
                      <a:lnTo>
                        <a:pt x="24098" y="12173"/>
                      </a:lnTo>
                      <a:cubicBezTo>
                        <a:pt x="32750" y="5409"/>
                        <a:pt x="38256" y="1633"/>
                        <a:pt x="40773" y="689"/>
                      </a:cubicBezTo>
                      <a:cubicBezTo>
                        <a:pt x="43289" y="-254"/>
                        <a:pt x="47065" y="-254"/>
                        <a:pt x="52099" y="847"/>
                      </a:cubicBezTo>
                      <a:cubicBezTo>
                        <a:pt x="56975" y="1948"/>
                        <a:pt x="59964" y="3049"/>
                        <a:pt x="60908" y="3993"/>
                      </a:cubicBezTo>
                      <a:lnTo>
                        <a:pt x="66099" y="8240"/>
                      </a:lnTo>
                      <a:cubicBezTo>
                        <a:pt x="68931" y="9813"/>
                        <a:pt x="70346" y="12330"/>
                        <a:pt x="70346" y="15948"/>
                      </a:cubicBezTo>
                      <a:cubicBezTo>
                        <a:pt x="71919" y="17836"/>
                        <a:pt x="72391" y="19252"/>
                        <a:pt x="71762" y="20195"/>
                      </a:cubicBezTo>
                      <a:cubicBezTo>
                        <a:pt x="69874" y="22398"/>
                        <a:pt x="66728" y="41275"/>
                        <a:pt x="62166" y="76669"/>
                      </a:cubicBezTo>
                      <a:lnTo>
                        <a:pt x="58391" y="141794"/>
                      </a:lnTo>
                      <a:lnTo>
                        <a:pt x="56031" y="154694"/>
                      </a:lnTo>
                      <a:cubicBezTo>
                        <a:pt x="56031" y="158784"/>
                        <a:pt x="56031" y="161300"/>
                        <a:pt x="56503" y="161930"/>
                      </a:cubicBezTo>
                      <a:lnTo>
                        <a:pt x="56503" y="170582"/>
                      </a:lnTo>
                      <a:cubicBezTo>
                        <a:pt x="55874" y="177031"/>
                        <a:pt x="55245" y="180964"/>
                        <a:pt x="54616" y="182537"/>
                      </a:cubicBezTo>
                      <a:cubicBezTo>
                        <a:pt x="54616" y="184110"/>
                        <a:pt x="54301" y="185840"/>
                        <a:pt x="53672" y="187728"/>
                      </a:cubicBezTo>
                      <a:cubicBezTo>
                        <a:pt x="54301" y="188357"/>
                        <a:pt x="54616" y="190874"/>
                        <a:pt x="54616" y="195122"/>
                      </a:cubicBezTo>
                      <a:cubicBezTo>
                        <a:pt x="54616" y="199369"/>
                        <a:pt x="54144" y="202043"/>
                        <a:pt x="53200" y="202987"/>
                      </a:cubicBezTo>
                      <a:cubicBezTo>
                        <a:pt x="52571" y="208021"/>
                        <a:pt x="52256" y="212897"/>
                        <a:pt x="52256" y="217617"/>
                      </a:cubicBezTo>
                      <a:cubicBezTo>
                        <a:pt x="52256" y="222336"/>
                        <a:pt x="52728" y="227055"/>
                        <a:pt x="53514" y="231932"/>
                      </a:cubicBezTo>
                      <a:cubicBezTo>
                        <a:pt x="54301" y="236965"/>
                        <a:pt x="54616" y="241685"/>
                        <a:pt x="54301" y="246561"/>
                      </a:cubicBezTo>
                      <a:lnTo>
                        <a:pt x="56189" y="264809"/>
                      </a:lnTo>
                      <a:lnTo>
                        <a:pt x="56189" y="272045"/>
                      </a:lnTo>
                      <a:cubicBezTo>
                        <a:pt x="56818" y="277865"/>
                        <a:pt x="57133" y="282427"/>
                        <a:pt x="57133" y="285888"/>
                      </a:cubicBezTo>
                      <a:lnTo>
                        <a:pt x="59492" y="310743"/>
                      </a:lnTo>
                      <a:lnTo>
                        <a:pt x="61380" y="323642"/>
                      </a:lnTo>
                      <a:cubicBezTo>
                        <a:pt x="62324" y="328990"/>
                        <a:pt x="62009" y="334339"/>
                        <a:pt x="60121" y="339373"/>
                      </a:cubicBezTo>
                      <a:cubicBezTo>
                        <a:pt x="58391" y="344407"/>
                        <a:pt x="55717" y="347710"/>
                        <a:pt x="52256" y="348969"/>
                      </a:cubicBezTo>
                      <a:cubicBezTo>
                        <a:pt x="42346" y="353059"/>
                        <a:pt x="31491" y="350384"/>
                        <a:pt x="19693" y="340789"/>
                      </a:cubicBezTo>
                      <a:lnTo>
                        <a:pt x="15918" y="340789"/>
                      </a:lnTo>
                      <a:cubicBezTo>
                        <a:pt x="13716" y="338272"/>
                        <a:pt x="11985" y="334654"/>
                        <a:pt x="10727" y="330249"/>
                      </a:cubicBezTo>
                      <a:cubicBezTo>
                        <a:pt x="8210" y="328990"/>
                        <a:pt x="7109" y="326788"/>
                        <a:pt x="7423" y="323485"/>
                      </a:cubicBezTo>
                      <a:cubicBezTo>
                        <a:pt x="7738" y="320339"/>
                        <a:pt x="7109" y="317350"/>
                        <a:pt x="5536" y="314833"/>
                      </a:cubicBezTo>
                      <a:cubicBezTo>
                        <a:pt x="3962" y="312316"/>
                        <a:pt x="3176" y="310114"/>
                        <a:pt x="3176" y="308069"/>
                      </a:cubicBezTo>
                      <a:cubicBezTo>
                        <a:pt x="3176" y="303979"/>
                        <a:pt x="2861" y="300203"/>
                        <a:pt x="2232" y="297057"/>
                      </a:cubicBezTo>
                      <a:lnTo>
                        <a:pt x="2704" y="293282"/>
                      </a:lnTo>
                      <a:cubicBezTo>
                        <a:pt x="1760" y="292338"/>
                        <a:pt x="1288" y="290922"/>
                        <a:pt x="1288" y="289034"/>
                      </a:cubicBezTo>
                      <a:lnTo>
                        <a:pt x="344" y="280382"/>
                      </a:lnTo>
                      <a:lnTo>
                        <a:pt x="344" y="276607"/>
                      </a:lnTo>
                      <a:cubicBezTo>
                        <a:pt x="344" y="274090"/>
                        <a:pt x="344" y="272360"/>
                        <a:pt x="30" y="271259"/>
                      </a:cubicBezTo>
                      <a:cubicBezTo>
                        <a:pt x="-127" y="270315"/>
                        <a:pt x="344" y="268742"/>
                        <a:pt x="1288" y="266539"/>
                      </a:cubicBezTo>
                      <a:cubicBezTo>
                        <a:pt x="344" y="265281"/>
                        <a:pt x="187" y="260562"/>
                        <a:pt x="816" y="252696"/>
                      </a:cubicBezTo>
                      <a:cubicBezTo>
                        <a:pt x="2704" y="228156"/>
                        <a:pt x="3648" y="211167"/>
                        <a:pt x="3648" y="202043"/>
                      </a:cubicBezTo>
                      <a:lnTo>
                        <a:pt x="4120" y="190560"/>
                      </a:lnTo>
                      <a:lnTo>
                        <a:pt x="4120" y="176717"/>
                      </a:lnTo>
                      <a:cubicBezTo>
                        <a:pt x="4434" y="169009"/>
                        <a:pt x="4749" y="159255"/>
                        <a:pt x="4906" y="147457"/>
                      </a:cubicBezTo>
                      <a:cubicBezTo>
                        <a:pt x="4906" y="135659"/>
                        <a:pt x="5693" y="129210"/>
                        <a:pt x="6637" y="128266"/>
                      </a:cubicBezTo>
                      <a:lnTo>
                        <a:pt x="6165" y="124019"/>
                      </a:lnTo>
                      <a:cubicBezTo>
                        <a:pt x="6165" y="116310"/>
                        <a:pt x="7423" y="105928"/>
                        <a:pt x="9783" y="92714"/>
                      </a:cubicBezTo>
                      <a:cubicBezTo>
                        <a:pt x="12143" y="79500"/>
                        <a:pt x="13401" y="72422"/>
                        <a:pt x="13401" y="71478"/>
                      </a:cubicBezTo>
                      <a:close/>
                    </a:path>
                  </a:pathLst>
                </a:custGeom>
                <a:grpFill/>
                <a:ln w="0" cap="flat">
                  <a:noFill/>
                  <a:prstDash val="solid"/>
                  <a:miter/>
                </a:ln>
              </p:spPr>
              <p:txBody>
                <a:bodyPr rtlCol="0" anchor="ctr"/>
                <a:lstStyle/>
                <a:p>
                  <a:endParaRPr lang="en-IN"/>
                </a:p>
              </p:txBody>
            </p:sp>
            <p:sp>
              <p:nvSpPr>
                <p:cNvPr id="1347" name="Freeform: Shape 1346">
                  <a:extLst>
                    <a:ext uri="{FF2B5EF4-FFF2-40B4-BE49-F238E27FC236}">
                      <a16:creationId xmlns:a16="http://schemas.microsoft.com/office/drawing/2014/main" id="{BC9A35D2-28DA-35A6-1A97-C0AC68AA2EC2}"/>
                    </a:ext>
                  </a:extLst>
                </p:cNvPr>
                <p:cNvSpPr/>
                <p:nvPr/>
              </p:nvSpPr>
              <p:spPr>
                <a:xfrm>
                  <a:off x="6893211" y="692372"/>
                  <a:ext cx="176636" cy="318333"/>
                </a:xfrm>
                <a:custGeom>
                  <a:avLst/>
                  <a:gdLst>
                    <a:gd name="connsiteX0" fmla="*/ 109767 w 176636"/>
                    <a:gd name="connsiteY0" fmla="*/ 18819 h 318333"/>
                    <a:gd name="connsiteX1" fmla="*/ 108508 w 176636"/>
                    <a:gd name="connsiteY1" fmla="*/ 36281 h 318333"/>
                    <a:gd name="connsiteX2" fmla="*/ 108036 w 176636"/>
                    <a:gd name="connsiteY2" fmla="*/ 46034 h 318333"/>
                    <a:gd name="connsiteX3" fmla="*/ 108036 w 176636"/>
                    <a:gd name="connsiteY3" fmla="*/ 58461 h 318333"/>
                    <a:gd name="connsiteX4" fmla="*/ 107564 w 176636"/>
                    <a:gd name="connsiteY4" fmla="*/ 61764 h 318333"/>
                    <a:gd name="connsiteX5" fmla="*/ 107564 w 176636"/>
                    <a:gd name="connsiteY5" fmla="*/ 71832 h 318333"/>
                    <a:gd name="connsiteX6" fmla="*/ 107092 w 176636"/>
                    <a:gd name="connsiteY6" fmla="*/ 80484 h 318333"/>
                    <a:gd name="connsiteX7" fmla="*/ 123924 w 176636"/>
                    <a:gd name="connsiteY7" fmla="*/ 77181 h 318333"/>
                    <a:gd name="connsiteX8" fmla="*/ 137767 w 176636"/>
                    <a:gd name="connsiteY8" fmla="*/ 74821 h 318333"/>
                    <a:gd name="connsiteX9" fmla="*/ 159476 w 176636"/>
                    <a:gd name="connsiteY9" fmla="*/ 72619 h 318333"/>
                    <a:gd name="connsiteX10" fmla="*/ 172847 w 176636"/>
                    <a:gd name="connsiteY10" fmla="*/ 76709 h 318333"/>
                    <a:gd name="connsiteX11" fmla="*/ 176465 w 176636"/>
                    <a:gd name="connsiteY11" fmla="*/ 87720 h 318333"/>
                    <a:gd name="connsiteX12" fmla="*/ 173162 w 176636"/>
                    <a:gd name="connsiteY12" fmla="*/ 98732 h 318333"/>
                    <a:gd name="connsiteX13" fmla="*/ 171274 w 176636"/>
                    <a:gd name="connsiteY13" fmla="*/ 101563 h 318333"/>
                    <a:gd name="connsiteX14" fmla="*/ 160262 w 176636"/>
                    <a:gd name="connsiteY14" fmla="*/ 109743 h 318333"/>
                    <a:gd name="connsiteX15" fmla="*/ 143588 w 176636"/>
                    <a:gd name="connsiteY15" fmla="*/ 112103 h 318333"/>
                    <a:gd name="connsiteX16" fmla="*/ 122037 w 176636"/>
                    <a:gd name="connsiteY16" fmla="*/ 117294 h 318333"/>
                    <a:gd name="connsiteX17" fmla="*/ 109137 w 176636"/>
                    <a:gd name="connsiteY17" fmla="*/ 122013 h 318333"/>
                    <a:gd name="connsiteX18" fmla="*/ 110868 w 176636"/>
                    <a:gd name="connsiteY18" fmla="*/ 148284 h 318333"/>
                    <a:gd name="connsiteX19" fmla="*/ 112126 w 176636"/>
                    <a:gd name="connsiteY19" fmla="*/ 168419 h 318333"/>
                    <a:gd name="connsiteX20" fmla="*/ 113542 w 176636"/>
                    <a:gd name="connsiteY20" fmla="*/ 186195 h 318333"/>
                    <a:gd name="connsiteX21" fmla="*/ 129745 w 176636"/>
                    <a:gd name="connsiteY21" fmla="*/ 272399 h 318333"/>
                    <a:gd name="connsiteX22" fmla="*/ 136037 w 176636"/>
                    <a:gd name="connsiteY22" fmla="*/ 292063 h 318333"/>
                    <a:gd name="connsiteX23" fmla="*/ 139812 w 176636"/>
                    <a:gd name="connsiteY23" fmla="*/ 302131 h 318333"/>
                    <a:gd name="connsiteX24" fmla="*/ 119677 w 176636"/>
                    <a:gd name="connsiteY24" fmla="*/ 318333 h 318333"/>
                    <a:gd name="connsiteX25" fmla="*/ 100485 w 176636"/>
                    <a:gd name="connsiteY25" fmla="*/ 316446 h 318333"/>
                    <a:gd name="connsiteX26" fmla="*/ 88058 w 176636"/>
                    <a:gd name="connsiteY26" fmla="*/ 307794 h 318333"/>
                    <a:gd name="connsiteX27" fmla="*/ 82867 w 176636"/>
                    <a:gd name="connsiteY27" fmla="*/ 301659 h 318333"/>
                    <a:gd name="connsiteX28" fmla="*/ 73743 w 176636"/>
                    <a:gd name="connsiteY28" fmla="*/ 279636 h 318333"/>
                    <a:gd name="connsiteX29" fmla="*/ 71383 w 176636"/>
                    <a:gd name="connsiteY29" fmla="*/ 270512 h 318333"/>
                    <a:gd name="connsiteX30" fmla="*/ 62732 w 176636"/>
                    <a:gd name="connsiteY30" fmla="*/ 246601 h 318333"/>
                    <a:gd name="connsiteX31" fmla="*/ 61788 w 176636"/>
                    <a:gd name="connsiteY31" fmla="*/ 241882 h 318333"/>
                    <a:gd name="connsiteX32" fmla="*/ 61788 w 176636"/>
                    <a:gd name="connsiteY32" fmla="*/ 235117 h 318333"/>
                    <a:gd name="connsiteX33" fmla="*/ 57069 w 176636"/>
                    <a:gd name="connsiteY33" fmla="*/ 216398 h 318333"/>
                    <a:gd name="connsiteX34" fmla="*/ 53765 w 176636"/>
                    <a:gd name="connsiteY34" fmla="*/ 187611 h 318333"/>
                    <a:gd name="connsiteX35" fmla="*/ 50934 w 176636"/>
                    <a:gd name="connsiteY35" fmla="*/ 151744 h 318333"/>
                    <a:gd name="connsiteX36" fmla="*/ 49990 w 176636"/>
                    <a:gd name="connsiteY36" fmla="*/ 141205 h 318333"/>
                    <a:gd name="connsiteX37" fmla="*/ 49990 w 176636"/>
                    <a:gd name="connsiteY37" fmla="*/ 136957 h 318333"/>
                    <a:gd name="connsiteX38" fmla="*/ 49990 w 176636"/>
                    <a:gd name="connsiteY38" fmla="*/ 132238 h 318333"/>
                    <a:gd name="connsiteX39" fmla="*/ 44169 w 176636"/>
                    <a:gd name="connsiteY39" fmla="*/ 132238 h 318333"/>
                    <a:gd name="connsiteX40" fmla="*/ 32214 w 176636"/>
                    <a:gd name="connsiteY40" fmla="*/ 132238 h 318333"/>
                    <a:gd name="connsiteX41" fmla="*/ 2955 w 176636"/>
                    <a:gd name="connsiteY41" fmla="*/ 120283 h 318333"/>
                    <a:gd name="connsiteX42" fmla="*/ 2483 w 176636"/>
                    <a:gd name="connsiteY42" fmla="*/ 103451 h 318333"/>
                    <a:gd name="connsiteX43" fmla="*/ 28281 w 176636"/>
                    <a:gd name="connsiteY43" fmla="*/ 95743 h 318333"/>
                    <a:gd name="connsiteX44" fmla="*/ 51720 w 176636"/>
                    <a:gd name="connsiteY44" fmla="*/ 89451 h 318333"/>
                    <a:gd name="connsiteX45" fmla="*/ 53136 w 176636"/>
                    <a:gd name="connsiteY45" fmla="*/ 76079 h 318333"/>
                    <a:gd name="connsiteX46" fmla="*/ 56282 w 176636"/>
                    <a:gd name="connsiteY46" fmla="*/ 61922 h 318333"/>
                    <a:gd name="connsiteX47" fmla="*/ 58484 w 176636"/>
                    <a:gd name="connsiteY47" fmla="*/ 55472 h 318333"/>
                    <a:gd name="connsiteX48" fmla="*/ 66664 w 176636"/>
                    <a:gd name="connsiteY48" fmla="*/ 21494 h 318333"/>
                    <a:gd name="connsiteX49" fmla="*/ 71855 w 176636"/>
                    <a:gd name="connsiteY49" fmla="*/ 6707 h 318333"/>
                    <a:gd name="connsiteX50" fmla="*/ 97654 w 176636"/>
                    <a:gd name="connsiteY50" fmla="*/ 886 h 318333"/>
                    <a:gd name="connsiteX51" fmla="*/ 109609 w 176636"/>
                    <a:gd name="connsiteY51" fmla="*/ 7179 h 318333"/>
                    <a:gd name="connsiteX52" fmla="*/ 109924 w 176636"/>
                    <a:gd name="connsiteY52" fmla="*/ 18662 h 318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6636" h="318333">
                      <a:moveTo>
                        <a:pt x="109767" y="18819"/>
                      </a:moveTo>
                      <a:cubicBezTo>
                        <a:pt x="108980" y="26842"/>
                        <a:pt x="108508" y="32662"/>
                        <a:pt x="108508" y="36281"/>
                      </a:cubicBezTo>
                      <a:cubicBezTo>
                        <a:pt x="108508" y="39899"/>
                        <a:pt x="108351" y="43202"/>
                        <a:pt x="108036" y="46034"/>
                      </a:cubicBezTo>
                      <a:lnTo>
                        <a:pt x="108036" y="58461"/>
                      </a:lnTo>
                      <a:lnTo>
                        <a:pt x="107564" y="61764"/>
                      </a:lnTo>
                      <a:lnTo>
                        <a:pt x="107564" y="71832"/>
                      </a:lnTo>
                      <a:cubicBezTo>
                        <a:pt x="107564" y="74664"/>
                        <a:pt x="107407" y="77652"/>
                        <a:pt x="107092" y="80484"/>
                      </a:cubicBezTo>
                      <a:lnTo>
                        <a:pt x="123924" y="77181"/>
                      </a:lnTo>
                      <a:cubicBezTo>
                        <a:pt x="125183" y="77181"/>
                        <a:pt x="129902" y="76394"/>
                        <a:pt x="137767" y="74821"/>
                      </a:cubicBezTo>
                      <a:cubicBezTo>
                        <a:pt x="145790" y="73248"/>
                        <a:pt x="153026" y="72461"/>
                        <a:pt x="159476" y="72619"/>
                      </a:cubicBezTo>
                      <a:cubicBezTo>
                        <a:pt x="166083" y="72776"/>
                        <a:pt x="170487" y="74192"/>
                        <a:pt x="172847" y="76709"/>
                      </a:cubicBezTo>
                      <a:cubicBezTo>
                        <a:pt x="175207" y="79226"/>
                        <a:pt x="176465" y="83001"/>
                        <a:pt x="176465" y="87720"/>
                      </a:cubicBezTo>
                      <a:cubicBezTo>
                        <a:pt x="177094" y="91496"/>
                        <a:pt x="175993" y="95271"/>
                        <a:pt x="173162" y="98732"/>
                      </a:cubicBezTo>
                      <a:lnTo>
                        <a:pt x="171274" y="101563"/>
                      </a:lnTo>
                      <a:cubicBezTo>
                        <a:pt x="168757" y="105653"/>
                        <a:pt x="164982" y="108485"/>
                        <a:pt x="160262" y="109743"/>
                      </a:cubicBezTo>
                      <a:lnTo>
                        <a:pt x="143588" y="112103"/>
                      </a:lnTo>
                      <a:lnTo>
                        <a:pt x="122037" y="117294"/>
                      </a:lnTo>
                      <a:lnTo>
                        <a:pt x="109137" y="122013"/>
                      </a:lnTo>
                      <a:cubicBezTo>
                        <a:pt x="109452" y="130036"/>
                        <a:pt x="110081" y="138845"/>
                        <a:pt x="110868" y="148284"/>
                      </a:cubicBezTo>
                      <a:cubicBezTo>
                        <a:pt x="111654" y="157879"/>
                        <a:pt x="112126" y="164486"/>
                        <a:pt x="112126" y="168419"/>
                      </a:cubicBezTo>
                      <a:lnTo>
                        <a:pt x="113542" y="186195"/>
                      </a:lnTo>
                      <a:cubicBezTo>
                        <a:pt x="117632" y="214353"/>
                        <a:pt x="123138" y="242983"/>
                        <a:pt x="129745" y="272399"/>
                      </a:cubicBezTo>
                      <a:cubicBezTo>
                        <a:pt x="131632" y="275231"/>
                        <a:pt x="133677" y="281838"/>
                        <a:pt x="136037" y="292063"/>
                      </a:cubicBezTo>
                      <a:lnTo>
                        <a:pt x="139812" y="302131"/>
                      </a:lnTo>
                      <a:cubicBezTo>
                        <a:pt x="141071" y="312985"/>
                        <a:pt x="134307" y="318333"/>
                        <a:pt x="119677" y="318333"/>
                      </a:cubicBezTo>
                      <a:cubicBezTo>
                        <a:pt x="117160" y="318333"/>
                        <a:pt x="110710" y="317704"/>
                        <a:pt x="100485" y="316446"/>
                      </a:cubicBezTo>
                      <a:cubicBezTo>
                        <a:pt x="97654" y="316131"/>
                        <a:pt x="93407" y="313299"/>
                        <a:pt x="88058" y="307794"/>
                      </a:cubicBezTo>
                      <a:cubicBezTo>
                        <a:pt x="88058" y="307164"/>
                        <a:pt x="86328" y="305119"/>
                        <a:pt x="82867" y="301659"/>
                      </a:cubicBezTo>
                      <a:lnTo>
                        <a:pt x="73743" y="279636"/>
                      </a:lnTo>
                      <a:cubicBezTo>
                        <a:pt x="73114" y="278692"/>
                        <a:pt x="72327" y="275703"/>
                        <a:pt x="71383" y="270512"/>
                      </a:cubicBezTo>
                      <a:cubicBezTo>
                        <a:pt x="67923" y="267051"/>
                        <a:pt x="64934" y="259028"/>
                        <a:pt x="62732" y="246601"/>
                      </a:cubicBezTo>
                      <a:cubicBezTo>
                        <a:pt x="62732" y="245972"/>
                        <a:pt x="62417" y="244399"/>
                        <a:pt x="61788" y="241882"/>
                      </a:cubicBezTo>
                      <a:lnTo>
                        <a:pt x="61788" y="235117"/>
                      </a:lnTo>
                      <a:cubicBezTo>
                        <a:pt x="59585" y="232915"/>
                        <a:pt x="58012" y="226623"/>
                        <a:pt x="57069" y="216398"/>
                      </a:cubicBezTo>
                      <a:cubicBezTo>
                        <a:pt x="56125" y="206173"/>
                        <a:pt x="55024" y="196577"/>
                        <a:pt x="53765" y="187611"/>
                      </a:cubicBezTo>
                      <a:cubicBezTo>
                        <a:pt x="53765" y="175183"/>
                        <a:pt x="52821" y="163228"/>
                        <a:pt x="50934" y="151744"/>
                      </a:cubicBezTo>
                      <a:lnTo>
                        <a:pt x="49990" y="141205"/>
                      </a:lnTo>
                      <a:lnTo>
                        <a:pt x="49990" y="136957"/>
                      </a:lnTo>
                      <a:cubicBezTo>
                        <a:pt x="50304" y="133811"/>
                        <a:pt x="50304" y="132238"/>
                        <a:pt x="49990" y="132238"/>
                      </a:cubicBezTo>
                      <a:lnTo>
                        <a:pt x="44169" y="132238"/>
                      </a:lnTo>
                      <a:cubicBezTo>
                        <a:pt x="39450" y="132867"/>
                        <a:pt x="35360" y="132867"/>
                        <a:pt x="32214" y="132238"/>
                      </a:cubicBezTo>
                      <a:cubicBezTo>
                        <a:pt x="18213" y="132238"/>
                        <a:pt x="8460" y="128306"/>
                        <a:pt x="2955" y="120283"/>
                      </a:cubicBezTo>
                      <a:cubicBezTo>
                        <a:pt x="-821" y="111631"/>
                        <a:pt x="-978" y="106125"/>
                        <a:pt x="2483" y="103451"/>
                      </a:cubicBezTo>
                      <a:cubicBezTo>
                        <a:pt x="5944" y="100934"/>
                        <a:pt x="14595" y="98417"/>
                        <a:pt x="28281" y="95743"/>
                      </a:cubicBezTo>
                      <a:cubicBezTo>
                        <a:pt x="34416" y="95743"/>
                        <a:pt x="42124" y="93698"/>
                        <a:pt x="51720" y="89451"/>
                      </a:cubicBezTo>
                      <a:cubicBezTo>
                        <a:pt x="51720" y="81428"/>
                        <a:pt x="52192" y="77023"/>
                        <a:pt x="53136" y="76079"/>
                      </a:cubicBezTo>
                      <a:cubicBezTo>
                        <a:pt x="54080" y="68686"/>
                        <a:pt x="55181" y="64124"/>
                        <a:pt x="56282" y="61922"/>
                      </a:cubicBezTo>
                      <a:cubicBezTo>
                        <a:pt x="57383" y="59877"/>
                        <a:pt x="58170" y="57674"/>
                        <a:pt x="58484" y="55472"/>
                      </a:cubicBezTo>
                      <a:cubicBezTo>
                        <a:pt x="58799" y="47764"/>
                        <a:pt x="61473" y="36438"/>
                        <a:pt x="66664" y="21494"/>
                      </a:cubicBezTo>
                      <a:cubicBezTo>
                        <a:pt x="68552" y="14100"/>
                        <a:pt x="70282" y="9224"/>
                        <a:pt x="71855" y="6707"/>
                      </a:cubicBezTo>
                      <a:cubicBezTo>
                        <a:pt x="75945" y="572"/>
                        <a:pt x="84597" y="-1316"/>
                        <a:pt x="97654" y="886"/>
                      </a:cubicBezTo>
                      <a:cubicBezTo>
                        <a:pt x="103002" y="1830"/>
                        <a:pt x="107092" y="3875"/>
                        <a:pt x="109609" y="7179"/>
                      </a:cubicBezTo>
                      <a:cubicBezTo>
                        <a:pt x="110553" y="6864"/>
                        <a:pt x="110710" y="10639"/>
                        <a:pt x="109924" y="18662"/>
                      </a:cubicBezTo>
                      <a:close/>
                    </a:path>
                  </a:pathLst>
                </a:custGeom>
                <a:grpFill/>
                <a:ln w="0" cap="flat">
                  <a:noFill/>
                  <a:prstDash val="solid"/>
                  <a:miter/>
                </a:ln>
              </p:spPr>
              <p:txBody>
                <a:bodyPr rtlCol="0" anchor="ctr"/>
                <a:lstStyle/>
                <a:p>
                  <a:endParaRPr lang="en-IN"/>
                </a:p>
              </p:txBody>
            </p:sp>
            <p:sp>
              <p:nvSpPr>
                <p:cNvPr id="1348" name="Freeform: Shape 1347">
                  <a:extLst>
                    <a:ext uri="{FF2B5EF4-FFF2-40B4-BE49-F238E27FC236}">
                      <a16:creationId xmlns:a16="http://schemas.microsoft.com/office/drawing/2014/main" id="{99593DBE-0AAA-E9F8-5D62-AC205D27A559}"/>
                    </a:ext>
                  </a:extLst>
                </p:cNvPr>
                <p:cNvSpPr/>
                <p:nvPr/>
              </p:nvSpPr>
              <p:spPr>
                <a:xfrm>
                  <a:off x="7089654" y="806231"/>
                  <a:ext cx="141843" cy="206294"/>
                </a:xfrm>
                <a:custGeom>
                  <a:avLst/>
                  <a:gdLst>
                    <a:gd name="connsiteX0" fmla="*/ 157 w 141843"/>
                    <a:gd name="connsiteY0" fmla="*/ 159641 h 206294"/>
                    <a:gd name="connsiteX1" fmla="*/ 9281 w 141843"/>
                    <a:gd name="connsiteY1" fmla="*/ 95460 h 206294"/>
                    <a:gd name="connsiteX2" fmla="*/ 11641 w 141843"/>
                    <a:gd name="connsiteY2" fmla="*/ 82088 h 206294"/>
                    <a:gd name="connsiteX3" fmla="*/ 13057 w 141843"/>
                    <a:gd name="connsiteY3" fmla="*/ 60537 h 206294"/>
                    <a:gd name="connsiteX4" fmla="*/ 13057 w 141843"/>
                    <a:gd name="connsiteY4" fmla="*/ 50942 h 206294"/>
                    <a:gd name="connsiteX5" fmla="*/ 14000 w 141843"/>
                    <a:gd name="connsiteY5" fmla="*/ 40874 h 206294"/>
                    <a:gd name="connsiteX6" fmla="*/ 12585 w 141843"/>
                    <a:gd name="connsiteY6" fmla="*/ 25143 h 206294"/>
                    <a:gd name="connsiteX7" fmla="*/ 14472 w 141843"/>
                    <a:gd name="connsiteY7" fmla="*/ 6895 h 206294"/>
                    <a:gd name="connsiteX8" fmla="*/ 38855 w 141843"/>
                    <a:gd name="connsiteY8" fmla="*/ 1075 h 206294"/>
                    <a:gd name="connsiteX9" fmla="*/ 49867 w 141843"/>
                    <a:gd name="connsiteY9" fmla="*/ 6895 h 206294"/>
                    <a:gd name="connsiteX10" fmla="*/ 59462 w 141843"/>
                    <a:gd name="connsiteY10" fmla="*/ 11615 h 206294"/>
                    <a:gd name="connsiteX11" fmla="*/ 63238 w 141843"/>
                    <a:gd name="connsiteY11" fmla="*/ 29390 h 206294"/>
                    <a:gd name="connsiteX12" fmla="*/ 88564 w 141843"/>
                    <a:gd name="connsiteY12" fmla="*/ 16491 h 206294"/>
                    <a:gd name="connsiteX13" fmla="*/ 100520 w 141843"/>
                    <a:gd name="connsiteY13" fmla="*/ 14289 h 206294"/>
                    <a:gd name="connsiteX14" fmla="*/ 115778 w 141843"/>
                    <a:gd name="connsiteY14" fmla="*/ 12087 h 206294"/>
                    <a:gd name="connsiteX15" fmla="*/ 125374 w 141843"/>
                    <a:gd name="connsiteY15" fmla="*/ 13502 h 206294"/>
                    <a:gd name="connsiteX16" fmla="*/ 135914 w 141843"/>
                    <a:gd name="connsiteY16" fmla="*/ 20896 h 206294"/>
                    <a:gd name="connsiteX17" fmla="*/ 138116 w 141843"/>
                    <a:gd name="connsiteY17" fmla="*/ 25930 h 206294"/>
                    <a:gd name="connsiteX18" fmla="*/ 138903 w 141843"/>
                    <a:gd name="connsiteY18" fmla="*/ 29233 h 206294"/>
                    <a:gd name="connsiteX19" fmla="*/ 141262 w 141843"/>
                    <a:gd name="connsiteY19" fmla="*/ 38829 h 206294"/>
                    <a:gd name="connsiteX20" fmla="*/ 127891 w 141843"/>
                    <a:gd name="connsiteY20" fmla="*/ 46065 h 206294"/>
                    <a:gd name="connsiteX21" fmla="*/ 95328 w 141843"/>
                    <a:gd name="connsiteY21" fmla="*/ 60380 h 206294"/>
                    <a:gd name="connsiteX22" fmla="*/ 81013 w 141843"/>
                    <a:gd name="connsiteY22" fmla="*/ 67616 h 206294"/>
                    <a:gd name="connsiteX23" fmla="*/ 60406 w 141843"/>
                    <a:gd name="connsiteY23" fmla="*/ 81931 h 206294"/>
                    <a:gd name="connsiteX24" fmla="*/ 49867 w 141843"/>
                    <a:gd name="connsiteY24" fmla="*/ 195822 h 206294"/>
                    <a:gd name="connsiteX25" fmla="*/ 43102 w 141843"/>
                    <a:gd name="connsiteY25" fmla="*/ 204474 h 206294"/>
                    <a:gd name="connsiteX26" fmla="*/ 30203 w 141843"/>
                    <a:gd name="connsiteY26" fmla="*/ 203058 h 206294"/>
                    <a:gd name="connsiteX27" fmla="*/ 23439 w 141843"/>
                    <a:gd name="connsiteY27" fmla="*/ 200698 h 206294"/>
                    <a:gd name="connsiteX28" fmla="*/ 9124 w 141843"/>
                    <a:gd name="connsiteY28" fmla="*/ 189215 h 206294"/>
                    <a:gd name="connsiteX29" fmla="*/ 3303 w 141843"/>
                    <a:gd name="connsiteY29" fmla="*/ 181507 h 206294"/>
                    <a:gd name="connsiteX30" fmla="*/ 472 w 141843"/>
                    <a:gd name="connsiteY30" fmla="*/ 173327 h 206294"/>
                    <a:gd name="connsiteX31" fmla="*/ 0 w 141843"/>
                    <a:gd name="connsiteY31" fmla="*/ 167507 h 206294"/>
                    <a:gd name="connsiteX32" fmla="*/ 0 w 141843"/>
                    <a:gd name="connsiteY32" fmla="*/ 159327 h 2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1843" h="206294">
                      <a:moveTo>
                        <a:pt x="157" y="159641"/>
                      </a:moveTo>
                      <a:cubicBezTo>
                        <a:pt x="6292" y="118112"/>
                        <a:pt x="9281" y="96718"/>
                        <a:pt x="9281" y="95460"/>
                      </a:cubicBezTo>
                      <a:lnTo>
                        <a:pt x="11641" y="82088"/>
                      </a:lnTo>
                      <a:cubicBezTo>
                        <a:pt x="12585" y="81145"/>
                        <a:pt x="13057" y="73909"/>
                        <a:pt x="13057" y="60537"/>
                      </a:cubicBezTo>
                      <a:lnTo>
                        <a:pt x="13057" y="50942"/>
                      </a:lnTo>
                      <a:lnTo>
                        <a:pt x="14000" y="40874"/>
                      </a:lnTo>
                      <a:cubicBezTo>
                        <a:pt x="13057" y="34110"/>
                        <a:pt x="12585" y="28918"/>
                        <a:pt x="12585" y="25143"/>
                      </a:cubicBezTo>
                      <a:cubicBezTo>
                        <a:pt x="11326" y="19008"/>
                        <a:pt x="11955" y="13030"/>
                        <a:pt x="14472" y="6895"/>
                      </a:cubicBezTo>
                      <a:cubicBezTo>
                        <a:pt x="19192" y="446"/>
                        <a:pt x="27372" y="-1442"/>
                        <a:pt x="38855" y="1075"/>
                      </a:cubicBezTo>
                      <a:cubicBezTo>
                        <a:pt x="42945" y="2334"/>
                        <a:pt x="46720" y="4221"/>
                        <a:pt x="49867" y="6895"/>
                      </a:cubicBezTo>
                      <a:cubicBezTo>
                        <a:pt x="54271" y="8468"/>
                        <a:pt x="57575" y="10042"/>
                        <a:pt x="59462" y="11615"/>
                      </a:cubicBezTo>
                      <a:cubicBezTo>
                        <a:pt x="61979" y="12558"/>
                        <a:pt x="63238" y="18536"/>
                        <a:pt x="63238" y="29390"/>
                      </a:cubicBezTo>
                      <a:cubicBezTo>
                        <a:pt x="67013" y="25615"/>
                        <a:pt x="75508" y="21210"/>
                        <a:pt x="88564" y="16491"/>
                      </a:cubicBezTo>
                      <a:cubicBezTo>
                        <a:pt x="90452" y="16491"/>
                        <a:pt x="94542" y="15705"/>
                        <a:pt x="100520" y="14289"/>
                      </a:cubicBezTo>
                      <a:cubicBezTo>
                        <a:pt x="106655" y="12873"/>
                        <a:pt x="111688" y="12087"/>
                        <a:pt x="115778" y="12087"/>
                      </a:cubicBezTo>
                      <a:cubicBezTo>
                        <a:pt x="119868" y="12087"/>
                        <a:pt x="123172" y="12558"/>
                        <a:pt x="125374" y="13502"/>
                      </a:cubicBezTo>
                      <a:cubicBezTo>
                        <a:pt x="131824" y="17278"/>
                        <a:pt x="135285" y="19795"/>
                        <a:pt x="135914" y="20896"/>
                      </a:cubicBezTo>
                      <a:cubicBezTo>
                        <a:pt x="136543" y="21997"/>
                        <a:pt x="137330" y="23727"/>
                        <a:pt x="138116" y="25930"/>
                      </a:cubicBezTo>
                      <a:cubicBezTo>
                        <a:pt x="138903" y="28132"/>
                        <a:pt x="139217" y="29233"/>
                        <a:pt x="138903" y="29233"/>
                      </a:cubicBezTo>
                      <a:cubicBezTo>
                        <a:pt x="141734" y="32065"/>
                        <a:pt x="142521" y="35368"/>
                        <a:pt x="141262" y="38829"/>
                      </a:cubicBezTo>
                      <a:cubicBezTo>
                        <a:pt x="138431" y="42919"/>
                        <a:pt x="133869" y="45436"/>
                        <a:pt x="127891" y="46065"/>
                      </a:cubicBezTo>
                      <a:cubicBezTo>
                        <a:pt x="122071" y="46065"/>
                        <a:pt x="111217" y="50784"/>
                        <a:pt x="95328" y="60380"/>
                      </a:cubicBezTo>
                      <a:lnTo>
                        <a:pt x="81013" y="67616"/>
                      </a:lnTo>
                      <a:cubicBezTo>
                        <a:pt x="68586" y="76268"/>
                        <a:pt x="61665" y="80987"/>
                        <a:pt x="60406" y="81931"/>
                      </a:cubicBezTo>
                      <a:cubicBezTo>
                        <a:pt x="54900" y="150517"/>
                        <a:pt x="51440" y="188428"/>
                        <a:pt x="49867" y="195822"/>
                      </a:cubicBezTo>
                      <a:cubicBezTo>
                        <a:pt x="48923" y="198653"/>
                        <a:pt x="46720" y="201485"/>
                        <a:pt x="43102" y="204474"/>
                      </a:cubicBezTo>
                      <a:cubicBezTo>
                        <a:pt x="39641" y="207305"/>
                        <a:pt x="35237" y="206833"/>
                        <a:pt x="30203" y="203058"/>
                      </a:cubicBezTo>
                      <a:lnTo>
                        <a:pt x="23439" y="200698"/>
                      </a:lnTo>
                      <a:cubicBezTo>
                        <a:pt x="17933" y="198496"/>
                        <a:pt x="13214" y="194563"/>
                        <a:pt x="9124" y="189215"/>
                      </a:cubicBezTo>
                      <a:lnTo>
                        <a:pt x="3303" y="181507"/>
                      </a:lnTo>
                      <a:lnTo>
                        <a:pt x="472" y="173327"/>
                      </a:lnTo>
                      <a:cubicBezTo>
                        <a:pt x="472" y="171439"/>
                        <a:pt x="315" y="169552"/>
                        <a:pt x="0" y="167507"/>
                      </a:cubicBezTo>
                      <a:lnTo>
                        <a:pt x="0" y="159327"/>
                      </a:lnTo>
                      <a:close/>
                    </a:path>
                  </a:pathLst>
                </a:custGeom>
                <a:grpFill/>
                <a:ln w="0" cap="flat">
                  <a:noFill/>
                  <a:prstDash val="solid"/>
                  <a:miter/>
                </a:ln>
              </p:spPr>
              <p:txBody>
                <a:bodyPr rtlCol="0" anchor="ctr"/>
                <a:lstStyle/>
                <a:p>
                  <a:endParaRPr lang="en-IN"/>
                </a:p>
              </p:txBody>
            </p:sp>
            <p:sp>
              <p:nvSpPr>
                <p:cNvPr id="1349" name="Freeform: Shape 1348">
                  <a:extLst>
                    <a:ext uri="{FF2B5EF4-FFF2-40B4-BE49-F238E27FC236}">
                      <a16:creationId xmlns:a16="http://schemas.microsoft.com/office/drawing/2014/main" id="{DBA1E9EA-D55B-71CD-52BD-0718FA0993FC}"/>
                    </a:ext>
                  </a:extLst>
                </p:cNvPr>
                <p:cNvSpPr/>
                <p:nvPr/>
              </p:nvSpPr>
              <p:spPr>
                <a:xfrm>
                  <a:off x="7251996" y="794879"/>
                  <a:ext cx="143735" cy="311626"/>
                </a:xfrm>
                <a:custGeom>
                  <a:avLst/>
                  <a:gdLst>
                    <a:gd name="connsiteX0" fmla="*/ 51754 w 143735"/>
                    <a:gd name="connsiteY0" fmla="*/ 53327 h 311626"/>
                    <a:gd name="connsiteX1" fmla="*/ 50968 w 143735"/>
                    <a:gd name="connsiteY1" fmla="*/ 66698 h 311626"/>
                    <a:gd name="connsiteX2" fmla="*/ 50181 w 143735"/>
                    <a:gd name="connsiteY2" fmla="*/ 73935 h 311626"/>
                    <a:gd name="connsiteX3" fmla="*/ 48923 w 143735"/>
                    <a:gd name="connsiteY3" fmla="*/ 95643 h 311626"/>
                    <a:gd name="connsiteX4" fmla="*/ 47664 w 143735"/>
                    <a:gd name="connsiteY4" fmla="*/ 106812 h 311626"/>
                    <a:gd name="connsiteX5" fmla="*/ 47664 w 143735"/>
                    <a:gd name="connsiteY5" fmla="*/ 128363 h 311626"/>
                    <a:gd name="connsiteX6" fmla="*/ 49552 w 143735"/>
                    <a:gd name="connsiteY6" fmla="*/ 161555 h 311626"/>
                    <a:gd name="connsiteX7" fmla="*/ 56316 w 143735"/>
                    <a:gd name="connsiteY7" fmla="*/ 168948 h 311626"/>
                    <a:gd name="connsiteX8" fmla="*/ 64496 w 143735"/>
                    <a:gd name="connsiteY8" fmla="*/ 168162 h 311626"/>
                    <a:gd name="connsiteX9" fmla="*/ 70002 w 143735"/>
                    <a:gd name="connsiteY9" fmla="*/ 161398 h 311626"/>
                    <a:gd name="connsiteX10" fmla="*/ 74249 w 143735"/>
                    <a:gd name="connsiteY10" fmla="*/ 150858 h 311626"/>
                    <a:gd name="connsiteX11" fmla="*/ 79283 w 143735"/>
                    <a:gd name="connsiteY11" fmla="*/ 137959 h 311626"/>
                    <a:gd name="connsiteX12" fmla="*/ 83373 w 143735"/>
                    <a:gd name="connsiteY12" fmla="*/ 127891 h 311626"/>
                    <a:gd name="connsiteX13" fmla="*/ 87463 w 143735"/>
                    <a:gd name="connsiteY13" fmla="*/ 120026 h 311626"/>
                    <a:gd name="connsiteX14" fmla="*/ 95171 w 143735"/>
                    <a:gd name="connsiteY14" fmla="*/ 60249 h 311626"/>
                    <a:gd name="connsiteX15" fmla="*/ 95171 w 143735"/>
                    <a:gd name="connsiteY15" fmla="*/ 44990 h 311626"/>
                    <a:gd name="connsiteX16" fmla="*/ 102407 w 143735"/>
                    <a:gd name="connsiteY16" fmla="*/ 12899 h 311626"/>
                    <a:gd name="connsiteX17" fmla="*/ 122071 w 143735"/>
                    <a:gd name="connsiteY17" fmla="*/ 472 h 311626"/>
                    <a:gd name="connsiteX18" fmla="*/ 129307 w 143735"/>
                    <a:gd name="connsiteY18" fmla="*/ 0 h 311626"/>
                    <a:gd name="connsiteX19" fmla="*/ 141734 w 143735"/>
                    <a:gd name="connsiteY19" fmla="*/ 2832 h 311626"/>
                    <a:gd name="connsiteX20" fmla="*/ 142206 w 143735"/>
                    <a:gd name="connsiteY20" fmla="*/ 42001 h 311626"/>
                    <a:gd name="connsiteX21" fmla="*/ 142206 w 143735"/>
                    <a:gd name="connsiteY21" fmla="*/ 75036 h 311626"/>
                    <a:gd name="connsiteX22" fmla="*/ 143150 w 143735"/>
                    <a:gd name="connsiteY22" fmla="*/ 108070 h 311626"/>
                    <a:gd name="connsiteX23" fmla="*/ 143622 w 143735"/>
                    <a:gd name="connsiteY23" fmla="*/ 164544 h 311626"/>
                    <a:gd name="connsiteX24" fmla="*/ 143622 w 143735"/>
                    <a:gd name="connsiteY24" fmla="*/ 176971 h 311626"/>
                    <a:gd name="connsiteX25" fmla="*/ 142363 w 143735"/>
                    <a:gd name="connsiteY25" fmla="*/ 210478 h 311626"/>
                    <a:gd name="connsiteX26" fmla="*/ 140633 w 143735"/>
                    <a:gd name="connsiteY26" fmla="*/ 241625 h 311626"/>
                    <a:gd name="connsiteX27" fmla="*/ 128835 w 143735"/>
                    <a:gd name="connsiteY27" fmla="*/ 281895 h 311626"/>
                    <a:gd name="connsiteX28" fmla="*/ 111374 w 143735"/>
                    <a:gd name="connsiteY28" fmla="*/ 301087 h 311626"/>
                    <a:gd name="connsiteX29" fmla="*/ 84160 w 143735"/>
                    <a:gd name="connsiteY29" fmla="*/ 311627 h 311626"/>
                    <a:gd name="connsiteX30" fmla="*/ 76452 w 143735"/>
                    <a:gd name="connsiteY30" fmla="*/ 311155 h 311626"/>
                    <a:gd name="connsiteX31" fmla="*/ 39170 w 143735"/>
                    <a:gd name="connsiteY31" fmla="*/ 299671 h 311626"/>
                    <a:gd name="connsiteX32" fmla="*/ 9753 w 143735"/>
                    <a:gd name="connsiteY32" fmla="*/ 280794 h 311626"/>
                    <a:gd name="connsiteX33" fmla="*/ 4719 w 143735"/>
                    <a:gd name="connsiteY33" fmla="*/ 269468 h 311626"/>
                    <a:gd name="connsiteX34" fmla="*/ 7551 w 143735"/>
                    <a:gd name="connsiteY34" fmla="*/ 251692 h 311626"/>
                    <a:gd name="connsiteX35" fmla="*/ 26270 w 143735"/>
                    <a:gd name="connsiteY35" fmla="*/ 248389 h 311626"/>
                    <a:gd name="connsiteX36" fmla="*/ 43574 w 143735"/>
                    <a:gd name="connsiteY36" fmla="*/ 257985 h 311626"/>
                    <a:gd name="connsiteX37" fmla="*/ 59305 w 143735"/>
                    <a:gd name="connsiteY37" fmla="*/ 265693 h 311626"/>
                    <a:gd name="connsiteX38" fmla="*/ 66069 w 143735"/>
                    <a:gd name="connsiteY38" fmla="*/ 266165 h 311626"/>
                    <a:gd name="connsiteX39" fmla="*/ 71890 w 143735"/>
                    <a:gd name="connsiteY39" fmla="*/ 263333 h 311626"/>
                    <a:gd name="connsiteX40" fmla="*/ 87620 w 143735"/>
                    <a:gd name="connsiteY40" fmla="*/ 242254 h 311626"/>
                    <a:gd name="connsiteX41" fmla="*/ 92340 w 143735"/>
                    <a:gd name="connsiteY41" fmla="*/ 227939 h 311626"/>
                    <a:gd name="connsiteX42" fmla="*/ 98160 w 143735"/>
                    <a:gd name="connsiteY42" fmla="*/ 199781 h 311626"/>
                    <a:gd name="connsiteX43" fmla="*/ 98160 w 143735"/>
                    <a:gd name="connsiteY43" fmla="*/ 194432 h 311626"/>
                    <a:gd name="connsiteX44" fmla="*/ 99104 w 143735"/>
                    <a:gd name="connsiteY44" fmla="*/ 182162 h 311626"/>
                    <a:gd name="connsiteX45" fmla="*/ 100048 w 143735"/>
                    <a:gd name="connsiteY45" fmla="*/ 174297 h 311626"/>
                    <a:gd name="connsiteX46" fmla="*/ 93755 w 143735"/>
                    <a:gd name="connsiteY46" fmla="*/ 187668 h 311626"/>
                    <a:gd name="connsiteX47" fmla="*/ 88092 w 143735"/>
                    <a:gd name="connsiteY47" fmla="*/ 198208 h 311626"/>
                    <a:gd name="connsiteX48" fmla="*/ 78025 w 143735"/>
                    <a:gd name="connsiteY48" fmla="*/ 204028 h 311626"/>
                    <a:gd name="connsiteX49" fmla="*/ 60249 w 143735"/>
                    <a:gd name="connsiteY49" fmla="*/ 204500 h 311626"/>
                    <a:gd name="connsiteX50" fmla="*/ 57417 w 143735"/>
                    <a:gd name="connsiteY50" fmla="*/ 204028 h 311626"/>
                    <a:gd name="connsiteX51" fmla="*/ 50181 w 143735"/>
                    <a:gd name="connsiteY51" fmla="*/ 203556 h 311626"/>
                    <a:gd name="connsiteX52" fmla="*/ 18090 w 143735"/>
                    <a:gd name="connsiteY52" fmla="*/ 196792 h 311626"/>
                    <a:gd name="connsiteX53" fmla="*/ 9910 w 143735"/>
                    <a:gd name="connsiteY53" fmla="*/ 188612 h 311626"/>
                    <a:gd name="connsiteX54" fmla="*/ 4719 w 143735"/>
                    <a:gd name="connsiteY54" fmla="*/ 175241 h 311626"/>
                    <a:gd name="connsiteX55" fmla="*/ 2832 w 143735"/>
                    <a:gd name="connsiteY55" fmla="*/ 167061 h 311626"/>
                    <a:gd name="connsiteX56" fmla="*/ 2832 w 143735"/>
                    <a:gd name="connsiteY56" fmla="*/ 161870 h 311626"/>
                    <a:gd name="connsiteX57" fmla="*/ 1888 w 143735"/>
                    <a:gd name="connsiteY57" fmla="*/ 156049 h 311626"/>
                    <a:gd name="connsiteX58" fmla="*/ 944 w 143735"/>
                    <a:gd name="connsiteY58" fmla="*/ 149285 h 311626"/>
                    <a:gd name="connsiteX59" fmla="*/ 0 w 143735"/>
                    <a:gd name="connsiteY59" fmla="*/ 130565 h 311626"/>
                    <a:gd name="connsiteX60" fmla="*/ 0 w 143735"/>
                    <a:gd name="connsiteY60" fmla="*/ 124745 h 311626"/>
                    <a:gd name="connsiteX61" fmla="*/ 944 w 143735"/>
                    <a:gd name="connsiteY61" fmla="*/ 80227 h 311626"/>
                    <a:gd name="connsiteX62" fmla="*/ 2360 w 143735"/>
                    <a:gd name="connsiteY62" fmla="*/ 75036 h 311626"/>
                    <a:gd name="connsiteX63" fmla="*/ 2832 w 143735"/>
                    <a:gd name="connsiteY63" fmla="*/ 69845 h 311626"/>
                    <a:gd name="connsiteX64" fmla="*/ 3775 w 143735"/>
                    <a:gd name="connsiteY64" fmla="*/ 63080 h 311626"/>
                    <a:gd name="connsiteX65" fmla="*/ 8495 w 143735"/>
                    <a:gd name="connsiteY65" fmla="*/ 48293 h 311626"/>
                    <a:gd name="connsiteX66" fmla="*/ 11326 w 143735"/>
                    <a:gd name="connsiteY66" fmla="*/ 36338 h 311626"/>
                    <a:gd name="connsiteX67" fmla="*/ 14630 w 143735"/>
                    <a:gd name="connsiteY67" fmla="*/ 29574 h 311626"/>
                    <a:gd name="connsiteX68" fmla="*/ 16832 w 143735"/>
                    <a:gd name="connsiteY68" fmla="*/ 17147 h 311626"/>
                    <a:gd name="connsiteX69" fmla="*/ 20922 w 143735"/>
                    <a:gd name="connsiteY69" fmla="*/ 8023 h 311626"/>
                    <a:gd name="connsiteX70" fmla="*/ 37911 w 143735"/>
                    <a:gd name="connsiteY70" fmla="*/ 4877 h 311626"/>
                    <a:gd name="connsiteX71" fmla="*/ 57260 w 143735"/>
                    <a:gd name="connsiteY71" fmla="*/ 14630 h 311626"/>
                    <a:gd name="connsiteX72" fmla="*/ 52069 w 143735"/>
                    <a:gd name="connsiteY72" fmla="*/ 35709 h 311626"/>
                    <a:gd name="connsiteX73" fmla="*/ 52541 w 143735"/>
                    <a:gd name="connsiteY73" fmla="*/ 41372 h 311626"/>
                    <a:gd name="connsiteX74" fmla="*/ 51597 w 143735"/>
                    <a:gd name="connsiteY74" fmla="*/ 52855 h 31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43735" h="311626">
                      <a:moveTo>
                        <a:pt x="51754" y="53327"/>
                      </a:moveTo>
                      <a:cubicBezTo>
                        <a:pt x="51754" y="58361"/>
                        <a:pt x="51440" y="62923"/>
                        <a:pt x="50968" y="66698"/>
                      </a:cubicBezTo>
                      <a:cubicBezTo>
                        <a:pt x="50496" y="70474"/>
                        <a:pt x="50181" y="72991"/>
                        <a:pt x="50181" y="73935"/>
                      </a:cubicBezTo>
                      <a:cubicBezTo>
                        <a:pt x="50181" y="83845"/>
                        <a:pt x="49709" y="91081"/>
                        <a:pt x="48923" y="95643"/>
                      </a:cubicBezTo>
                      <a:cubicBezTo>
                        <a:pt x="48136" y="100205"/>
                        <a:pt x="47664" y="103980"/>
                        <a:pt x="47664" y="106812"/>
                      </a:cubicBezTo>
                      <a:lnTo>
                        <a:pt x="47664" y="128363"/>
                      </a:lnTo>
                      <a:cubicBezTo>
                        <a:pt x="47664" y="146925"/>
                        <a:pt x="48293" y="157937"/>
                        <a:pt x="49552" y="161555"/>
                      </a:cubicBezTo>
                      <a:cubicBezTo>
                        <a:pt x="50810" y="165173"/>
                        <a:pt x="53013" y="167690"/>
                        <a:pt x="56316" y="168948"/>
                      </a:cubicBezTo>
                      <a:cubicBezTo>
                        <a:pt x="59777" y="169892"/>
                        <a:pt x="62608" y="169735"/>
                        <a:pt x="64496" y="168162"/>
                      </a:cubicBezTo>
                      <a:cubicBezTo>
                        <a:pt x="66384" y="166589"/>
                        <a:pt x="68271" y="164544"/>
                        <a:pt x="70002" y="161398"/>
                      </a:cubicBezTo>
                      <a:cubicBezTo>
                        <a:pt x="71732" y="158409"/>
                        <a:pt x="73148" y="154791"/>
                        <a:pt x="74249" y="150858"/>
                      </a:cubicBezTo>
                      <a:cubicBezTo>
                        <a:pt x="75350" y="146925"/>
                        <a:pt x="77081" y="142521"/>
                        <a:pt x="79283" y="137959"/>
                      </a:cubicBezTo>
                      <a:cubicBezTo>
                        <a:pt x="81485" y="133397"/>
                        <a:pt x="82901" y="129936"/>
                        <a:pt x="83373" y="127891"/>
                      </a:cubicBezTo>
                      <a:cubicBezTo>
                        <a:pt x="83845" y="125846"/>
                        <a:pt x="85261" y="123172"/>
                        <a:pt x="87463" y="120026"/>
                      </a:cubicBezTo>
                      <a:cubicBezTo>
                        <a:pt x="91868" y="102722"/>
                        <a:pt x="94542" y="82901"/>
                        <a:pt x="95171" y="60249"/>
                      </a:cubicBezTo>
                      <a:lnTo>
                        <a:pt x="95171" y="44990"/>
                      </a:lnTo>
                      <a:cubicBezTo>
                        <a:pt x="95800" y="32248"/>
                        <a:pt x="98160" y="21551"/>
                        <a:pt x="102407" y="12899"/>
                      </a:cubicBezTo>
                      <a:cubicBezTo>
                        <a:pt x="104610" y="7865"/>
                        <a:pt x="111217" y="3618"/>
                        <a:pt x="122071" y="472"/>
                      </a:cubicBezTo>
                      <a:lnTo>
                        <a:pt x="129307" y="0"/>
                      </a:lnTo>
                      <a:cubicBezTo>
                        <a:pt x="135756" y="0"/>
                        <a:pt x="139847" y="944"/>
                        <a:pt x="141734" y="2832"/>
                      </a:cubicBezTo>
                      <a:cubicBezTo>
                        <a:pt x="143622" y="12113"/>
                        <a:pt x="143779" y="25169"/>
                        <a:pt x="142206" y="42001"/>
                      </a:cubicBezTo>
                      <a:lnTo>
                        <a:pt x="142206" y="75036"/>
                      </a:lnTo>
                      <a:cubicBezTo>
                        <a:pt x="142835" y="90924"/>
                        <a:pt x="143150" y="101935"/>
                        <a:pt x="143150" y="108070"/>
                      </a:cubicBezTo>
                      <a:cubicBezTo>
                        <a:pt x="142835" y="110273"/>
                        <a:pt x="142993" y="129150"/>
                        <a:pt x="143622" y="164544"/>
                      </a:cubicBezTo>
                      <a:cubicBezTo>
                        <a:pt x="143307" y="164858"/>
                        <a:pt x="143307" y="168948"/>
                        <a:pt x="143622" y="176971"/>
                      </a:cubicBezTo>
                      <a:cubicBezTo>
                        <a:pt x="143937" y="182005"/>
                        <a:pt x="143622" y="193174"/>
                        <a:pt x="142363" y="210478"/>
                      </a:cubicBezTo>
                      <a:cubicBezTo>
                        <a:pt x="141262" y="227624"/>
                        <a:pt x="140633" y="238007"/>
                        <a:pt x="140633" y="241625"/>
                      </a:cubicBezTo>
                      <a:cubicBezTo>
                        <a:pt x="137172" y="261131"/>
                        <a:pt x="133240" y="274502"/>
                        <a:pt x="128835" y="281895"/>
                      </a:cubicBezTo>
                      <a:cubicBezTo>
                        <a:pt x="124588" y="289289"/>
                        <a:pt x="118767" y="295581"/>
                        <a:pt x="111374" y="301087"/>
                      </a:cubicBezTo>
                      <a:cubicBezTo>
                        <a:pt x="106340" y="306121"/>
                        <a:pt x="97216" y="309739"/>
                        <a:pt x="84160" y="311627"/>
                      </a:cubicBezTo>
                      <a:cubicBezTo>
                        <a:pt x="83216" y="311312"/>
                        <a:pt x="80699" y="311155"/>
                        <a:pt x="76452" y="311155"/>
                      </a:cubicBezTo>
                      <a:cubicBezTo>
                        <a:pt x="57260" y="309267"/>
                        <a:pt x="44833" y="305492"/>
                        <a:pt x="39170" y="299671"/>
                      </a:cubicBezTo>
                      <a:cubicBezTo>
                        <a:pt x="22180" y="291019"/>
                        <a:pt x="12427" y="284727"/>
                        <a:pt x="9753" y="280794"/>
                      </a:cubicBezTo>
                      <a:cubicBezTo>
                        <a:pt x="7079" y="276861"/>
                        <a:pt x="5348" y="273086"/>
                        <a:pt x="4719" y="269468"/>
                      </a:cubicBezTo>
                      <a:cubicBezTo>
                        <a:pt x="4090" y="266007"/>
                        <a:pt x="5034" y="260030"/>
                        <a:pt x="7551" y="251692"/>
                      </a:cubicBezTo>
                      <a:cubicBezTo>
                        <a:pt x="12270" y="245557"/>
                        <a:pt x="18562" y="244456"/>
                        <a:pt x="26270" y="248389"/>
                      </a:cubicBezTo>
                      <a:cubicBezTo>
                        <a:pt x="29416" y="249962"/>
                        <a:pt x="35237" y="253108"/>
                        <a:pt x="43574" y="257985"/>
                      </a:cubicBezTo>
                      <a:lnTo>
                        <a:pt x="59305" y="265693"/>
                      </a:lnTo>
                      <a:cubicBezTo>
                        <a:pt x="61507" y="267580"/>
                        <a:pt x="63710" y="267738"/>
                        <a:pt x="66069" y="266165"/>
                      </a:cubicBezTo>
                      <a:cubicBezTo>
                        <a:pt x="69215" y="264277"/>
                        <a:pt x="71103" y="263333"/>
                        <a:pt x="71890" y="263333"/>
                      </a:cubicBezTo>
                      <a:cubicBezTo>
                        <a:pt x="77238" y="258928"/>
                        <a:pt x="82587" y="251850"/>
                        <a:pt x="87620" y="242254"/>
                      </a:cubicBezTo>
                      <a:cubicBezTo>
                        <a:pt x="87620" y="239108"/>
                        <a:pt x="89193" y="234231"/>
                        <a:pt x="92340" y="227939"/>
                      </a:cubicBezTo>
                      <a:cubicBezTo>
                        <a:pt x="92340" y="221489"/>
                        <a:pt x="94227" y="212208"/>
                        <a:pt x="98160" y="199781"/>
                      </a:cubicBezTo>
                      <a:lnTo>
                        <a:pt x="98160" y="194432"/>
                      </a:lnTo>
                      <a:cubicBezTo>
                        <a:pt x="98160" y="189713"/>
                        <a:pt x="98475" y="185623"/>
                        <a:pt x="99104" y="182162"/>
                      </a:cubicBezTo>
                      <a:cubicBezTo>
                        <a:pt x="99733" y="178859"/>
                        <a:pt x="100048" y="176185"/>
                        <a:pt x="100048" y="174297"/>
                      </a:cubicBezTo>
                      <a:cubicBezTo>
                        <a:pt x="97531" y="179016"/>
                        <a:pt x="95486" y="183578"/>
                        <a:pt x="93755" y="187668"/>
                      </a:cubicBezTo>
                      <a:cubicBezTo>
                        <a:pt x="92182" y="191758"/>
                        <a:pt x="90295" y="195376"/>
                        <a:pt x="88092" y="198208"/>
                      </a:cubicBezTo>
                      <a:cubicBezTo>
                        <a:pt x="87778" y="200095"/>
                        <a:pt x="84474" y="201983"/>
                        <a:pt x="78025" y="204028"/>
                      </a:cubicBezTo>
                      <a:lnTo>
                        <a:pt x="60249" y="204500"/>
                      </a:lnTo>
                      <a:cubicBezTo>
                        <a:pt x="60249" y="204500"/>
                        <a:pt x="59305" y="204028"/>
                        <a:pt x="57417" y="204028"/>
                      </a:cubicBezTo>
                      <a:lnTo>
                        <a:pt x="50181" y="203556"/>
                      </a:lnTo>
                      <a:cubicBezTo>
                        <a:pt x="33192" y="203556"/>
                        <a:pt x="22652" y="201354"/>
                        <a:pt x="18090" y="196792"/>
                      </a:cubicBezTo>
                      <a:cubicBezTo>
                        <a:pt x="15888" y="193960"/>
                        <a:pt x="13214" y="191286"/>
                        <a:pt x="9910" y="188612"/>
                      </a:cubicBezTo>
                      <a:cubicBezTo>
                        <a:pt x="7079" y="185151"/>
                        <a:pt x="5348" y="180589"/>
                        <a:pt x="4719" y="175241"/>
                      </a:cubicBezTo>
                      <a:cubicBezTo>
                        <a:pt x="3775" y="174297"/>
                        <a:pt x="3146" y="171623"/>
                        <a:pt x="2832" y="167061"/>
                      </a:cubicBezTo>
                      <a:lnTo>
                        <a:pt x="2832" y="161870"/>
                      </a:lnTo>
                      <a:lnTo>
                        <a:pt x="1888" y="156049"/>
                      </a:lnTo>
                      <a:cubicBezTo>
                        <a:pt x="1888" y="156049"/>
                        <a:pt x="1888" y="153218"/>
                        <a:pt x="944" y="149285"/>
                      </a:cubicBezTo>
                      <a:cubicBezTo>
                        <a:pt x="315" y="145510"/>
                        <a:pt x="0" y="139217"/>
                        <a:pt x="0" y="130565"/>
                      </a:cubicBezTo>
                      <a:lnTo>
                        <a:pt x="0" y="124745"/>
                      </a:lnTo>
                      <a:cubicBezTo>
                        <a:pt x="0" y="96272"/>
                        <a:pt x="315" y="81485"/>
                        <a:pt x="944" y="80227"/>
                      </a:cubicBezTo>
                      <a:cubicBezTo>
                        <a:pt x="1888" y="78339"/>
                        <a:pt x="2360" y="76609"/>
                        <a:pt x="2360" y="75036"/>
                      </a:cubicBezTo>
                      <a:cubicBezTo>
                        <a:pt x="1730" y="73463"/>
                        <a:pt x="1888" y="71732"/>
                        <a:pt x="2832" y="69845"/>
                      </a:cubicBezTo>
                      <a:lnTo>
                        <a:pt x="3775" y="63080"/>
                      </a:lnTo>
                      <a:lnTo>
                        <a:pt x="8495" y="48293"/>
                      </a:lnTo>
                      <a:cubicBezTo>
                        <a:pt x="8495" y="47035"/>
                        <a:pt x="9438" y="43102"/>
                        <a:pt x="11326" y="36338"/>
                      </a:cubicBezTo>
                      <a:cubicBezTo>
                        <a:pt x="13214" y="34450"/>
                        <a:pt x="14315" y="32248"/>
                        <a:pt x="14630" y="29574"/>
                      </a:cubicBezTo>
                      <a:cubicBezTo>
                        <a:pt x="15888" y="23439"/>
                        <a:pt x="16675" y="19349"/>
                        <a:pt x="16832" y="17147"/>
                      </a:cubicBezTo>
                      <a:cubicBezTo>
                        <a:pt x="16832" y="14944"/>
                        <a:pt x="18405" y="11798"/>
                        <a:pt x="20922" y="8023"/>
                      </a:cubicBezTo>
                      <a:cubicBezTo>
                        <a:pt x="24697" y="5191"/>
                        <a:pt x="30360" y="4090"/>
                        <a:pt x="37911" y="4877"/>
                      </a:cubicBezTo>
                      <a:cubicBezTo>
                        <a:pt x="45462" y="5663"/>
                        <a:pt x="51911" y="8967"/>
                        <a:pt x="57260" y="14630"/>
                      </a:cubicBezTo>
                      <a:lnTo>
                        <a:pt x="52069" y="35709"/>
                      </a:lnTo>
                      <a:cubicBezTo>
                        <a:pt x="52383" y="37911"/>
                        <a:pt x="52541" y="39799"/>
                        <a:pt x="52541" y="41372"/>
                      </a:cubicBezTo>
                      <a:lnTo>
                        <a:pt x="51597" y="52855"/>
                      </a:lnTo>
                      <a:close/>
                    </a:path>
                  </a:pathLst>
                </a:custGeom>
                <a:grpFill/>
                <a:ln w="0" cap="flat">
                  <a:noFill/>
                  <a:prstDash val="solid"/>
                  <a:miter/>
                </a:ln>
              </p:spPr>
              <p:txBody>
                <a:bodyPr rtlCol="0" anchor="ctr"/>
                <a:lstStyle/>
                <a:p>
                  <a:endParaRPr lang="en-IN"/>
                </a:p>
              </p:txBody>
            </p:sp>
            <p:sp>
              <p:nvSpPr>
                <p:cNvPr id="1350" name="Freeform: Shape 1349">
                  <a:extLst>
                    <a:ext uri="{FF2B5EF4-FFF2-40B4-BE49-F238E27FC236}">
                      <a16:creationId xmlns:a16="http://schemas.microsoft.com/office/drawing/2014/main" id="{33F2ED4E-19A5-5B6F-6995-30F32A95D178}"/>
                    </a:ext>
                  </a:extLst>
                </p:cNvPr>
                <p:cNvSpPr/>
                <p:nvPr/>
              </p:nvSpPr>
              <p:spPr>
                <a:xfrm>
                  <a:off x="6358578" y="1106399"/>
                  <a:ext cx="212432" cy="327108"/>
                </a:xfrm>
                <a:custGeom>
                  <a:avLst/>
                  <a:gdLst>
                    <a:gd name="connsiteX0" fmla="*/ 99800 w 212432"/>
                    <a:gd name="connsiteY0" fmla="*/ 85682 h 327108"/>
                    <a:gd name="connsiteX1" fmla="*/ 96497 w 212432"/>
                    <a:gd name="connsiteY1" fmla="*/ 142628 h 327108"/>
                    <a:gd name="connsiteX2" fmla="*/ 115689 w 212432"/>
                    <a:gd name="connsiteY2" fmla="*/ 140425 h 327108"/>
                    <a:gd name="connsiteX3" fmla="*/ 137712 w 212432"/>
                    <a:gd name="connsiteY3" fmla="*/ 140583 h 327108"/>
                    <a:gd name="connsiteX4" fmla="*/ 155487 w 212432"/>
                    <a:gd name="connsiteY4" fmla="*/ 148763 h 327108"/>
                    <a:gd name="connsiteX5" fmla="*/ 171218 w 212432"/>
                    <a:gd name="connsiteY5" fmla="*/ 163550 h 327108"/>
                    <a:gd name="connsiteX6" fmla="*/ 157375 w 212432"/>
                    <a:gd name="connsiteY6" fmla="*/ 182741 h 327108"/>
                    <a:gd name="connsiteX7" fmla="*/ 133464 w 212432"/>
                    <a:gd name="connsiteY7" fmla="*/ 185573 h 327108"/>
                    <a:gd name="connsiteX8" fmla="*/ 95710 w 212432"/>
                    <a:gd name="connsiteY8" fmla="*/ 187460 h 327108"/>
                    <a:gd name="connsiteX9" fmla="*/ 95710 w 212432"/>
                    <a:gd name="connsiteY9" fmla="*/ 209483 h 327108"/>
                    <a:gd name="connsiteX10" fmla="*/ 98542 w 212432"/>
                    <a:gd name="connsiteY10" fmla="*/ 277912 h 327108"/>
                    <a:gd name="connsiteX11" fmla="*/ 100902 w 212432"/>
                    <a:gd name="connsiteY11" fmla="*/ 295059 h 327108"/>
                    <a:gd name="connsiteX12" fmla="*/ 100902 w 212432"/>
                    <a:gd name="connsiteY12" fmla="*/ 305599 h 327108"/>
                    <a:gd name="connsiteX13" fmla="*/ 98542 w 212432"/>
                    <a:gd name="connsiteY13" fmla="*/ 317082 h 327108"/>
                    <a:gd name="connsiteX14" fmla="*/ 91306 w 212432"/>
                    <a:gd name="connsiteY14" fmla="*/ 324790 h 327108"/>
                    <a:gd name="connsiteX15" fmla="*/ 49619 w 212432"/>
                    <a:gd name="connsiteY15" fmla="*/ 315194 h 327108"/>
                    <a:gd name="connsiteX16" fmla="*/ 41911 w 212432"/>
                    <a:gd name="connsiteY16" fmla="*/ 305126 h 327108"/>
                    <a:gd name="connsiteX17" fmla="*/ 39080 w 212432"/>
                    <a:gd name="connsiteY17" fmla="*/ 290812 h 327108"/>
                    <a:gd name="connsiteX18" fmla="*/ 35304 w 212432"/>
                    <a:gd name="connsiteY18" fmla="*/ 275081 h 327108"/>
                    <a:gd name="connsiteX19" fmla="*/ 36563 w 212432"/>
                    <a:gd name="connsiteY19" fmla="*/ 267845 h 327108"/>
                    <a:gd name="connsiteX20" fmla="*/ 37821 w 212432"/>
                    <a:gd name="connsiteY20" fmla="*/ 258249 h 327108"/>
                    <a:gd name="connsiteX21" fmla="*/ 35462 w 212432"/>
                    <a:gd name="connsiteY21" fmla="*/ 247237 h 327108"/>
                    <a:gd name="connsiteX22" fmla="*/ 34518 w 212432"/>
                    <a:gd name="connsiteY22" fmla="*/ 236226 h 327108"/>
                    <a:gd name="connsiteX23" fmla="*/ 34518 w 212432"/>
                    <a:gd name="connsiteY23" fmla="*/ 231507 h 327108"/>
                    <a:gd name="connsiteX24" fmla="*/ 35776 w 212432"/>
                    <a:gd name="connsiteY24" fmla="*/ 220338 h 327108"/>
                    <a:gd name="connsiteX25" fmla="*/ 37192 w 212432"/>
                    <a:gd name="connsiteY25" fmla="*/ 208382 h 327108"/>
                    <a:gd name="connsiteX26" fmla="*/ 37507 w 212432"/>
                    <a:gd name="connsiteY26" fmla="*/ 197056 h 327108"/>
                    <a:gd name="connsiteX27" fmla="*/ 37507 w 212432"/>
                    <a:gd name="connsiteY27" fmla="*/ 195640 h 327108"/>
                    <a:gd name="connsiteX28" fmla="*/ 27754 w 212432"/>
                    <a:gd name="connsiteY28" fmla="*/ 192809 h 327108"/>
                    <a:gd name="connsiteX29" fmla="*/ 20989 w 212432"/>
                    <a:gd name="connsiteY29" fmla="*/ 189663 h 327108"/>
                    <a:gd name="connsiteX30" fmla="*/ 16899 w 212432"/>
                    <a:gd name="connsiteY30" fmla="*/ 182741 h 327108"/>
                    <a:gd name="connsiteX31" fmla="*/ 26967 w 212432"/>
                    <a:gd name="connsiteY31" fmla="*/ 169370 h 327108"/>
                    <a:gd name="connsiteX32" fmla="*/ 38450 w 212432"/>
                    <a:gd name="connsiteY32" fmla="*/ 162606 h 327108"/>
                    <a:gd name="connsiteX33" fmla="*/ 38450 w 212432"/>
                    <a:gd name="connsiteY33" fmla="*/ 153010 h 327108"/>
                    <a:gd name="connsiteX34" fmla="*/ 40810 w 212432"/>
                    <a:gd name="connsiteY34" fmla="*/ 126268 h 327108"/>
                    <a:gd name="connsiteX35" fmla="*/ 40810 w 212432"/>
                    <a:gd name="connsiteY35" fmla="*/ 106604 h 327108"/>
                    <a:gd name="connsiteX36" fmla="*/ 41282 w 212432"/>
                    <a:gd name="connsiteY36" fmla="*/ 95593 h 327108"/>
                    <a:gd name="connsiteX37" fmla="*/ 44114 w 212432"/>
                    <a:gd name="connsiteY37" fmla="*/ 85053 h 327108"/>
                    <a:gd name="connsiteX38" fmla="*/ 9663 w 212432"/>
                    <a:gd name="connsiteY38" fmla="*/ 86941 h 327108"/>
                    <a:gd name="connsiteX39" fmla="*/ 67 w 212432"/>
                    <a:gd name="connsiteY39" fmla="*/ 73098 h 327108"/>
                    <a:gd name="connsiteX40" fmla="*/ 2427 w 212432"/>
                    <a:gd name="connsiteY40" fmla="*/ 59255 h 327108"/>
                    <a:gd name="connsiteX41" fmla="*/ 13911 w 212432"/>
                    <a:gd name="connsiteY41" fmla="*/ 42423 h 327108"/>
                    <a:gd name="connsiteX42" fmla="*/ 34046 w 212432"/>
                    <a:gd name="connsiteY42" fmla="*/ 35658 h 327108"/>
                    <a:gd name="connsiteX43" fmla="*/ 66609 w 212432"/>
                    <a:gd name="connsiteY43" fmla="*/ 27478 h 327108"/>
                    <a:gd name="connsiteX44" fmla="*/ 112070 w 212432"/>
                    <a:gd name="connsiteY44" fmla="*/ 19298 h 327108"/>
                    <a:gd name="connsiteX45" fmla="*/ 134565 w 212432"/>
                    <a:gd name="connsiteY45" fmla="*/ 11119 h 327108"/>
                    <a:gd name="connsiteX46" fmla="*/ 145262 w 212432"/>
                    <a:gd name="connsiteY46" fmla="*/ 7343 h 327108"/>
                    <a:gd name="connsiteX47" fmla="*/ 154544 w 212432"/>
                    <a:gd name="connsiteY47" fmla="*/ 5455 h 327108"/>
                    <a:gd name="connsiteX48" fmla="*/ 165555 w 212432"/>
                    <a:gd name="connsiteY48" fmla="*/ 1208 h 327108"/>
                    <a:gd name="connsiteX49" fmla="*/ 189466 w 212432"/>
                    <a:gd name="connsiteY49" fmla="*/ 5455 h 327108"/>
                    <a:gd name="connsiteX50" fmla="*/ 200949 w 212432"/>
                    <a:gd name="connsiteY50" fmla="*/ 12220 h 327108"/>
                    <a:gd name="connsiteX51" fmla="*/ 211961 w 212432"/>
                    <a:gd name="connsiteY51" fmla="*/ 30939 h 327108"/>
                    <a:gd name="connsiteX52" fmla="*/ 210545 w 212432"/>
                    <a:gd name="connsiteY52" fmla="*/ 38805 h 327108"/>
                    <a:gd name="connsiteX53" fmla="*/ 201421 w 212432"/>
                    <a:gd name="connsiteY53" fmla="*/ 43367 h 327108"/>
                    <a:gd name="connsiteX54" fmla="*/ 188522 w 212432"/>
                    <a:gd name="connsiteY54" fmla="*/ 48086 h 327108"/>
                    <a:gd name="connsiteX55" fmla="*/ 172319 w 212432"/>
                    <a:gd name="connsiteY55" fmla="*/ 53277 h 327108"/>
                    <a:gd name="connsiteX56" fmla="*/ 150296 w 212432"/>
                    <a:gd name="connsiteY56" fmla="*/ 58625 h 327108"/>
                    <a:gd name="connsiteX57" fmla="*/ 145577 w 212432"/>
                    <a:gd name="connsiteY57" fmla="*/ 59097 h 327108"/>
                    <a:gd name="connsiteX58" fmla="*/ 130318 w 212432"/>
                    <a:gd name="connsiteY58" fmla="*/ 62873 h 327108"/>
                    <a:gd name="connsiteX59" fmla="*/ 116475 w 212432"/>
                    <a:gd name="connsiteY59" fmla="*/ 65232 h 327108"/>
                    <a:gd name="connsiteX60" fmla="*/ 101688 w 212432"/>
                    <a:gd name="connsiteY60" fmla="*/ 71997 h 327108"/>
                    <a:gd name="connsiteX61" fmla="*/ 101216 w 212432"/>
                    <a:gd name="connsiteY61" fmla="*/ 74828 h 327108"/>
                    <a:gd name="connsiteX62" fmla="*/ 100272 w 212432"/>
                    <a:gd name="connsiteY62" fmla="*/ 80648 h 327108"/>
                    <a:gd name="connsiteX63" fmla="*/ 100272 w 212432"/>
                    <a:gd name="connsiteY63" fmla="*/ 85368 h 32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12432" h="327108">
                      <a:moveTo>
                        <a:pt x="99800" y="85682"/>
                      </a:moveTo>
                      <a:lnTo>
                        <a:pt x="96497" y="142628"/>
                      </a:lnTo>
                      <a:cubicBezTo>
                        <a:pt x="98070" y="141684"/>
                        <a:pt x="104520" y="140897"/>
                        <a:pt x="115689" y="140425"/>
                      </a:cubicBezTo>
                      <a:cubicBezTo>
                        <a:pt x="126857" y="139953"/>
                        <a:pt x="134251" y="139953"/>
                        <a:pt x="137712" y="140583"/>
                      </a:cubicBezTo>
                      <a:lnTo>
                        <a:pt x="155487" y="148763"/>
                      </a:lnTo>
                      <a:cubicBezTo>
                        <a:pt x="159892" y="151594"/>
                        <a:pt x="165240" y="156628"/>
                        <a:pt x="171218" y="163550"/>
                      </a:cubicBezTo>
                      <a:cubicBezTo>
                        <a:pt x="174994" y="171887"/>
                        <a:pt x="170432" y="178179"/>
                        <a:pt x="157375" y="182741"/>
                      </a:cubicBezTo>
                      <a:cubicBezTo>
                        <a:pt x="144948" y="184629"/>
                        <a:pt x="136925" y="185573"/>
                        <a:pt x="133464" y="185573"/>
                      </a:cubicBezTo>
                      <a:lnTo>
                        <a:pt x="95710" y="187460"/>
                      </a:lnTo>
                      <a:lnTo>
                        <a:pt x="95710" y="209483"/>
                      </a:lnTo>
                      <a:cubicBezTo>
                        <a:pt x="97598" y="248653"/>
                        <a:pt x="98542" y="271463"/>
                        <a:pt x="98542" y="277912"/>
                      </a:cubicBezTo>
                      <a:cubicBezTo>
                        <a:pt x="100115" y="287508"/>
                        <a:pt x="100902" y="293171"/>
                        <a:pt x="100902" y="295059"/>
                      </a:cubicBezTo>
                      <a:lnTo>
                        <a:pt x="100902" y="305599"/>
                      </a:lnTo>
                      <a:cubicBezTo>
                        <a:pt x="100902" y="311733"/>
                        <a:pt x="100115" y="315509"/>
                        <a:pt x="98542" y="317082"/>
                      </a:cubicBezTo>
                      <a:cubicBezTo>
                        <a:pt x="94767" y="321801"/>
                        <a:pt x="92250" y="324475"/>
                        <a:pt x="91306" y="324790"/>
                      </a:cubicBezTo>
                      <a:cubicBezTo>
                        <a:pt x="78249" y="329824"/>
                        <a:pt x="64406" y="326678"/>
                        <a:pt x="49619" y="315194"/>
                      </a:cubicBezTo>
                      <a:lnTo>
                        <a:pt x="41911" y="305126"/>
                      </a:lnTo>
                      <a:cubicBezTo>
                        <a:pt x="41911" y="303868"/>
                        <a:pt x="40967" y="298991"/>
                        <a:pt x="39080" y="290812"/>
                      </a:cubicBezTo>
                      <a:cubicBezTo>
                        <a:pt x="39394" y="289868"/>
                        <a:pt x="38136" y="284519"/>
                        <a:pt x="35304" y="275081"/>
                      </a:cubicBezTo>
                      <a:cubicBezTo>
                        <a:pt x="35304" y="273193"/>
                        <a:pt x="35776" y="270833"/>
                        <a:pt x="36563" y="267845"/>
                      </a:cubicBezTo>
                      <a:cubicBezTo>
                        <a:pt x="37349" y="265013"/>
                        <a:pt x="37821" y="261710"/>
                        <a:pt x="37821" y="258249"/>
                      </a:cubicBezTo>
                      <a:cubicBezTo>
                        <a:pt x="37821" y="254788"/>
                        <a:pt x="37035" y="251013"/>
                        <a:pt x="35462" y="247237"/>
                      </a:cubicBezTo>
                      <a:cubicBezTo>
                        <a:pt x="35462" y="243147"/>
                        <a:pt x="35147" y="239372"/>
                        <a:pt x="34518" y="236226"/>
                      </a:cubicBezTo>
                      <a:lnTo>
                        <a:pt x="34518" y="231507"/>
                      </a:lnTo>
                      <a:cubicBezTo>
                        <a:pt x="35147" y="228046"/>
                        <a:pt x="35619" y="224270"/>
                        <a:pt x="35776" y="220338"/>
                      </a:cubicBezTo>
                      <a:cubicBezTo>
                        <a:pt x="35934" y="216405"/>
                        <a:pt x="36406" y="212315"/>
                        <a:pt x="37192" y="208382"/>
                      </a:cubicBezTo>
                      <a:cubicBezTo>
                        <a:pt x="37979" y="204450"/>
                        <a:pt x="38136" y="200674"/>
                        <a:pt x="37507" y="197056"/>
                      </a:cubicBezTo>
                      <a:lnTo>
                        <a:pt x="37507" y="195640"/>
                      </a:lnTo>
                      <a:cubicBezTo>
                        <a:pt x="33102" y="193438"/>
                        <a:pt x="29799" y="192494"/>
                        <a:pt x="27754" y="192809"/>
                      </a:cubicBezTo>
                      <a:cubicBezTo>
                        <a:pt x="25709" y="193123"/>
                        <a:pt x="23506" y="192022"/>
                        <a:pt x="20989" y="189663"/>
                      </a:cubicBezTo>
                      <a:cubicBezTo>
                        <a:pt x="18630" y="187303"/>
                        <a:pt x="17214" y="184943"/>
                        <a:pt x="16899" y="182741"/>
                      </a:cubicBezTo>
                      <a:cubicBezTo>
                        <a:pt x="16585" y="180539"/>
                        <a:pt x="19888" y="175977"/>
                        <a:pt x="26967" y="169370"/>
                      </a:cubicBezTo>
                      <a:cubicBezTo>
                        <a:pt x="27596" y="168112"/>
                        <a:pt x="31372" y="165909"/>
                        <a:pt x="38450" y="162606"/>
                      </a:cubicBezTo>
                      <a:lnTo>
                        <a:pt x="38450" y="153010"/>
                      </a:lnTo>
                      <a:lnTo>
                        <a:pt x="40810" y="126268"/>
                      </a:lnTo>
                      <a:cubicBezTo>
                        <a:pt x="39866" y="117616"/>
                        <a:pt x="39866" y="111166"/>
                        <a:pt x="40810" y="106604"/>
                      </a:cubicBezTo>
                      <a:cubicBezTo>
                        <a:pt x="41754" y="102200"/>
                        <a:pt x="41911" y="98424"/>
                        <a:pt x="41282" y="95593"/>
                      </a:cubicBezTo>
                      <a:lnTo>
                        <a:pt x="44114" y="85053"/>
                      </a:lnTo>
                      <a:cubicBezTo>
                        <a:pt x="28226" y="87885"/>
                        <a:pt x="16742" y="88514"/>
                        <a:pt x="9663" y="86941"/>
                      </a:cubicBezTo>
                      <a:cubicBezTo>
                        <a:pt x="3528" y="84109"/>
                        <a:pt x="382" y="79390"/>
                        <a:pt x="67" y="73098"/>
                      </a:cubicBezTo>
                      <a:cubicBezTo>
                        <a:pt x="-247" y="72783"/>
                        <a:pt x="539" y="68221"/>
                        <a:pt x="2427" y="59255"/>
                      </a:cubicBezTo>
                      <a:cubicBezTo>
                        <a:pt x="1483" y="54850"/>
                        <a:pt x="5259" y="49187"/>
                        <a:pt x="13911" y="42423"/>
                      </a:cubicBezTo>
                      <a:cubicBezTo>
                        <a:pt x="20989" y="39277"/>
                        <a:pt x="27596" y="37074"/>
                        <a:pt x="34046" y="35658"/>
                      </a:cubicBezTo>
                      <a:cubicBezTo>
                        <a:pt x="46159" y="31569"/>
                        <a:pt x="57013" y="28737"/>
                        <a:pt x="66609" y="27478"/>
                      </a:cubicBezTo>
                      <a:cubicBezTo>
                        <a:pt x="85486" y="24332"/>
                        <a:pt x="100587" y="21501"/>
                        <a:pt x="112070" y="19298"/>
                      </a:cubicBezTo>
                      <a:lnTo>
                        <a:pt x="134565" y="11119"/>
                      </a:lnTo>
                      <a:cubicBezTo>
                        <a:pt x="139599" y="8287"/>
                        <a:pt x="143217" y="7028"/>
                        <a:pt x="145262" y="7343"/>
                      </a:cubicBezTo>
                      <a:cubicBezTo>
                        <a:pt x="147307" y="7658"/>
                        <a:pt x="150454" y="7028"/>
                        <a:pt x="154544" y="5455"/>
                      </a:cubicBezTo>
                      <a:cubicBezTo>
                        <a:pt x="155173" y="3882"/>
                        <a:pt x="158791" y="2467"/>
                        <a:pt x="165555" y="1208"/>
                      </a:cubicBezTo>
                      <a:cubicBezTo>
                        <a:pt x="179241" y="-1309"/>
                        <a:pt x="187264" y="107"/>
                        <a:pt x="189466" y="5455"/>
                      </a:cubicBezTo>
                      <a:cubicBezTo>
                        <a:pt x="192297" y="6085"/>
                        <a:pt x="196230" y="8287"/>
                        <a:pt x="200949" y="12220"/>
                      </a:cubicBezTo>
                      <a:cubicBezTo>
                        <a:pt x="201893" y="12534"/>
                        <a:pt x="205511" y="18827"/>
                        <a:pt x="211961" y="30939"/>
                      </a:cubicBezTo>
                      <a:cubicBezTo>
                        <a:pt x="212905" y="33456"/>
                        <a:pt x="212433" y="36130"/>
                        <a:pt x="210545" y="38805"/>
                      </a:cubicBezTo>
                      <a:cubicBezTo>
                        <a:pt x="208657" y="41479"/>
                        <a:pt x="205669" y="43052"/>
                        <a:pt x="201421" y="43367"/>
                      </a:cubicBezTo>
                      <a:lnTo>
                        <a:pt x="188522" y="48086"/>
                      </a:lnTo>
                      <a:cubicBezTo>
                        <a:pt x="184747" y="48400"/>
                        <a:pt x="179241" y="50131"/>
                        <a:pt x="172319" y="53277"/>
                      </a:cubicBezTo>
                      <a:cubicBezTo>
                        <a:pt x="159263" y="56738"/>
                        <a:pt x="151869" y="58625"/>
                        <a:pt x="150296" y="58625"/>
                      </a:cubicBezTo>
                      <a:cubicBezTo>
                        <a:pt x="148723" y="58625"/>
                        <a:pt x="147150" y="58783"/>
                        <a:pt x="145577" y="59097"/>
                      </a:cubicBezTo>
                      <a:cubicBezTo>
                        <a:pt x="140858" y="60041"/>
                        <a:pt x="135667" y="61300"/>
                        <a:pt x="130318" y="62873"/>
                      </a:cubicBezTo>
                      <a:cubicBezTo>
                        <a:pt x="124812" y="64446"/>
                        <a:pt x="120250" y="65232"/>
                        <a:pt x="116475" y="65232"/>
                      </a:cubicBezTo>
                      <a:cubicBezTo>
                        <a:pt x="107509" y="67120"/>
                        <a:pt x="102632" y="69322"/>
                        <a:pt x="101688" y="71997"/>
                      </a:cubicBezTo>
                      <a:cubicBezTo>
                        <a:pt x="101374" y="72626"/>
                        <a:pt x="101216" y="73570"/>
                        <a:pt x="101216" y="74828"/>
                      </a:cubicBezTo>
                      <a:lnTo>
                        <a:pt x="100272" y="80648"/>
                      </a:lnTo>
                      <a:lnTo>
                        <a:pt x="100272" y="85368"/>
                      </a:lnTo>
                      <a:close/>
                    </a:path>
                  </a:pathLst>
                </a:custGeom>
                <a:grpFill/>
                <a:ln w="0" cap="flat">
                  <a:noFill/>
                  <a:prstDash val="solid"/>
                  <a:miter/>
                </a:ln>
              </p:spPr>
              <p:txBody>
                <a:bodyPr rtlCol="0" anchor="ctr"/>
                <a:lstStyle/>
                <a:p>
                  <a:endParaRPr lang="en-IN"/>
                </a:p>
              </p:txBody>
            </p:sp>
            <p:sp>
              <p:nvSpPr>
                <p:cNvPr id="1351" name="Freeform: Shape 1350">
                  <a:extLst>
                    <a:ext uri="{FF2B5EF4-FFF2-40B4-BE49-F238E27FC236}">
                      <a16:creationId xmlns:a16="http://schemas.microsoft.com/office/drawing/2014/main" id="{24FF113A-6FCC-8832-63EA-7E9D8728933E}"/>
                    </a:ext>
                  </a:extLst>
                </p:cNvPr>
                <p:cNvSpPr/>
                <p:nvPr/>
              </p:nvSpPr>
              <p:spPr>
                <a:xfrm>
                  <a:off x="6582651" y="1231880"/>
                  <a:ext cx="178556" cy="203136"/>
                </a:xfrm>
                <a:custGeom>
                  <a:avLst/>
                  <a:gdLst>
                    <a:gd name="connsiteX0" fmla="*/ 107756 w 178556"/>
                    <a:gd name="connsiteY0" fmla="*/ 153532 h 203136"/>
                    <a:gd name="connsiteX1" fmla="*/ 100520 w 178556"/>
                    <a:gd name="connsiteY1" fmla="*/ 172252 h 203136"/>
                    <a:gd name="connsiteX2" fmla="*/ 86677 w 178556"/>
                    <a:gd name="connsiteY2" fmla="*/ 192859 h 203136"/>
                    <a:gd name="connsiteX3" fmla="*/ 70631 w 178556"/>
                    <a:gd name="connsiteY3" fmla="*/ 202927 h 203136"/>
                    <a:gd name="connsiteX4" fmla="*/ 47822 w 178556"/>
                    <a:gd name="connsiteY4" fmla="*/ 200567 h 203136"/>
                    <a:gd name="connsiteX5" fmla="*/ 25327 w 178556"/>
                    <a:gd name="connsiteY5" fmla="*/ 188140 h 203136"/>
                    <a:gd name="connsiteX6" fmla="*/ 10225 w 178556"/>
                    <a:gd name="connsiteY6" fmla="*/ 163915 h 203136"/>
                    <a:gd name="connsiteX7" fmla="*/ 2360 w 178556"/>
                    <a:gd name="connsiteY7" fmla="*/ 135914 h 203136"/>
                    <a:gd name="connsiteX8" fmla="*/ 0 w 178556"/>
                    <a:gd name="connsiteY8" fmla="*/ 115778 h 203136"/>
                    <a:gd name="connsiteX9" fmla="*/ 0 w 178556"/>
                    <a:gd name="connsiteY9" fmla="*/ 104295 h 203136"/>
                    <a:gd name="connsiteX10" fmla="*/ 1416 w 178556"/>
                    <a:gd name="connsiteY10" fmla="*/ 84160 h 203136"/>
                    <a:gd name="connsiteX11" fmla="*/ 3775 w 178556"/>
                    <a:gd name="connsiteY11" fmla="*/ 74092 h 203136"/>
                    <a:gd name="connsiteX12" fmla="*/ 15259 w 178556"/>
                    <a:gd name="connsiteY12" fmla="*/ 35866 h 203136"/>
                    <a:gd name="connsiteX13" fmla="*/ 51597 w 178556"/>
                    <a:gd name="connsiteY13" fmla="*/ 0 h 203136"/>
                    <a:gd name="connsiteX14" fmla="*/ 53957 w 178556"/>
                    <a:gd name="connsiteY14" fmla="*/ 0 h 203136"/>
                    <a:gd name="connsiteX15" fmla="*/ 56788 w 178556"/>
                    <a:gd name="connsiteY15" fmla="*/ 472 h 203136"/>
                    <a:gd name="connsiteX16" fmla="*/ 63080 w 178556"/>
                    <a:gd name="connsiteY16" fmla="*/ 472 h 203136"/>
                    <a:gd name="connsiteX17" fmla="*/ 83688 w 178556"/>
                    <a:gd name="connsiteY17" fmla="*/ 3304 h 203136"/>
                    <a:gd name="connsiteX18" fmla="*/ 96115 w 178556"/>
                    <a:gd name="connsiteY18" fmla="*/ 5191 h 203136"/>
                    <a:gd name="connsiteX19" fmla="*/ 108542 w 178556"/>
                    <a:gd name="connsiteY19" fmla="*/ 7551 h 203136"/>
                    <a:gd name="connsiteX20" fmla="*/ 123644 w 178556"/>
                    <a:gd name="connsiteY20" fmla="*/ 9910 h 203136"/>
                    <a:gd name="connsiteX21" fmla="*/ 133712 w 178556"/>
                    <a:gd name="connsiteY21" fmla="*/ 14158 h 203136"/>
                    <a:gd name="connsiteX22" fmla="*/ 136386 w 178556"/>
                    <a:gd name="connsiteY22" fmla="*/ 24697 h 203136"/>
                    <a:gd name="connsiteX23" fmla="*/ 139060 w 178556"/>
                    <a:gd name="connsiteY23" fmla="*/ 37911 h 203136"/>
                    <a:gd name="connsiteX24" fmla="*/ 140318 w 178556"/>
                    <a:gd name="connsiteY24" fmla="*/ 46248 h 203136"/>
                    <a:gd name="connsiteX25" fmla="*/ 152746 w 178556"/>
                    <a:gd name="connsiteY25" fmla="*/ 111374 h 203136"/>
                    <a:gd name="connsiteX26" fmla="*/ 153690 w 178556"/>
                    <a:gd name="connsiteY26" fmla="*/ 115621 h 203136"/>
                    <a:gd name="connsiteX27" fmla="*/ 156993 w 178556"/>
                    <a:gd name="connsiteY27" fmla="*/ 126790 h 203136"/>
                    <a:gd name="connsiteX28" fmla="*/ 161240 w 178556"/>
                    <a:gd name="connsiteY28" fmla="*/ 140948 h 203136"/>
                    <a:gd name="connsiteX29" fmla="*/ 166432 w 178556"/>
                    <a:gd name="connsiteY29" fmla="*/ 156207 h 203136"/>
                    <a:gd name="connsiteX30" fmla="*/ 175084 w 178556"/>
                    <a:gd name="connsiteY30" fmla="*/ 172881 h 203136"/>
                    <a:gd name="connsiteX31" fmla="*/ 164072 w 178556"/>
                    <a:gd name="connsiteY31" fmla="*/ 195848 h 203136"/>
                    <a:gd name="connsiteX32" fmla="*/ 154004 w 178556"/>
                    <a:gd name="connsiteY32" fmla="*/ 196792 h 203136"/>
                    <a:gd name="connsiteX33" fmla="*/ 144880 w 178556"/>
                    <a:gd name="connsiteY33" fmla="*/ 192073 h 203136"/>
                    <a:gd name="connsiteX34" fmla="*/ 135757 w 178556"/>
                    <a:gd name="connsiteY34" fmla="*/ 186882 h 203136"/>
                    <a:gd name="connsiteX35" fmla="*/ 131981 w 178556"/>
                    <a:gd name="connsiteY35" fmla="*/ 185938 h 203136"/>
                    <a:gd name="connsiteX36" fmla="*/ 126161 w 178556"/>
                    <a:gd name="connsiteY36" fmla="*/ 182634 h 203136"/>
                    <a:gd name="connsiteX37" fmla="*/ 108857 w 178556"/>
                    <a:gd name="connsiteY37" fmla="*/ 143779 h 203136"/>
                    <a:gd name="connsiteX38" fmla="*/ 107441 w 178556"/>
                    <a:gd name="connsiteY38" fmla="*/ 153375 h 203136"/>
                    <a:gd name="connsiteX39" fmla="*/ 92969 w 178556"/>
                    <a:gd name="connsiteY39" fmla="*/ 62137 h 203136"/>
                    <a:gd name="connsiteX40" fmla="*/ 88250 w 178556"/>
                    <a:gd name="connsiteY40" fmla="*/ 46091 h 203136"/>
                    <a:gd name="connsiteX41" fmla="*/ 72519 w 178556"/>
                    <a:gd name="connsiteY41" fmla="*/ 39642 h 203136"/>
                    <a:gd name="connsiteX42" fmla="*/ 63710 w 178556"/>
                    <a:gd name="connsiteY42" fmla="*/ 55687 h 203136"/>
                    <a:gd name="connsiteX43" fmla="*/ 56788 w 178556"/>
                    <a:gd name="connsiteY43" fmla="*/ 84632 h 203136"/>
                    <a:gd name="connsiteX44" fmla="*/ 52069 w 178556"/>
                    <a:gd name="connsiteY44" fmla="*/ 130565 h 203136"/>
                    <a:gd name="connsiteX45" fmla="*/ 59777 w 178556"/>
                    <a:gd name="connsiteY45" fmla="*/ 165016 h 203136"/>
                    <a:gd name="connsiteX46" fmla="*/ 61665 w 178556"/>
                    <a:gd name="connsiteY46" fmla="*/ 166432 h 203136"/>
                    <a:gd name="connsiteX47" fmla="*/ 69373 w 178556"/>
                    <a:gd name="connsiteY47" fmla="*/ 156836 h 203136"/>
                    <a:gd name="connsiteX48" fmla="*/ 93283 w 178556"/>
                    <a:gd name="connsiteY48" fmla="*/ 62137 h 203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8556" h="203136">
                      <a:moveTo>
                        <a:pt x="107756" y="153532"/>
                      </a:moveTo>
                      <a:lnTo>
                        <a:pt x="100520" y="172252"/>
                      </a:lnTo>
                      <a:cubicBezTo>
                        <a:pt x="100520" y="172252"/>
                        <a:pt x="95958" y="179803"/>
                        <a:pt x="86677" y="192859"/>
                      </a:cubicBezTo>
                      <a:cubicBezTo>
                        <a:pt x="83845" y="198994"/>
                        <a:pt x="78497" y="202298"/>
                        <a:pt x="70631" y="202927"/>
                      </a:cubicBezTo>
                      <a:cubicBezTo>
                        <a:pt x="62766" y="203556"/>
                        <a:pt x="55215" y="202770"/>
                        <a:pt x="47822" y="200567"/>
                      </a:cubicBezTo>
                      <a:cubicBezTo>
                        <a:pt x="37911" y="197106"/>
                        <a:pt x="30360" y="192859"/>
                        <a:pt x="25327" y="188140"/>
                      </a:cubicBezTo>
                      <a:cubicBezTo>
                        <a:pt x="20293" y="183421"/>
                        <a:pt x="15259" y="175241"/>
                        <a:pt x="10225" y="163915"/>
                      </a:cubicBezTo>
                      <a:cubicBezTo>
                        <a:pt x="5348" y="152589"/>
                        <a:pt x="2674" y="143307"/>
                        <a:pt x="2360" y="135914"/>
                      </a:cubicBezTo>
                      <a:cubicBezTo>
                        <a:pt x="787" y="125374"/>
                        <a:pt x="0" y="118767"/>
                        <a:pt x="0" y="115778"/>
                      </a:cubicBezTo>
                      <a:lnTo>
                        <a:pt x="0" y="104295"/>
                      </a:lnTo>
                      <a:cubicBezTo>
                        <a:pt x="0" y="92812"/>
                        <a:pt x="472" y="86047"/>
                        <a:pt x="1416" y="84160"/>
                      </a:cubicBezTo>
                      <a:cubicBezTo>
                        <a:pt x="1730" y="82901"/>
                        <a:pt x="2517" y="79598"/>
                        <a:pt x="3775" y="74092"/>
                      </a:cubicBezTo>
                      <a:cubicBezTo>
                        <a:pt x="5348" y="60721"/>
                        <a:pt x="9124" y="47979"/>
                        <a:pt x="15259" y="35866"/>
                      </a:cubicBezTo>
                      <a:cubicBezTo>
                        <a:pt x="27057" y="12585"/>
                        <a:pt x="39170" y="629"/>
                        <a:pt x="51597" y="0"/>
                      </a:cubicBezTo>
                      <a:lnTo>
                        <a:pt x="53957" y="0"/>
                      </a:lnTo>
                      <a:cubicBezTo>
                        <a:pt x="53957" y="0"/>
                        <a:pt x="55530" y="472"/>
                        <a:pt x="56788" y="472"/>
                      </a:cubicBezTo>
                      <a:lnTo>
                        <a:pt x="63080" y="472"/>
                      </a:lnTo>
                      <a:cubicBezTo>
                        <a:pt x="74249" y="1416"/>
                        <a:pt x="81171" y="2360"/>
                        <a:pt x="83688" y="3304"/>
                      </a:cubicBezTo>
                      <a:cubicBezTo>
                        <a:pt x="88407" y="4562"/>
                        <a:pt x="92654" y="5191"/>
                        <a:pt x="96115" y="5191"/>
                      </a:cubicBezTo>
                      <a:lnTo>
                        <a:pt x="108542" y="7551"/>
                      </a:lnTo>
                      <a:cubicBezTo>
                        <a:pt x="112318" y="7236"/>
                        <a:pt x="117352" y="8023"/>
                        <a:pt x="123644" y="9910"/>
                      </a:cubicBezTo>
                      <a:cubicBezTo>
                        <a:pt x="129936" y="11798"/>
                        <a:pt x="133240" y="13214"/>
                        <a:pt x="133712" y="14158"/>
                      </a:cubicBezTo>
                      <a:cubicBezTo>
                        <a:pt x="134183" y="15102"/>
                        <a:pt x="135127" y="18562"/>
                        <a:pt x="136386" y="24697"/>
                      </a:cubicBezTo>
                      <a:cubicBezTo>
                        <a:pt x="137644" y="30832"/>
                        <a:pt x="138588" y="35080"/>
                        <a:pt x="139060" y="37911"/>
                      </a:cubicBezTo>
                      <a:cubicBezTo>
                        <a:pt x="139532" y="40585"/>
                        <a:pt x="140004" y="43417"/>
                        <a:pt x="140318" y="46248"/>
                      </a:cubicBezTo>
                      <a:cubicBezTo>
                        <a:pt x="142835" y="69530"/>
                        <a:pt x="147083" y="91238"/>
                        <a:pt x="152746" y="111374"/>
                      </a:cubicBezTo>
                      <a:cubicBezTo>
                        <a:pt x="153060" y="112318"/>
                        <a:pt x="153375" y="113733"/>
                        <a:pt x="153690" y="115621"/>
                      </a:cubicBezTo>
                      <a:cubicBezTo>
                        <a:pt x="154004" y="117509"/>
                        <a:pt x="155105" y="121284"/>
                        <a:pt x="156993" y="126790"/>
                      </a:cubicBezTo>
                      <a:cubicBezTo>
                        <a:pt x="158881" y="132453"/>
                        <a:pt x="160297" y="137015"/>
                        <a:pt x="161240" y="140948"/>
                      </a:cubicBezTo>
                      <a:cubicBezTo>
                        <a:pt x="162184" y="144723"/>
                        <a:pt x="163915" y="149914"/>
                        <a:pt x="166432" y="156207"/>
                      </a:cubicBezTo>
                      <a:cubicBezTo>
                        <a:pt x="168319" y="160926"/>
                        <a:pt x="171151" y="166589"/>
                        <a:pt x="175084" y="172881"/>
                      </a:cubicBezTo>
                      <a:cubicBezTo>
                        <a:pt x="182162" y="182792"/>
                        <a:pt x="178387" y="190500"/>
                        <a:pt x="164072" y="195848"/>
                      </a:cubicBezTo>
                      <a:cubicBezTo>
                        <a:pt x="162184" y="196477"/>
                        <a:pt x="158881" y="196792"/>
                        <a:pt x="154004" y="196792"/>
                      </a:cubicBezTo>
                      <a:cubicBezTo>
                        <a:pt x="153060" y="196792"/>
                        <a:pt x="150072" y="195219"/>
                        <a:pt x="144880" y="192073"/>
                      </a:cubicBezTo>
                      <a:cubicBezTo>
                        <a:pt x="141734" y="192073"/>
                        <a:pt x="138588" y="190342"/>
                        <a:pt x="135757" y="186882"/>
                      </a:cubicBezTo>
                      <a:lnTo>
                        <a:pt x="131981" y="185938"/>
                      </a:lnTo>
                      <a:cubicBezTo>
                        <a:pt x="129779" y="183735"/>
                        <a:pt x="127891" y="182634"/>
                        <a:pt x="126161" y="182634"/>
                      </a:cubicBezTo>
                      <a:cubicBezTo>
                        <a:pt x="125532" y="182005"/>
                        <a:pt x="119711" y="169106"/>
                        <a:pt x="108857" y="143779"/>
                      </a:cubicBezTo>
                      <a:cubicBezTo>
                        <a:pt x="107913" y="147240"/>
                        <a:pt x="107441" y="150543"/>
                        <a:pt x="107441" y="153375"/>
                      </a:cubicBezTo>
                      <a:close/>
                      <a:moveTo>
                        <a:pt x="92969" y="62137"/>
                      </a:moveTo>
                      <a:cubicBezTo>
                        <a:pt x="92654" y="55058"/>
                        <a:pt x="91081" y="49709"/>
                        <a:pt x="88250" y="46091"/>
                      </a:cubicBezTo>
                      <a:cubicBezTo>
                        <a:pt x="85418" y="42473"/>
                        <a:pt x="80070" y="40271"/>
                        <a:pt x="72519" y="39642"/>
                      </a:cubicBezTo>
                      <a:cubicBezTo>
                        <a:pt x="70317" y="41215"/>
                        <a:pt x="67328" y="46563"/>
                        <a:pt x="63710" y="55687"/>
                      </a:cubicBezTo>
                      <a:cubicBezTo>
                        <a:pt x="60092" y="64811"/>
                        <a:pt x="57732" y="74407"/>
                        <a:pt x="56788" y="84632"/>
                      </a:cubicBezTo>
                      <a:cubicBezTo>
                        <a:pt x="53642" y="99890"/>
                        <a:pt x="52069" y="115307"/>
                        <a:pt x="52069" y="130565"/>
                      </a:cubicBezTo>
                      <a:cubicBezTo>
                        <a:pt x="52383" y="146139"/>
                        <a:pt x="54900" y="157622"/>
                        <a:pt x="59777" y="165016"/>
                      </a:cubicBezTo>
                      <a:cubicBezTo>
                        <a:pt x="60406" y="166274"/>
                        <a:pt x="61035" y="166746"/>
                        <a:pt x="61665" y="166432"/>
                      </a:cubicBezTo>
                      <a:cubicBezTo>
                        <a:pt x="63238" y="166432"/>
                        <a:pt x="65755" y="163285"/>
                        <a:pt x="69373" y="156836"/>
                      </a:cubicBezTo>
                      <a:cubicBezTo>
                        <a:pt x="86205" y="126161"/>
                        <a:pt x="94227" y="94542"/>
                        <a:pt x="93283" y="62137"/>
                      </a:cubicBezTo>
                      <a:close/>
                    </a:path>
                  </a:pathLst>
                </a:custGeom>
                <a:grpFill/>
                <a:ln w="0" cap="flat">
                  <a:noFill/>
                  <a:prstDash val="solid"/>
                  <a:miter/>
                </a:ln>
              </p:spPr>
              <p:txBody>
                <a:bodyPr rtlCol="0" anchor="ctr"/>
                <a:lstStyle/>
                <a:p>
                  <a:endParaRPr lang="en-IN"/>
                </a:p>
              </p:txBody>
            </p:sp>
            <p:sp>
              <p:nvSpPr>
                <p:cNvPr id="1352" name="Freeform: Shape 1351">
                  <a:extLst>
                    <a:ext uri="{FF2B5EF4-FFF2-40B4-BE49-F238E27FC236}">
                      <a16:creationId xmlns:a16="http://schemas.microsoft.com/office/drawing/2014/main" id="{A998B22A-449C-D1EF-70B4-2059D4FDE719}"/>
                    </a:ext>
                  </a:extLst>
                </p:cNvPr>
                <p:cNvSpPr/>
                <p:nvPr/>
              </p:nvSpPr>
              <p:spPr>
                <a:xfrm>
                  <a:off x="6791399" y="1227733"/>
                  <a:ext cx="139265" cy="222350"/>
                </a:xfrm>
                <a:custGeom>
                  <a:avLst/>
                  <a:gdLst>
                    <a:gd name="connsiteX0" fmla="*/ 1416 w 139265"/>
                    <a:gd name="connsiteY0" fmla="*/ 62508 h 222350"/>
                    <a:gd name="connsiteX1" fmla="*/ 472 w 139265"/>
                    <a:gd name="connsiteY1" fmla="*/ 52441 h 222350"/>
                    <a:gd name="connsiteX2" fmla="*/ 472 w 139265"/>
                    <a:gd name="connsiteY2" fmla="*/ 49137 h 222350"/>
                    <a:gd name="connsiteX3" fmla="*/ 0 w 139265"/>
                    <a:gd name="connsiteY3" fmla="*/ 41901 h 222350"/>
                    <a:gd name="connsiteX4" fmla="*/ 944 w 139265"/>
                    <a:gd name="connsiteY4" fmla="*/ 33249 h 222350"/>
                    <a:gd name="connsiteX5" fmla="*/ 3303 w 139265"/>
                    <a:gd name="connsiteY5" fmla="*/ 20822 h 222350"/>
                    <a:gd name="connsiteX6" fmla="*/ 10068 w 139265"/>
                    <a:gd name="connsiteY6" fmla="*/ 9810 h 222350"/>
                    <a:gd name="connsiteX7" fmla="*/ 17304 w 139265"/>
                    <a:gd name="connsiteY7" fmla="*/ 3518 h 222350"/>
                    <a:gd name="connsiteX8" fmla="*/ 27843 w 139265"/>
                    <a:gd name="connsiteY8" fmla="*/ 686 h 222350"/>
                    <a:gd name="connsiteX9" fmla="*/ 40743 w 139265"/>
                    <a:gd name="connsiteY9" fmla="*/ 2102 h 222350"/>
                    <a:gd name="connsiteX10" fmla="*/ 55530 w 139265"/>
                    <a:gd name="connsiteY10" fmla="*/ 5406 h 222350"/>
                    <a:gd name="connsiteX11" fmla="*/ 64181 w 139265"/>
                    <a:gd name="connsiteY11" fmla="*/ 13114 h 222350"/>
                    <a:gd name="connsiteX12" fmla="*/ 61035 w 139265"/>
                    <a:gd name="connsiteY12" fmla="*/ 27271 h 222350"/>
                    <a:gd name="connsiteX13" fmla="*/ 59305 w 139265"/>
                    <a:gd name="connsiteY13" fmla="*/ 47092 h 222350"/>
                    <a:gd name="connsiteX14" fmla="*/ 69373 w 139265"/>
                    <a:gd name="connsiteY14" fmla="*/ 37024 h 222350"/>
                    <a:gd name="connsiteX15" fmla="*/ 77081 w 139265"/>
                    <a:gd name="connsiteY15" fmla="*/ 28844 h 222350"/>
                    <a:gd name="connsiteX16" fmla="*/ 101463 w 139265"/>
                    <a:gd name="connsiteY16" fmla="*/ 20665 h 222350"/>
                    <a:gd name="connsiteX17" fmla="*/ 123958 w 139265"/>
                    <a:gd name="connsiteY17" fmla="*/ 23024 h 222350"/>
                    <a:gd name="connsiteX18" fmla="*/ 130723 w 139265"/>
                    <a:gd name="connsiteY18" fmla="*/ 27271 h 222350"/>
                    <a:gd name="connsiteX19" fmla="*/ 137959 w 139265"/>
                    <a:gd name="connsiteY19" fmla="*/ 40485 h 222350"/>
                    <a:gd name="connsiteX20" fmla="*/ 137487 w 139265"/>
                    <a:gd name="connsiteY20" fmla="*/ 52283 h 222350"/>
                    <a:gd name="connsiteX21" fmla="*/ 118295 w 139265"/>
                    <a:gd name="connsiteY21" fmla="*/ 56059 h 222350"/>
                    <a:gd name="connsiteX22" fmla="*/ 111531 w 139265"/>
                    <a:gd name="connsiteY22" fmla="*/ 59834 h 222350"/>
                    <a:gd name="connsiteX23" fmla="*/ 86676 w 139265"/>
                    <a:gd name="connsiteY23" fmla="*/ 79498 h 222350"/>
                    <a:gd name="connsiteX24" fmla="*/ 76137 w 139265"/>
                    <a:gd name="connsiteY24" fmla="*/ 86262 h 222350"/>
                    <a:gd name="connsiteX25" fmla="*/ 67013 w 139265"/>
                    <a:gd name="connsiteY25" fmla="*/ 102936 h 222350"/>
                    <a:gd name="connsiteX26" fmla="*/ 66069 w 139265"/>
                    <a:gd name="connsiteY26" fmla="*/ 115364 h 222350"/>
                    <a:gd name="connsiteX27" fmla="*/ 66069 w 139265"/>
                    <a:gd name="connsiteY27" fmla="*/ 131881 h 222350"/>
                    <a:gd name="connsiteX28" fmla="*/ 66069 w 139265"/>
                    <a:gd name="connsiteY28" fmla="*/ 164129 h 222350"/>
                    <a:gd name="connsiteX29" fmla="*/ 66069 w 139265"/>
                    <a:gd name="connsiteY29" fmla="*/ 184736 h 222350"/>
                    <a:gd name="connsiteX30" fmla="*/ 65597 w 139265"/>
                    <a:gd name="connsiteY30" fmla="*/ 204085 h 222350"/>
                    <a:gd name="connsiteX31" fmla="*/ 61822 w 139265"/>
                    <a:gd name="connsiteY31" fmla="*/ 213366 h 222350"/>
                    <a:gd name="connsiteX32" fmla="*/ 52698 w 139265"/>
                    <a:gd name="connsiteY32" fmla="*/ 215726 h 222350"/>
                    <a:gd name="connsiteX33" fmla="*/ 28787 w 139265"/>
                    <a:gd name="connsiteY33" fmla="*/ 214310 h 222350"/>
                    <a:gd name="connsiteX34" fmla="*/ 22495 w 139265"/>
                    <a:gd name="connsiteY34" fmla="*/ 210535 h 222350"/>
                    <a:gd name="connsiteX35" fmla="*/ 17776 w 139265"/>
                    <a:gd name="connsiteY35" fmla="*/ 205816 h 222350"/>
                    <a:gd name="connsiteX36" fmla="*/ 14000 w 139265"/>
                    <a:gd name="connsiteY36" fmla="*/ 199523 h 222350"/>
                    <a:gd name="connsiteX37" fmla="*/ 12113 w 139265"/>
                    <a:gd name="connsiteY37" fmla="*/ 192759 h 222350"/>
                    <a:gd name="connsiteX38" fmla="*/ 9281 w 139265"/>
                    <a:gd name="connsiteY38" fmla="*/ 187096 h 222350"/>
                    <a:gd name="connsiteX39" fmla="*/ 6921 w 139265"/>
                    <a:gd name="connsiteY39" fmla="*/ 168691 h 222350"/>
                    <a:gd name="connsiteX40" fmla="*/ 5978 w 139265"/>
                    <a:gd name="connsiteY40" fmla="*/ 146668 h 222350"/>
                    <a:gd name="connsiteX41" fmla="*/ 5034 w 139265"/>
                    <a:gd name="connsiteY41" fmla="*/ 137859 h 222350"/>
                    <a:gd name="connsiteX42" fmla="*/ 8180 w 139265"/>
                    <a:gd name="connsiteY42" fmla="*/ 126375 h 222350"/>
                    <a:gd name="connsiteX43" fmla="*/ 6921 w 139265"/>
                    <a:gd name="connsiteY43" fmla="*/ 113633 h 222350"/>
                    <a:gd name="connsiteX44" fmla="*/ 6921 w 139265"/>
                    <a:gd name="connsiteY44" fmla="*/ 107813 h 222350"/>
                    <a:gd name="connsiteX45" fmla="*/ 6450 w 139265"/>
                    <a:gd name="connsiteY45" fmla="*/ 94599 h 222350"/>
                    <a:gd name="connsiteX46" fmla="*/ 5978 w 139265"/>
                    <a:gd name="connsiteY46" fmla="*/ 87363 h 222350"/>
                    <a:gd name="connsiteX47" fmla="*/ 1730 w 139265"/>
                    <a:gd name="connsiteY47" fmla="*/ 62036 h 22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9265" h="222350">
                      <a:moveTo>
                        <a:pt x="1416" y="62508"/>
                      </a:moveTo>
                      <a:cubicBezTo>
                        <a:pt x="1416" y="59677"/>
                        <a:pt x="1101" y="56216"/>
                        <a:pt x="472" y="52441"/>
                      </a:cubicBezTo>
                      <a:lnTo>
                        <a:pt x="472" y="49137"/>
                      </a:lnTo>
                      <a:cubicBezTo>
                        <a:pt x="786" y="46935"/>
                        <a:pt x="629" y="44575"/>
                        <a:pt x="0" y="41901"/>
                      </a:cubicBezTo>
                      <a:cubicBezTo>
                        <a:pt x="0" y="38755"/>
                        <a:pt x="315" y="35923"/>
                        <a:pt x="944" y="33249"/>
                      </a:cubicBezTo>
                      <a:cubicBezTo>
                        <a:pt x="944" y="26800"/>
                        <a:pt x="1730" y="22709"/>
                        <a:pt x="3303" y="20822"/>
                      </a:cubicBezTo>
                      <a:cubicBezTo>
                        <a:pt x="3303" y="19249"/>
                        <a:pt x="5506" y="15473"/>
                        <a:pt x="10068" y="9810"/>
                      </a:cubicBezTo>
                      <a:cubicBezTo>
                        <a:pt x="11326" y="8552"/>
                        <a:pt x="13686" y="6507"/>
                        <a:pt x="17304" y="3518"/>
                      </a:cubicBezTo>
                      <a:cubicBezTo>
                        <a:pt x="22338" y="1945"/>
                        <a:pt x="25956" y="1001"/>
                        <a:pt x="27843" y="686"/>
                      </a:cubicBezTo>
                      <a:cubicBezTo>
                        <a:pt x="29102" y="-572"/>
                        <a:pt x="33349" y="-100"/>
                        <a:pt x="40743" y="2102"/>
                      </a:cubicBezTo>
                      <a:cubicBezTo>
                        <a:pt x="43889" y="2417"/>
                        <a:pt x="48923" y="3518"/>
                        <a:pt x="55530" y="5406"/>
                      </a:cubicBezTo>
                      <a:cubicBezTo>
                        <a:pt x="57732" y="6035"/>
                        <a:pt x="60563" y="8552"/>
                        <a:pt x="64181" y="13114"/>
                      </a:cubicBezTo>
                      <a:cubicBezTo>
                        <a:pt x="63552" y="14372"/>
                        <a:pt x="62451" y="19091"/>
                        <a:pt x="61035" y="27271"/>
                      </a:cubicBezTo>
                      <a:cubicBezTo>
                        <a:pt x="59620" y="35451"/>
                        <a:pt x="58990" y="42058"/>
                        <a:pt x="59305" y="47092"/>
                      </a:cubicBezTo>
                      <a:cubicBezTo>
                        <a:pt x="61193" y="45519"/>
                        <a:pt x="64496" y="42216"/>
                        <a:pt x="69373" y="37024"/>
                      </a:cubicBezTo>
                      <a:cubicBezTo>
                        <a:pt x="74092" y="31991"/>
                        <a:pt x="76766" y="29159"/>
                        <a:pt x="77081" y="28844"/>
                      </a:cubicBezTo>
                      <a:cubicBezTo>
                        <a:pt x="85418" y="25069"/>
                        <a:pt x="93441" y="22238"/>
                        <a:pt x="101463" y="20665"/>
                      </a:cubicBezTo>
                      <a:cubicBezTo>
                        <a:pt x="112947" y="19721"/>
                        <a:pt x="120498" y="20507"/>
                        <a:pt x="123958" y="23024"/>
                      </a:cubicBezTo>
                      <a:cubicBezTo>
                        <a:pt x="126790" y="23968"/>
                        <a:pt x="128992" y="25384"/>
                        <a:pt x="130723" y="27271"/>
                      </a:cubicBezTo>
                      <a:cubicBezTo>
                        <a:pt x="133554" y="29788"/>
                        <a:pt x="135914" y="34193"/>
                        <a:pt x="137959" y="40485"/>
                      </a:cubicBezTo>
                      <a:cubicBezTo>
                        <a:pt x="139847" y="46778"/>
                        <a:pt x="139689" y="50553"/>
                        <a:pt x="137487" y="52283"/>
                      </a:cubicBezTo>
                      <a:cubicBezTo>
                        <a:pt x="135599" y="53856"/>
                        <a:pt x="129150" y="55115"/>
                        <a:pt x="118295" y="56059"/>
                      </a:cubicBezTo>
                      <a:cubicBezTo>
                        <a:pt x="117666" y="56059"/>
                        <a:pt x="115464" y="57317"/>
                        <a:pt x="111531" y="59834"/>
                      </a:cubicBezTo>
                      <a:lnTo>
                        <a:pt x="86676" y="79498"/>
                      </a:lnTo>
                      <a:cubicBezTo>
                        <a:pt x="81643" y="82014"/>
                        <a:pt x="78025" y="84217"/>
                        <a:pt x="76137" y="86262"/>
                      </a:cubicBezTo>
                      <a:lnTo>
                        <a:pt x="67013" y="102936"/>
                      </a:lnTo>
                      <a:cubicBezTo>
                        <a:pt x="67013" y="102936"/>
                        <a:pt x="66384" y="107656"/>
                        <a:pt x="66069" y="115364"/>
                      </a:cubicBezTo>
                      <a:cubicBezTo>
                        <a:pt x="65755" y="123072"/>
                        <a:pt x="65755" y="128578"/>
                        <a:pt x="66069" y="131881"/>
                      </a:cubicBezTo>
                      <a:cubicBezTo>
                        <a:pt x="66384" y="135184"/>
                        <a:pt x="66384" y="146039"/>
                        <a:pt x="66069" y="164129"/>
                      </a:cubicBezTo>
                      <a:lnTo>
                        <a:pt x="66069" y="184736"/>
                      </a:lnTo>
                      <a:cubicBezTo>
                        <a:pt x="66069" y="195905"/>
                        <a:pt x="65912" y="202355"/>
                        <a:pt x="65597" y="204085"/>
                      </a:cubicBezTo>
                      <a:cubicBezTo>
                        <a:pt x="65283" y="205816"/>
                        <a:pt x="64024" y="208962"/>
                        <a:pt x="61822" y="213366"/>
                      </a:cubicBezTo>
                      <a:cubicBezTo>
                        <a:pt x="60878" y="214939"/>
                        <a:pt x="57889" y="215726"/>
                        <a:pt x="52698" y="215726"/>
                      </a:cubicBezTo>
                      <a:cubicBezTo>
                        <a:pt x="40271" y="225007"/>
                        <a:pt x="32248" y="224535"/>
                        <a:pt x="28787" y="214310"/>
                      </a:cubicBezTo>
                      <a:lnTo>
                        <a:pt x="22495" y="210535"/>
                      </a:lnTo>
                      <a:cubicBezTo>
                        <a:pt x="19978" y="209276"/>
                        <a:pt x="18405" y="207703"/>
                        <a:pt x="17776" y="205816"/>
                      </a:cubicBezTo>
                      <a:cubicBezTo>
                        <a:pt x="15259" y="202355"/>
                        <a:pt x="14000" y="200153"/>
                        <a:pt x="14000" y="199523"/>
                      </a:cubicBezTo>
                      <a:lnTo>
                        <a:pt x="12113" y="192759"/>
                      </a:lnTo>
                      <a:lnTo>
                        <a:pt x="9281" y="187096"/>
                      </a:lnTo>
                      <a:cubicBezTo>
                        <a:pt x="8337" y="186781"/>
                        <a:pt x="7551" y="180646"/>
                        <a:pt x="6921" y="168691"/>
                      </a:cubicBezTo>
                      <a:cubicBezTo>
                        <a:pt x="6292" y="156736"/>
                        <a:pt x="5978" y="149342"/>
                        <a:pt x="5978" y="146668"/>
                      </a:cubicBezTo>
                      <a:cubicBezTo>
                        <a:pt x="5978" y="143994"/>
                        <a:pt x="5663" y="141005"/>
                        <a:pt x="5034" y="137859"/>
                      </a:cubicBezTo>
                      <a:cubicBezTo>
                        <a:pt x="7236" y="135656"/>
                        <a:pt x="8337" y="131724"/>
                        <a:pt x="8180" y="126375"/>
                      </a:cubicBezTo>
                      <a:cubicBezTo>
                        <a:pt x="8023" y="121027"/>
                        <a:pt x="7551" y="116779"/>
                        <a:pt x="6921" y="113633"/>
                      </a:cubicBezTo>
                      <a:cubicBezTo>
                        <a:pt x="6292" y="110644"/>
                        <a:pt x="6292" y="108757"/>
                        <a:pt x="6921" y="107813"/>
                      </a:cubicBezTo>
                      <a:cubicBezTo>
                        <a:pt x="7551" y="107026"/>
                        <a:pt x="7393" y="102622"/>
                        <a:pt x="6450" y="94599"/>
                      </a:cubicBezTo>
                      <a:cubicBezTo>
                        <a:pt x="5506" y="93341"/>
                        <a:pt x="5348" y="90981"/>
                        <a:pt x="5978" y="87363"/>
                      </a:cubicBezTo>
                      <a:lnTo>
                        <a:pt x="1730" y="62036"/>
                      </a:lnTo>
                      <a:close/>
                    </a:path>
                  </a:pathLst>
                </a:custGeom>
                <a:grpFill/>
                <a:ln w="0" cap="flat">
                  <a:noFill/>
                  <a:prstDash val="solid"/>
                  <a:miter/>
                </a:ln>
              </p:spPr>
              <p:txBody>
                <a:bodyPr rtlCol="0" anchor="ctr"/>
                <a:lstStyle/>
                <a:p>
                  <a:endParaRPr lang="en-IN"/>
                </a:p>
              </p:txBody>
            </p:sp>
            <p:sp>
              <p:nvSpPr>
                <p:cNvPr id="1353" name="Freeform: Shape 1352">
                  <a:extLst>
                    <a:ext uri="{FF2B5EF4-FFF2-40B4-BE49-F238E27FC236}">
                      <a16:creationId xmlns:a16="http://schemas.microsoft.com/office/drawing/2014/main" id="{7A9CB0CE-6CC2-AB32-49E8-71A0AA8EF525}"/>
                    </a:ext>
                  </a:extLst>
                </p:cNvPr>
                <p:cNvSpPr/>
                <p:nvPr/>
              </p:nvSpPr>
              <p:spPr>
                <a:xfrm>
                  <a:off x="6957044" y="1219295"/>
                  <a:ext cx="263804" cy="229669"/>
                </a:xfrm>
                <a:custGeom>
                  <a:avLst/>
                  <a:gdLst>
                    <a:gd name="connsiteX0" fmla="*/ 203871 w 263804"/>
                    <a:gd name="connsiteY0" fmla="*/ 182949 h 229669"/>
                    <a:gd name="connsiteX1" fmla="*/ 200095 w 263804"/>
                    <a:gd name="connsiteY1" fmla="*/ 175555 h 229669"/>
                    <a:gd name="connsiteX2" fmla="*/ 196320 w 263804"/>
                    <a:gd name="connsiteY2" fmla="*/ 167375 h 229669"/>
                    <a:gd name="connsiteX3" fmla="*/ 194432 w 263804"/>
                    <a:gd name="connsiteY3" fmla="*/ 152274 h 229669"/>
                    <a:gd name="connsiteX4" fmla="*/ 193960 w 263804"/>
                    <a:gd name="connsiteY4" fmla="*/ 138431 h 229669"/>
                    <a:gd name="connsiteX5" fmla="*/ 193646 w 263804"/>
                    <a:gd name="connsiteY5" fmla="*/ 124588 h 229669"/>
                    <a:gd name="connsiteX6" fmla="*/ 192859 w 263804"/>
                    <a:gd name="connsiteY6" fmla="*/ 101621 h 229669"/>
                    <a:gd name="connsiteX7" fmla="*/ 188140 w 263804"/>
                    <a:gd name="connsiteY7" fmla="*/ 110273 h 229669"/>
                    <a:gd name="connsiteX8" fmla="*/ 172881 w 263804"/>
                    <a:gd name="connsiteY8" fmla="*/ 149442 h 229669"/>
                    <a:gd name="connsiteX9" fmla="*/ 161870 w 263804"/>
                    <a:gd name="connsiteY9" fmla="*/ 182949 h 229669"/>
                    <a:gd name="connsiteX10" fmla="*/ 159038 w 263804"/>
                    <a:gd name="connsiteY10" fmla="*/ 194432 h 229669"/>
                    <a:gd name="connsiteX11" fmla="*/ 157622 w 263804"/>
                    <a:gd name="connsiteY11" fmla="*/ 219759 h 229669"/>
                    <a:gd name="connsiteX12" fmla="*/ 147555 w 263804"/>
                    <a:gd name="connsiteY12" fmla="*/ 228883 h 229669"/>
                    <a:gd name="connsiteX13" fmla="*/ 133240 w 263804"/>
                    <a:gd name="connsiteY13" fmla="*/ 226051 h 229669"/>
                    <a:gd name="connsiteX14" fmla="*/ 125846 w 263804"/>
                    <a:gd name="connsiteY14" fmla="*/ 226208 h 229669"/>
                    <a:gd name="connsiteX15" fmla="*/ 106025 w 263804"/>
                    <a:gd name="connsiteY15" fmla="*/ 221175 h 229669"/>
                    <a:gd name="connsiteX16" fmla="*/ 98317 w 263804"/>
                    <a:gd name="connsiteY16" fmla="*/ 212995 h 229669"/>
                    <a:gd name="connsiteX17" fmla="*/ 96901 w 263804"/>
                    <a:gd name="connsiteY17" fmla="*/ 179960 h 229669"/>
                    <a:gd name="connsiteX18" fmla="*/ 99733 w 263804"/>
                    <a:gd name="connsiteY18" fmla="*/ 147397 h 229669"/>
                    <a:gd name="connsiteX19" fmla="*/ 99733 w 263804"/>
                    <a:gd name="connsiteY19" fmla="*/ 135442 h 229669"/>
                    <a:gd name="connsiteX20" fmla="*/ 101621 w 263804"/>
                    <a:gd name="connsiteY20" fmla="*/ 119711 h 229669"/>
                    <a:gd name="connsiteX21" fmla="*/ 103980 w 263804"/>
                    <a:gd name="connsiteY21" fmla="*/ 89980 h 229669"/>
                    <a:gd name="connsiteX22" fmla="*/ 103980 w 263804"/>
                    <a:gd name="connsiteY22" fmla="*/ 80384 h 229669"/>
                    <a:gd name="connsiteX23" fmla="*/ 86677 w 263804"/>
                    <a:gd name="connsiteY23" fmla="*/ 128206 h 229669"/>
                    <a:gd name="connsiteX24" fmla="*/ 76137 w 263804"/>
                    <a:gd name="connsiteY24" fmla="*/ 166904 h 229669"/>
                    <a:gd name="connsiteX25" fmla="*/ 67957 w 263804"/>
                    <a:gd name="connsiteY25" fmla="*/ 220073 h 229669"/>
                    <a:gd name="connsiteX26" fmla="*/ 66227 w 263804"/>
                    <a:gd name="connsiteY26" fmla="*/ 224635 h 229669"/>
                    <a:gd name="connsiteX27" fmla="*/ 57889 w 263804"/>
                    <a:gd name="connsiteY27" fmla="*/ 229669 h 229669"/>
                    <a:gd name="connsiteX28" fmla="*/ 25798 w 263804"/>
                    <a:gd name="connsiteY28" fmla="*/ 225422 h 229669"/>
                    <a:gd name="connsiteX29" fmla="*/ 17146 w 263804"/>
                    <a:gd name="connsiteY29" fmla="*/ 221647 h 229669"/>
                    <a:gd name="connsiteX30" fmla="*/ 9438 w 263804"/>
                    <a:gd name="connsiteY30" fmla="*/ 210163 h 229669"/>
                    <a:gd name="connsiteX31" fmla="*/ 5663 w 263804"/>
                    <a:gd name="connsiteY31" fmla="*/ 193017 h 229669"/>
                    <a:gd name="connsiteX32" fmla="*/ 3775 w 263804"/>
                    <a:gd name="connsiteY32" fmla="*/ 182005 h 229669"/>
                    <a:gd name="connsiteX33" fmla="*/ 3303 w 263804"/>
                    <a:gd name="connsiteY33" fmla="*/ 176342 h 229669"/>
                    <a:gd name="connsiteX34" fmla="*/ 0 w 263804"/>
                    <a:gd name="connsiteY34" fmla="*/ 106025 h 229669"/>
                    <a:gd name="connsiteX35" fmla="*/ 944 w 263804"/>
                    <a:gd name="connsiteY35" fmla="*/ 96430 h 229669"/>
                    <a:gd name="connsiteX36" fmla="*/ 944 w 263804"/>
                    <a:gd name="connsiteY36" fmla="*/ 83058 h 229669"/>
                    <a:gd name="connsiteX37" fmla="*/ 2202 w 263804"/>
                    <a:gd name="connsiteY37" fmla="*/ 60563 h 229669"/>
                    <a:gd name="connsiteX38" fmla="*/ 3461 w 263804"/>
                    <a:gd name="connsiteY38" fmla="*/ 40428 h 229669"/>
                    <a:gd name="connsiteX39" fmla="*/ 2989 w 263804"/>
                    <a:gd name="connsiteY39" fmla="*/ 24697 h 229669"/>
                    <a:gd name="connsiteX40" fmla="*/ 23124 w 263804"/>
                    <a:gd name="connsiteY40" fmla="*/ 15102 h 229669"/>
                    <a:gd name="connsiteX41" fmla="*/ 36967 w 263804"/>
                    <a:gd name="connsiteY41" fmla="*/ 17933 h 229669"/>
                    <a:gd name="connsiteX42" fmla="*/ 49237 w 263804"/>
                    <a:gd name="connsiteY42" fmla="*/ 32720 h 229669"/>
                    <a:gd name="connsiteX43" fmla="*/ 52383 w 263804"/>
                    <a:gd name="connsiteY43" fmla="*/ 54743 h 229669"/>
                    <a:gd name="connsiteX44" fmla="*/ 52383 w 263804"/>
                    <a:gd name="connsiteY44" fmla="*/ 77238 h 229669"/>
                    <a:gd name="connsiteX45" fmla="*/ 54743 w 263804"/>
                    <a:gd name="connsiteY45" fmla="*/ 113576 h 229669"/>
                    <a:gd name="connsiteX46" fmla="*/ 62451 w 263804"/>
                    <a:gd name="connsiteY46" fmla="*/ 93441 h 229669"/>
                    <a:gd name="connsiteX47" fmla="*/ 72519 w 263804"/>
                    <a:gd name="connsiteY47" fmla="*/ 68114 h 229669"/>
                    <a:gd name="connsiteX48" fmla="*/ 82587 w 263804"/>
                    <a:gd name="connsiteY48" fmla="*/ 37911 h 229669"/>
                    <a:gd name="connsiteX49" fmla="*/ 94857 w 263804"/>
                    <a:gd name="connsiteY49" fmla="*/ 22338 h 229669"/>
                    <a:gd name="connsiteX50" fmla="*/ 102250 w 263804"/>
                    <a:gd name="connsiteY50" fmla="*/ 21079 h 229669"/>
                    <a:gd name="connsiteX51" fmla="*/ 118767 w 263804"/>
                    <a:gd name="connsiteY51" fmla="*/ 24697 h 229669"/>
                    <a:gd name="connsiteX52" fmla="*/ 128835 w 263804"/>
                    <a:gd name="connsiteY52" fmla="*/ 28945 h 229669"/>
                    <a:gd name="connsiteX53" fmla="*/ 137172 w 263804"/>
                    <a:gd name="connsiteY53" fmla="*/ 33978 h 229669"/>
                    <a:gd name="connsiteX54" fmla="*/ 143465 w 263804"/>
                    <a:gd name="connsiteY54" fmla="*/ 44990 h 229669"/>
                    <a:gd name="connsiteX55" fmla="*/ 146296 w 263804"/>
                    <a:gd name="connsiteY55" fmla="*/ 58361 h 229669"/>
                    <a:gd name="connsiteX56" fmla="*/ 147240 w 263804"/>
                    <a:gd name="connsiteY56" fmla="*/ 78497 h 229669"/>
                    <a:gd name="connsiteX57" fmla="*/ 147240 w 263804"/>
                    <a:gd name="connsiteY57" fmla="*/ 84160 h 229669"/>
                    <a:gd name="connsiteX58" fmla="*/ 148656 w 263804"/>
                    <a:gd name="connsiteY58" fmla="*/ 115778 h 229669"/>
                    <a:gd name="connsiteX59" fmla="*/ 161555 w 263804"/>
                    <a:gd name="connsiteY59" fmla="*/ 83688 h 229669"/>
                    <a:gd name="connsiteX60" fmla="*/ 166274 w 263804"/>
                    <a:gd name="connsiteY60" fmla="*/ 71260 h 229669"/>
                    <a:gd name="connsiteX61" fmla="*/ 175870 w 263804"/>
                    <a:gd name="connsiteY61" fmla="*/ 51597 h 229669"/>
                    <a:gd name="connsiteX62" fmla="*/ 181061 w 263804"/>
                    <a:gd name="connsiteY62" fmla="*/ 38226 h 229669"/>
                    <a:gd name="connsiteX63" fmla="*/ 185780 w 263804"/>
                    <a:gd name="connsiteY63" fmla="*/ 23439 h 229669"/>
                    <a:gd name="connsiteX64" fmla="*/ 209691 w 263804"/>
                    <a:gd name="connsiteY64" fmla="*/ 0 h 229669"/>
                    <a:gd name="connsiteX65" fmla="*/ 227939 w 263804"/>
                    <a:gd name="connsiteY65" fmla="*/ 5191 h 229669"/>
                    <a:gd name="connsiteX66" fmla="*/ 245243 w 263804"/>
                    <a:gd name="connsiteY66" fmla="*/ 18090 h 229669"/>
                    <a:gd name="connsiteX67" fmla="*/ 248546 w 263804"/>
                    <a:gd name="connsiteY67" fmla="*/ 31933 h 229669"/>
                    <a:gd name="connsiteX68" fmla="*/ 247130 w 263804"/>
                    <a:gd name="connsiteY68" fmla="*/ 55372 h 229669"/>
                    <a:gd name="connsiteX69" fmla="*/ 247130 w 263804"/>
                    <a:gd name="connsiteY69" fmla="*/ 70631 h 229669"/>
                    <a:gd name="connsiteX70" fmla="*/ 246658 w 263804"/>
                    <a:gd name="connsiteY70" fmla="*/ 80699 h 229669"/>
                    <a:gd name="connsiteX71" fmla="*/ 246187 w 263804"/>
                    <a:gd name="connsiteY71" fmla="*/ 95486 h 229669"/>
                    <a:gd name="connsiteX72" fmla="*/ 246187 w 263804"/>
                    <a:gd name="connsiteY72" fmla="*/ 123801 h 229669"/>
                    <a:gd name="connsiteX73" fmla="*/ 245715 w 263804"/>
                    <a:gd name="connsiteY73" fmla="*/ 131509 h 229669"/>
                    <a:gd name="connsiteX74" fmla="*/ 247130 w 263804"/>
                    <a:gd name="connsiteY74" fmla="*/ 158252 h 229669"/>
                    <a:gd name="connsiteX75" fmla="*/ 249018 w 263804"/>
                    <a:gd name="connsiteY75" fmla="*/ 167847 h 229669"/>
                    <a:gd name="connsiteX76" fmla="*/ 260501 w 263804"/>
                    <a:gd name="connsiteY76" fmla="*/ 204185 h 229669"/>
                    <a:gd name="connsiteX77" fmla="*/ 263805 w 263804"/>
                    <a:gd name="connsiteY77" fmla="*/ 210478 h 229669"/>
                    <a:gd name="connsiteX78" fmla="*/ 229355 w 263804"/>
                    <a:gd name="connsiteY78" fmla="*/ 221961 h 229669"/>
                    <a:gd name="connsiteX79" fmla="*/ 224321 w 263804"/>
                    <a:gd name="connsiteY79" fmla="*/ 216141 h 229669"/>
                    <a:gd name="connsiteX80" fmla="*/ 215983 w 263804"/>
                    <a:gd name="connsiteY80" fmla="*/ 208433 h 229669"/>
                    <a:gd name="connsiteX81" fmla="*/ 209219 w 263804"/>
                    <a:gd name="connsiteY81" fmla="*/ 198365 h 229669"/>
                    <a:gd name="connsiteX82" fmla="*/ 204028 w 263804"/>
                    <a:gd name="connsiteY82" fmla="*/ 182634 h 22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63804" h="229669">
                      <a:moveTo>
                        <a:pt x="203871" y="182949"/>
                      </a:moveTo>
                      <a:cubicBezTo>
                        <a:pt x="203871" y="180432"/>
                        <a:pt x="202612" y="177915"/>
                        <a:pt x="200095" y="175555"/>
                      </a:cubicBezTo>
                      <a:cubicBezTo>
                        <a:pt x="197578" y="173196"/>
                        <a:pt x="196320" y="170522"/>
                        <a:pt x="196320" y="167375"/>
                      </a:cubicBezTo>
                      <a:cubicBezTo>
                        <a:pt x="196320" y="164229"/>
                        <a:pt x="195691" y="159353"/>
                        <a:pt x="194432" y="152274"/>
                      </a:cubicBezTo>
                      <a:cubicBezTo>
                        <a:pt x="195062" y="151015"/>
                        <a:pt x="194904" y="146296"/>
                        <a:pt x="193960" y="138431"/>
                      </a:cubicBezTo>
                      <a:cubicBezTo>
                        <a:pt x="194275" y="137802"/>
                        <a:pt x="194275" y="133082"/>
                        <a:pt x="193646" y="124588"/>
                      </a:cubicBezTo>
                      <a:cubicBezTo>
                        <a:pt x="193174" y="115936"/>
                        <a:pt x="192859" y="108385"/>
                        <a:pt x="192859" y="101621"/>
                      </a:cubicBezTo>
                      <a:lnTo>
                        <a:pt x="188140" y="110273"/>
                      </a:lnTo>
                      <a:cubicBezTo>
                        <a:pt x="177915" y="135127"/>
                        <a:pt x="172881" y="148184"/>
                        <a:pt x="172881" y="149442"/>
                      </a:cubicBezTo>
                      <a:lnTo>
                        <a:pt x="161870" y="182949"/>
                      </a:lnTo>
                      <a:lnTo>
                        <a:pt x="159038" y="194432"/>
                      </a:lnTo>
                      <a:cubicBezTo>
                        <a:pt x="156521" y="202770"/>
                        <a:pt x="156049" y="211264"/>
                        <a:pt x="157622" y="219759"/>
                      </a:cubicBezTo>
                      <a:cubicBezTo>
                        <a:pt x="158251" y="222590"/>
                        <a:pt x="154948" y="225737"/>
                        <a:pt x="147555" y="228883"/>
                      </a:cubicBezTo>
                      <a:cubicBezTo>
                        <a:pt x="145667" y="228883"/>
                        <a:pt x="140790" y="227939"/>
                        <a:pt x="133240" y="226051"/>
                      </a:cubicBezTo>
                      <a:cubicBezTo>
                        <a:pt x="130723" y="226051"/>
                        <a:pt x="128206" y="226051"/>
                        <a:pt x="125846" y="226208"/>
                      </a:cubicBezTo>
                      <a:cubicBezTo>
                        <a:pt x="123487" y="226366"/>
                        <a:pt x="116880" y="224635"/>
                        <a:pt x="106025" y="221175"/>
                      </a:cubicBezTo>
                      <a:cubicBezTo>
                        <a:pt x="106025" y="219916"/>
                        <a:pt x="103508" y="217242"/>
                        <a:pt x="98317" y="212995"/>
                      </a:cubicBezTo>
                      <a:lnTo>
                        <a:pt x="96901" y="179960"/>
                      </a:lnTo>
                      <a:cubicBezTo>
                        <a:pt x="96901" y="172881"/>
                        <a:pt x="97845" y="162027"/>
                        <a:pt x="99733" y="147397"/>
                      </a:cubicBezTo>
                      <a:lnTo>
                        <a:pt x="99733" y="135442"/>
                      </a:lnTo>
                      <a:lnTo>
                        <a:pt x="101621" y="119711"/>
                      </a:lnTo>
                      <a:lnTo>
                        <a:pt x="103980" y="89980"/>
                      </a:lnTo>
                      <a:lnTo>
                        <a:pt x="103980" y="80384"/>
                      </a:lnTo>
                      <a:cubicBezTo>
                        <a:pt x="95328" y="104924"/>
                        <a:pt x="89665" y="120970"/>
                        <a:pt x="86677" y="128206"/>
                      </a:cubicBezTo>
                      <a:cubicBezTo>
                        <a:pt x="86677" y="131981"/>
                        <a:pt x="83216" y="144880"/>
                        <a:pt x="76137" y="166904"/>
                      </a:cubicBezTo>
                      <a:cubicBezTo>
                        <a:pt x="69373" y="194275"/>
                        <a:pt x="66698" y="212051"/>
                        <a:pt x="67957" y="220073"/>
                      </a:cubicBezTo>
                      <a:cubicBezTo>
                        <a:pt x="67957" y="221961"/>
                        <a:pt x="67328" y="223534"/>
                        <a:pt x="66227" y="224635"/>
                      </a:cubicBezTo>
                      <a:cubicBezTo>
                        <a:pt x="65125" y="225737"/>
                        <a:pt x="62294" y="227467"/>
                        <a:pt x="57889" y="229669"/>
                      </a:cubicBezTo>
                      <a:cubicBezTo>
                        <a:pt x="50810" y="229669"/>
                        <a:pt x="40113" y="228253"/>
                        <a:pt x="25798" y="225422"/>
                      </a:cubicBezTo>
                      <a:lnTo>
                        <a:pt x="17146" y="221647"/>
                      </a:lnTo>
                      <a:cubicBezTo>
                        <a:pt x="14315" y="220703"/>
                        <a:pt x="11641" y="216927"/>
                        <a:pt x="9438" y="210163"/>
                      </a:cubicBezTo>
                      <a:cubicBezTo>
                        <a:pt x="7236" y="203399"/>
                        <a:pt x="5978" y="197736"/>
                        <a:pt x="5663" y="193017"/>
                      </a:cubicBezTo>
                      <a:cubicBezTo>
                        <a:pt x="4405" y="191443"/>
                        <a:pt x="3775" y="187825"/>
                        <a:pt x="3775" y="182005"/>
                      </a:cubicBezTo>
                      <a:lnTo>
                        <a:pt x="3303" y="176342"/>
                      </a:lnTo>
                      <a:cubicBezTo>
                        <a:pt x="1101" y="142206"/>
                        <a:pt x="0" y="118767"/>
                        <a:pt x="0" y="106025"/>
                      </a:cubicBezTo>
                      <a:cubicBezTo>
                        <a:pt x="629" y="104138"/>
                        <a:pt x="944" y="100992"/>
                        <a:pt x="944" y="96430"/>
                      </a:cubicBezTo>
                      <a:lnTo>
                        <a:pt x="944" y="83058"/>
                      </a:lnTo>
                      <a:cubicBezTo>
                        <a:pt x="944" y="77238"/>
                        <a:pt x="1416" y="69845"/>
                        <a:pt x="2202" y="60563"/>
                      </a:cubicBezTo>
                      <a:cubicBezTo>
                        <a:pt x="2989" y="51282"/>
                        <a:pt x="3461" y="44675"/>
                        <a:pt x="3461" y="40428"/>
                      </a:cubicBezTo>
                      <a:lnTo>
                        <a:pt x="2989" y="24697"/>
                      </a:lnTo>
                      <a:cubicBezTo>
                        <a:pt x="4247" y="19663"/>
                        <a:pt x="11011" y="16360"/>
                        <a:pt x="23124" y="15102"/>
                      </a:cubicBezTo>
                      <a:cubicBezTo>
                        <a:pt x="28473" y="15102"/>
                        <a:pt x="33192" y="16045"/>
                        <a:pt x="36967" y="17933"/>
                      </a:cubicBezTo>
                      <a:cubicBezTo>
                        <a:pt x="43417" y="22023"/>
                        <a:pt x="47350" y="27057"/>
                        <a:pt x="49237" y="32720"/>
                      </a:cubicBezTo>
                      <a:cubicBezTo>
                        <a:pt x="50968" y="38383"/>
                        <a:pt x="52069" y="45777"/>
                        <a:pt x="52383" y="54743"/>
                      </a:cubicBezTo>
                      <a:cubicBezTo>
                        <a:pt x="52698" y="63710"/>
                        <a:pt x="52698" y="71260"/>
                        <a:pt x="52383" y="77238"/>
                      </a:cubicBezTo>
                      <a:cubicBezTo>
                        <a:pt x="52069" y="94542"/>
                        <a:pt x="52855" y="106655"/>
                        <a:pt x="54743" y="113576"/>
                      </a:cubicBezTo>
                      <a:cubicBezTo>
                        <a:pt x="56631" y="109801"/>
                        <a:pt x="59148" y="103037"/>
                        <a:pt x="62451" y="93441"/>
                      </a:cubicBezTo>
                      <a:cubicBezTo>
                        <a:pt x="63080" y="92812"/>
                        <a:pt x="66384" y="84317"/>
                        <a:pt x="72519" y="68114"/>
                      </a:cubicBezTo>
                      <a:lnTo>
                        <a:pt x="82587" y="37911"/>
                      </a:lnTo>
                      <a:cubicBezTo>
                        <a:pt x="89980" y="28001"/>
                        <a:pt x="93913" y="22810"/>
                        <a:pt x="94857" y="22338"/>
                      </a:cubicBezTo>
                      <a:cubicBezTo>
                        <a:pt x="95643" y="21866"/>
                        <a:pt x="98160" y="21394"/>
                        <a:pt x="102250" y="21079"/>
                      </a:cubicBezTo>
                      <a:cubicBezTo>
                        <a:pt x="106969" y="20765"/>
                        <a:pt x="112475" y="22023"/>
                        <a:pt x="118767" y="24697"/>
                      </a:cubicBezTo>
                      <a:cubicBezTo>
                        <a:pt x="125060" y="27372"/>
                        <a:pt x="128363" y="28787"/>
                        <a:pt x="128835" y="28945"/>
                      </a:cubicBezTo>
                      <a:cubicBezTo>
                        <a:pt x="129307" y="29102"/>
                        <a:pt x="132138" y="30832"/>
                        <a:pt x="137172" y="33978"/>
                      </a:cubicBezTo>
                      <a:cubicBezTo>
                        <a:pt x="139375" y="35866"/>
                        <a:pt x="141420" y="39642"/>
                        <a:pt x="143465" y="44990"/>
                      </a:cubicBezTo>
                      <a:cubicBezTo>
                        <a:pt x="145352" y="50338"/>
                        <a:pt x="146296" y="54900"/>
                        <a:pt x="146296" y="58361"/>
                      </a:cubicBezTo>
                      <a:cubicBezTo>
                        <a:pt x="146925" y="71103"/>
                        <a:pt x="147240" y="77867"/>
                        <a:pt x="147240" y="78497"/>
                      </a:cubicBezTo>
                      <a:lnTo>
                        <a:pt x="147240" y="84160"/>
                      </a:lnTo>
                      <a:cubicBezTo>
                        <a:pt x="146611" y="103351"/>
                        <a:pt x="147083" y="113891"/>
                        <a:pt x="148656" y="115778"/>
                      </a:cubicBezTo>
                      <a:cubicBezTo>
                        <a:pt x="150858" y="107441"/>
                        <a:pt x="155263" y="96744"/>
                        <a:pt x="161555" y="83688"/>
                      </a:cubicBezTo>
                      <a:lnTo>
                        <a:pt x="166274" y="71260"/>
                      </a:lnTo>
                      <a:lnTo>
                        <a:pt x="175870" y="51597"/>
                      </a:lnTo>
                      <a:cubicBezTo>
                        <a:pt x="175555" y="50653"/>
                        <a:pt x="177286" y="46248"/>
                        <a:pt x="181061" y="38226"/>
                      </a:cubicBezTo>
                      <a:lnTo>
                        <a:pt x="185780" y="23439"/>
                      </a:lnTo>
                      <a:cubicBezTo>
                        <a:pt x="188612" y="13528"/>
                        <a:pt x="196635" y="5663"/>
                        <a:pt x="209691" y="0"/>
                      </a:cubicBezTo>
                      <a:cubicBezTo>
                        <a:pt x="212208" y="0"/>
                        <a:pt x="218343" y="1730"/>
                        <a:pt x="227939" y="5191"/>
                      </a:cubicBezTo>
                      <a:cubicBezTo>
                        <a:pt x="234388" y="5191"/>
                        <a:pt x="240052" y="9438"/>
                        <a:pt x="245243" y="18090"/>
                      </a:cubicBezTo>
                      <a:cubicBezTo>
                        <a:pt x="247445" y="21551"/>
                        <a:pt x="248546" y="26270"/>
                        <a:pt x="248546" y="31933"/>
                      </a:cubicBezTo>
                      <a:cubicBezTo>
                        <a:pt x="248546" y="33192"/>
                        <a:pt x="248074" y="41057"/>
                        <a:pt x="247130" y="55372"/>
                      </a:cubicBezTo>
                      <a:lnTo>
                        <a:pt x="247130" y="70631"/>
                      </a:lnTo>
                      <a:cubicBezTo>
                        <a:pt x="246501" y="74407"/>
                        <a:pt x="246344" y="77867"/>
                        <a:pt x="246658" y="80699"/>
                      </a:cubicBezTo>
                      <a:lnTo>
                        <a:pt x="246187" y="95486"/>
                      </a:lnTo>
                      <a:lnTo>
                        <a:pt x="246187" y="123801"/>
                      </a:lnTo>
                      <a:cubicBezTo>
                        <a:pt x="246187" y="127577"/>
                        <a:pt x="246029" y="130251"/>
                        <a:pt x="245715" y="131509"/>
                      </a:cubicBezTo>
                      <a:lnTo>
                        <a:pt x="247130" y="158252"/>
                      </a:lnTo>
                      <a:cubicBezTo>
                        <a:pt x="248389" y="160454"/>
                        <a:pt x="249018" y="163600"/>
                        <a:pt x="249018" y="167847"/>
                      </a:cubicBezTo>
                      <a:cubicBezTo>
                        <a:pt x="250906" y="183893"/>
                        <a:pt x="254838" y="196005"/>
                        <a:pt x="260501" y="204185"/>
                      </a:cubicBezTo>
                      <a:lnTo>
                        <a:pt x="263805" y="210478"/>
                      </a:lnTo>
                      <a:cubicBezTo>
                        <a:pt x="256411" y="223220"/>
                        <a:pt x="244928" y="226995"/>
                        <a:pt x="229355" y="221961"/>
                      </a:cubicBezTo>
                      <a:cubicBezTo>
                        <a:pt x="228096" y="219759"/>
                        <a:pt x="226366" y="217871"/>
                        <a:pt x="224321" y="216141"/>
                      </a:cubicBezTo>
                      <a:cubicBezTo>
                        <a:pt x="222276" y="214568"/>
                        <a:pt x="219444" y="212051"/>
                        <a:pt x="215983" y="208433"/>
                      </a:cubicBezTo>
                      <a:cubicBezTo>
                        <a:pt x="215983" y="208118"/>
                        <a:pt x="213781" y="204815"/>
                        <a:pt x="209219" y="198365"/>
                      </a:cubicBezTo>
                      <a:cubicBezTo>
                        <a:pt x="209219" y="194590"/>
                        <a:pt x="207489" y="189241"/>
                        <a:pt x="204028" y="182634"/>
                      </a:cubicBezTo>
                      <a:close/>
                    </a:path>
                  </a:pathLst>
                </a:custGeom>
                <a:grpFill/>
                <a:ln w="0" cap="flat">
                  <a:noFill/>
                  <a:prstDash val="solid"/>
                  <a:miter/>
                </a:ln>
              </p:spPr>
              <p:txBody>
                <a:bodyPr rtlCol="0" anchor="ctr"/>
                <a:lstStyle/>
                <a:p>
                  <a:endParaRPr lang="en-IN"/>
                </a:p>
              </p:txBody>
            </p:sp>
          </p:grpSp>
        </p:grpSp>
        <p:grpSp>
          <p:nvGrpSpPr>
            <p:cNvPr id="1427" name="Group 1426">
              <a:extLst>
                <a:ext uri="{FF2B5EF4-FFF2-40B4-BE49-F238E27FC236}">
                  <a16:creationId xmlns:a16="http://schemas.microsoft.com/office/drawing/2014/main" id="{BDCD94A5-7E62-0E67-6AF2-334D8DFD2532}"/>
                </a:ext>
              </a:extLst>
            </p:cNvPr>
            <p:cNvGrpSpPr/>
            <p:nvPr/>
          </p:nvGrpSpPr>
          <p:grpSpPr>
            <a:xfrm>
              <a:off x="7346335" y="4239375"/>
              <a:ext cx="559793" cy="573458"/>
              <a:chOff x="6327785" y="918342"/>
              <a:chExt cx="1847733" cy="1892838"/>
            </a:xfrm>
          </p:grpSpPr>
          <p:sp>
            <p:nvSpPr>
              <p:cNvPr id="1398" name="Freeform: Shape 1397">
                <a:extLst>
                  <a:ext uri="{FF2B5EF4-FFF2-40B4-BE49-F238E27FC236}">
                    <a16:creationId xmlns:a16="http://schemas.microsoft.com/office/drawing/2014/main" id="{0FB5A0C5-B528-B54C-9551-7996C90DA6FD}"/>
                  </a:ext>
                </a:extLst>
              </p:cNvPr>
              <p:cNvSpPr/>
              <p:nvPr/>
            </p:nvSpPr>
            <p:spPr>
              <a:xfrm>
                <a:off x="6399784" y="958784"/>
                <a:ext cx="249873" cy="245918"/>
              </a:xfrm>
              <a:custGeom>
                <a:avLst/>
                <a:gdLst>
                  <a:gd name="connsiteX0" fmla="*/ 49022 w 249873"/>
                  <a:gd name="connsiteY0" fmla="*/ 245638 h 245918"/>
                  <a:gd name="connsiteX1" fmla="*/ 221584 w 249873"/>
                  <a:gd name="connsiteY1" fmla="*/ 112384 h 245918"/>
                  <a:gd name="connsiteX2" fmla="*/ 239362 w 249873"/>
                  <a:gd name="connsiteY2" fmla="*/ 25777 h 245918"/>
                  <a:gd name="connsiteX3" fmla="*/ 155854 w 249873"/>
                  <a:gd name="connsiteY3" fmla="*/ 46165 h 245918"/>
                  <a:gd name="connsiteX4" fmla="*/ 143948 w 249873"/>
                  <a:gd name="connsiteY4" fmla="*/ 170 h 245918"/>
                  <a:gd name="connsiteX5" fmla="*/ 56199 w 249873"/>
                  <a:gd name="connsiteY5" fmla="*/ 86288 h 245918"/>
                  <a:gd name="connsiteX6" fmla="*/ 25536 w 249873"/>
                  <a:gd name="connsiteY6" fmla="*/ 61660 h 245918"/>
                  <a:gd name="connsiteX7" fmla="*/ 5964 w 249873"/>
                  <a:gd name="connsiteY7" fmla="*/ 195403 h 245918"/>
                  <a:gd name="connsiteX8" fmla="*/ 49186 w 249873"/>
                  <a:gd name="connsiteY8" fmla="*/ 245638 h 24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873" h="245918">
                    <a:moveTo>
                      <a:pt x="49022" y="245638"/>
                    </a:moveTo>
                    <a:cubicBezTo>
                      <a:pt x="49022" y="245638"/>
                      <a:pt x="67942" y="116299"/>
                      <a:pt x="221584" y="112384"/>
                    </a:cubicBezTo>
                    <a:cubicBezTo>
                      <a:pt x="221584" y="112384"/>
                      <a:pt x="270841" y="43066"/>
                      <a:pt x="239362" y="25777"/>
                    </a:cubicBezTo>
                    <a:cubicBezTo>
                      <a:pt x="215223" y="12566"/>
                      <a:pt x="185376" y="44371"/>
                      <a:pt x="155854" y="46165"/>
                    </a:cubicBezTo>
                    <a:cubicBezTo>
                      <a:pt x="155854" y="46165"/>
                      <a:pt x="169555" y="-3255"/>
                      <a:pt x="143948" y="170"/>
                    </a:cubicBezTo>
                    <a:cubicBezTo>
                      <a:pt x="118341" y="3595"/>
                      <a:pt x="65496" y="47959"/>
                      <a:pt x="56199" y="86288"/>
                    </a:cubicBezTo>
                    <a:cubicBezTo>
                      <a:pt x="56199" y="86288"/>
                      <a:pt x="45924" y="36868"/>
                      <a:pt x="25536" y="61660"/>
                    </a:cubicBezTo>
                    <a:cubicBezTo>
                      <a:pt x="5148" y="86451"/>
                      <a:pt x="-8389" y="141906"/>
                      <a:pt x="5964" y="195403"/>
                    </a:cubicBezTo>
                    <a:cubicBezTo>
                      <a:pt x="10204" y="211387"/>
                      <a:pt x="20643" y="249553"/>
                      <a:pt x="49186" y="245638"/>
                    </a:cubicBezTo>
                    <a:close/>
                  </a:path>
                </a:pathLst>
              </a:custGeom>
              <a:solidFill>
                <a:srgbClr val="B82B23"/>
              </a:solidFill>
              <a:ln w="0" cap="flat">
                <a:noFill/>
                <a:prstDash val="solid"/>
                <a:miter/>
              </a:ln>
            </p:spPr>
            <p:txBody>
              <a:bodyPr rtlCol="0" anchor="ctr"/>
              <a:lstStyle/>
              <a:p>
                <a:endParaRPr lang="en-IN"/>
              </a:p>
            </p:txBody>
          </p:sp>
          <p:sp>
            <p:nvSpPr>
              <p:cNvPr id="1400" name="Freeform: Shape 1399">
                <a:extLst>
                  <a:ext uri="{FF2B5EF4-FFF2-40B4-BE49-F238E27FC236}">
                    <a16:creationId xmlns:a16="http://schemas.microsoft.com/office/drawing/2014/main" id="{D86E6332-2FD4-499E-1543-B8F8030BF9EF}"/>
                  </a:ext>
                </a:extLst>
              </p:cNvPr>
              <p:cNvSpPr/>
              <p:nvPr/>
            </p:nvSpPr>
            <p:spPr>
              <a:xfrm>
                <a:off x="6929516" y="2278774"/>
                <a:ext cx="279997" cy="532393"/>
              </a:xfrm>
              <a:custGeom>
                <a:avLst/>
                <a:gdLst>
                  <a:gd name="connsiteX0" fmla="*/ 188661 w 279997"/>
                  <a:gd name="connsiteY0" fmla="*/ 419661 h 532393"/>
                  <a:gd name="connsiteX1" fmla="*/ 117711 w 279997"/>
                  <a:gd name="connsiteY1" fmla="*/ 532364 h 532393"/>
                  <a:gd name="connsiteX2" fmla="*/ 151637 w 279997"/>
                  <a:gd name="connsiteY2" fmla="*/ 412974 h 532393"/>
                  <a:gd name="connsiteX3" fmla="*/ 22949 w 279997"/>
                  <a:gd name="connsiteY3" fmla="*/ 509040 h 532393"/>
                  <a:gd name="connsiteX4" fmla="*/ 113471 w 279997"/>
                  <a:gd name="connsiteY4" fmla="*/ 408733 h 532393"/>
                  <a:gd name="connsiteX5" fmla="*/ 441 w 279997"/>
                  <a:gd name="connsiteY5" fmla="*/ 437439 h 532393"/>
                  <a:gd name="connsiteX6" fmla="*/ 173003 w 279997"/>
                  <a:gd name="connsiteY6" fmla="*/ 353115 h 532393"/>
                  <a:gd name="connsiteX7" fmla="*/ 201220 w 279997"/>
                  <a:gd name="connsiteY7" fmla="*/ 53660 h 532393"/>
                  <a:gd name="connsiteX8" fmla="*/ 279998 w 279997"/>
                  <a:gd name="connsiteY8" fmla="*/ 0 h 532393"/>
                  <a:gd name="connsiteX9" fmla="*/ 245746 w 279997"/>
                  <a:gd name="connsiteY9" fmla="*/ 251177 h 532393"/>
                  <a:gd name="connsiteX10" fmla="*/ 211006 w 279997"/>
                  <a:gd name="connsiteY10" fmla="*/ 362249 h 532393"/>
                  <a:gd name="connsiteX11" fmla="*/ 260752 w 279997"/>
                  <a:gd name="connsiteY11" fmla="*/ 409875 h 532393"/>
                  <a:gd name="connsiteX12" fmla="*/ 188498 w 279997"/>
                  <a:gd name="connsiteY12" fmla="*/ 419661 h 532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997" h="532393">
                    <a:moveTo>
                      <a:pt x="188661" y="419661"/>
                    </a:moveTo>
                    <a:cubicBezTo>
                      <a:pt x="179527" y="438091"/>
                      <a:pt x="131575" y="534321"/>
                      <a:pt x="117711" y="532364"/>
                    </a:cubicBezTo>
                    <a:cubicBezTo>
                      <a:pt x="109230" y="531222"/>
                      <a:pt x="150495" y="416236"/>
                      <a:pt x="151637" y="412974"/>
                    </a:cubicBezTo>
                    <a:cubicBezTo>
                      <a:pt x="148701" y="415583"/>
                      <a:pt x="29963" y="518174"/>
                      <a:pt x="22949" y="509040"/>
                    </a:cubicBezTo>
                    <a:cubicBezTo>
                      <a:pt x="15936" y="499744"/>
                      <a:pt x="113471" y="408733"/>
                      <a:pt x="113471" y="408733"/>
                    </a:cubicBezTo>
                    <a:cubicBezTo>
                      <a:pt x="68128" y="406286"/>
                      <a:pt x="-6409" y="452770"/>
                      <a:pt x="441" y="437439"/>
                    </a:cubicBezTo>
                    <a:cubicBezTo>
                      <a:pt x="22623" y="388345"/>
                      <a:pt x="153104" y="366653"/>
                      <a:pt x="173003" y="353115"/>
                    </a:cubicBezTo>
                    <a:cubicBezTo>
                      <a:pt x="192901" y="339578"/>
                      <a:pt x="201220" y="53660"/>
                      <a:pt x="201220" y="53660"/>
                    </a:cubicBezTo>
                    <a:lnTo>
                      <a:pt x="279998" y="0"/>
                    </a:lnTo>
                    <a:cubicBezTo>
                      <a:pt x="279998" y="0"/>
                      <a:pt x="258795" y="189524"/>
                      <a:pt x="245746" y="251177"/>
                    </a:cubicBezTo>
                    <a:cubicBezTo>
                      <a:pt x="238733" y="283960"/>
                      <a:pt x="223891" y="327834"/>
                      <a:pt x="211006" y="362249"/>
                    </a:cubicBezTo>
                    <a:cubicBezTo>
                      <a:pt x="220629" y="375623"/>
                      <a:pt x="254065" y="389324"/>
                      <a:pt x="260752" y="409875"/>
                    </a:cubicBezTo>
                    <a:cubicBezTo>
                      <a:pt x="271680" y="443147"/>
                      <a:pt x="218835" y="402372"/>
                      <a:pt x="188498" y="419661"/>
                    </a:cubicBezTo>
                    <a:close/>
                  </a:path>
                </a:pathLst>
              </a:custGeom>
              <a:solidFill>
                <a:schemeClr val="tx1"/>
              </a:solidFill>
              <a:ln w="0" cap="flat">
                <a:noFill/>
                <a:prstDash val="solid"/>
                <a:miter/>
              </a:ln>
            </p:spPr>
            <p:txBody>
              <a:bodyPr rtlCol="0" anchor="ctr"/>
              <a:lstStyle/>
              <a:p>
                <a:endParaRPr lang="en-IN"/>
              </a:p>
            </p:txBody>
          </p:sp>
          <p:sp>
            <p:nvSpPr>
              <p:cNvPr id="1401" name="Freeform: Shape 1400">
                <a:extLst>
                  <a:ext uri="{FF2B5EF4-FFF2-40B4-BE49-F238E27FC236}">
                    <a16:creationId xmlns:a16="http://schemas.microsoft.com/office/drawing/2014/main" id="{EC5ACA24-302C-7C17-F131-2C3A26E7B693}"/>
                  </a:ext>
                </a:extLst>
              </p:cNvPr>
              <p:cNvSpPr/>
              <p:nvPr/>
            </p:nvSpPr>
            <p:spPr>
              <a:xfrm>
                <a:off x="7237432" y="2263279"/>
                <a:ext cx="284458" cy="547901"/>
              </a:xfrm>
              <a:custGeom>
                <a:avLst/>
                <a:gdLst>
                  <a:gd name="connsiteX0" fmla="*/ 184114 w 284458"/>
                  <a:gd name="connsiteY0" fmla="*/ 415257 h 547901"/>
                  <a:gd name="connsiteX1" fmla="*/ 125887 w 284458"/>
                  <a:gd name="connsiteY1" fmla="*/ 547696 h 547901"/>
                  <a:gd name="connsiteX2" fmla="*/ 141871 w 284458"/>
                  <a:gd name="connsiteY2" fmla="*/ 435482 h 547901"/>
                  <a:gd name="connsiteX3" fmla="*/ 29167 w 284458"/>
                  <a:gd name="connsiteY3" fmla="*/ 536115 h 547901"/>
                  <a:gd name="connsiteX4" fmla="*/ 103216 w 284458"/>
                  <a:gd name="connsiteY4" fmla="*/ 418193 h 547901"/>
                  <a:gd name="connsiteX5" fmla="*/ 4865 w 284458"/>
                  <a:gd name="connsiteY5" fmla="*/ 459784 h 547901"/>
                  <a:gd name="connsiteX6" fmla="*/ 159486 w 284458"/>
                  <a:gd name="connsiteY6" fmla="*/ 363391 h 547901"/>
                  <a:gd name="connsiteX7" fmla="*/ 151494 w 284458"/>
                  <a:gd name="connsiteY7" fmla="*/ 62631 h 547901"/>
                  <a:gd name="connsiteX8" fmla="*/ 223259 w 284458"/>
                  <a:gd name="connsiteY8" fmla="*/ 0 h 547901"/>
                  <a:gd name="connsiteX9" fmla="*/ 219507 w 284458"/>
                  <a:gd name="connsiteY9" fmla="*/ 253460 h 547901"/>
                  <a:gd name="connsiteX10" fmla="*/ 198467 w 284458"/>
                  <a:gd name="connsiteY10" fmla="*/ 367957 h 547901"/>
                  <a:gd name="connsiteX11" fmla="*/ 280671 w 284458"/>
                  <a:gd name="connsiteY11" fmla="*/ 423575 h 547901"/>
                  <a:gd name="connsiteX12" fmla="*/ 184277 w 284458"/>
                  <a:gd name="connsiteY12" fmla="*/ 415583 h 54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458" h="547901">
                    <a:moveTo>
                      <a:pt x="184114" y="415257"/>
                    </a:moveTo>
                    <a:cubicBezTo>
                      <a:pt x="177264" y="434666"/>
                      <a:pt x="139587" y="544597"/>
                      <a:pt x="125887" y="547696"/>
                    </a:cubicBezTo>
                    <a:cubicBezTo>
                      <a:pt x="100280" y="553404"/>
                      <a:pt x="141055" y="438744"/>
                      <a:pt x="141871" y="435482"/>
                    </a:cubicBezTo>
                    <a:cubicBezTo>
                      <a:pt x="139261" y="438417"/>
                      <a:pt x="51349" y="553404"/>
                      <a:pt x="29167" y="536115"/>
                    </a:cubicBezTo>
                    <a:cubicBezTo>
                      <a:pt x="20034" y="528939"/>
                      <a:pt x="103216" y="418193"/>
                      <a:pt x="103216" y="418193"/>
                    </a:cubicBezTo>
                    <a:cubicBezTo>
                      <a:pt x="76630" y="427163"/>
                      <a:pt x="11552" y="465329"/>
                      <a:pt x="4865" y="459784"/>
                    </a:cubicBezTo>
                    <a:cubicBezTo>
                      <a:pt x="-30854" y="429610"/>
                      <a:pt x="141218" y="379212"/>
                      <a:pt x="159486" y="363391"/>
                    </a:cubicBezTo>
                    <a:cubicBezTo>
                      <a:pt x="177590" y="347570"/>
                      <a:pt x="151494" y="62631"/>
                      <a:pt x="151494" y="62631"/>
                    </a:cubicBezTo>
                    <a:lnTo>
                      <a:pt x="223259" y="0"/>
                    </a:lnTo>
                    <a:cubicBezTo>
                      <a:pt x="223259" y="0"/>
                      <a:pt x="225053" y="190666"/>
                      <a:pt x="219507" y="253460"/>
                    </a:cubicBezTo>
                    <a:cubicBezTo>
                      <a:pt x="216572" y="286896"/>
                      <a:pt x="206948" y="332238"/>
                      <a:pt x="198467" y="367957"/>
                    </a:cubicBezTo>
                    <a:cubicBezTo>
                      <a:pt x="209558" y="380027"/>
                      <a:pt x="272189" y="403677"/>
                      <a:pt x="280671" y="423575"/>
                    </a:cubicBezTo>
                    <a:cubicBezTo>
                      <a:pt x="304483" y="479193"/>
                      <a:pt x="209232" y="400904"/>
                      <a:pt x="184277" y="415583"/>
                    </a:cubicBezTo>
                    <a:close/>
                  </a:path>
                </a:pathLst>
              </a:custGeom>
              <a:solidFill>
                <a:schemeClr val="tx1"/>
              </a:solidFill>
              <a:ln w="0" cap="flat">
                <a:noFill/>
                <a:prstDash val="solid"/>
                <a:miter/>
              </a:ln>
            </p:spPr>
            <p:txBody>
              <a:bodyPr rtlCol="0" anchor="ctr"/>
              <a:lstStyle/>
              <a:p>
                <a:endParaRPr lang="en-IN"/>
              </a:p>
            </p:txBody>
          </p:sp>
          <p:sp>
            <p:nvSpPr>
              <p:cNvPr id="1403" name="Freeform: Shape 1402">
                <a:extLst>
                  <a:ext uri="{FF2B5EF4-FFF2-40B4-BE49-F238E27FC236}">
                    <a16:creationId xmlns:a16="http://schemas.microsoft.com/office/drawing/2014/main" id="{5ED93A2B-7BE0-63A8-D197-1DCEECE5CA05}"/>
                  </a:ext>
                </a:extLst>
              </p:cNvPr>
              <p:cNvSpPr/>
              <p:nvPr/>
            </p:nvSpPr>
            <p:spPr>
              <a:xfrm>
                <a:off x="7017528" y="2173247"/>
                <a:ext cx="290845" cy="259579"/>
              </a:xfrm>
              <a:custGeom>
                <a:avLst/>
                <a:gdLst>
                  <a:gd name="connsiteX0" fmla="*/ 12411 w 290845"/>
                  <a:gd name="connsiteY0" fmla="*/ 0 h 259579"/>
                  <a:gd name="connsiteX1" fmla="*/ 288379 w 290845"/>
                  <a:gd name="connsiteY1" fmla="*/ 0 h 259579"/>
                  <a:gd name="connsiteX2" fmla="*/ 187908 w 290845"/>
                  <a:gd name="connsiteY2" fmla="*/ 257375 h 259579"/>
                  <a:gd name="connsiteX3" fmla="*/ 72595 w 290845"/>
                  <a:gd name="connsiteY3" fmla="*/ 252318 h 259579"/>
                  <a:gd name="connsiteX4" fmla="*/ 12411 w 290845"/>
                  <a:gd name="connsiteY4" fmla="*/ 163 h 259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845" h="259579">
                    <a:moveTo>
                      <a:pt x="12411" y="0"/>
                    </a:moveTo>
                    <a:lnTo>
                      <a:pt x="288379" y="0"/>
                    </a:lnTo>
                    <a:cubicBezTo>
                      <a:pt x="288379" y="0"/>
                      <a:pt x="315780" y="250035"/>
                      <a:pt x="187908" y="257375"/>
                    </a:cubicBezTo>
                    <a:cubicBezTo>
                      <a:pt x="108967" y="261941"/>
                      <a:pt x="82871" y="259006"/>
                      <a:pt x="72595" y="252318"/>
                    </a:cubicBezTo>
                    <a:cubicBezTo>
                      <a:pt x="62320" y="245468"/>
                      <a:pt x="-33584" y="111725"/>
                      <a:pt x="12411" y="163"/>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423" name="Freeform: Shape 1422">
                <a:extLst>
                  <a:ext uri="{FF2B5EF4-FFF2-40B4-BE49-F238E27FC236}">
                    <a16:creationId xmlns:a16="http://schemas.microsoft.com/office/drawing/2014/main" id="{670BF45C-82D8-9A8F-12CF-E4B6757A8A63}"/>
                  </a:ext>
                </a:extLst>
              </p:cNvPr>
              <p:cNvSpPr/>
              <p:nvPr/>
            </p:nvSpPr>
            <p:spPr>
              <a:xfrm>
                <a:off x="6522073" y="958962"/>
                <a:ext cx="1652730" cy="1328991"/>
              </a:xfrm>
              <a:custGeom>
                <a:avLst/>
                <a:gdLst>
                  <a:gd name="connsiteX0" fmla="*/ 1446843 w 1652730"/>
                  <a:gd name="connsiteY0" fmla="*/ 155 h 1328991"/>
                  <a:gd name="connsiteX1" fmla="*/ 1498546 w 1652730"/>
                  <a:gd name="connsiteY1" fmla="*/ 157059 h 1328991"/>
                  <a:gd name="connsiteX2" fmla="*/ 1500829 w 1652730"/>
                  <a:gd name="connsiteY2" fmla="*/ 162442 h 1328991"/>
                  <a:gd name="connsiteX3" fmla="*/ 1587110 w 1652730"/>
                  <a:gd name="connsiteY3" fmla="*/ 169618 h 1328991"/>
                  <a:gd name="connsiteX4" fmla="*/ 1571126 w 1652730"/>
                  <a:gd name="connsiteY4" fmla="*/ 358979 h 1328991"/>
                  <a:gd name="connsiteX5" fmla="*/ 1642402 w 1652730"/>
                  <a:gd name="connsiteY5" fmla="*/ 375453 h 1328991"/>
                  <a:gd name="connsiteX6" fmla="*/ 1561340 w 1652730"/>
                  <a:gd name="connsiteY6" fmla="*/ 618963 h 1328991"/>
                  <a:gd name="connsiteX7" fmla="*/ 1599832 w 1652730"/>
                  <a:gd name="connsiteY7" fmla="*/ 734113 h 1328991"/>
                  <a:gd name="connsiteX8" fmla="*/ 1485172 w 1652730"/>
                  <a:gd name="connsiteY8" fmla="*/ 834258 h 1328991"/>
                  <a:gd name="connsiteX9" fmla="*/ 1546824 w 1652730"/>
                  <a:gd name="connsiteY9" fmla="*/ 895910 h 1328991"/>
                  <a:gd name="connsiteX10" fmla="*/ 1305596 w 1652730"/>
                  <a:gd name="connsiteY10" fmla="*/ 1004536 h 1328991"/>
                  <a:gd name="connsiteX11" fmla="*/ 1254056 w 1652730"/>
                  <a:gd name="connsiteY11" fmla="*/ 1106964 h 1328991"/>
                  <a:gd name="connsiteX12" fmla="*/ 1171527 w 1652730"/>
                  <a:gd name="connsiteY12" fmla="*/ 1119033 h 1328991"/>
                  <a:gd name="connsiteX13" fmla="*/ 1171526 w 1652730"/>
                  <a:gd name="connsiteY13" fmla="*/ 1119033 h 1328991"/>
                  <a:gd name="connsiteX14" fmla="*/ 1117703 w 1652730"/>
                  <a:gd name="connsiteY14" fmla="*/ 1167148 h 1328991"/>
                  <a:gd name="connsiteX15" fmla="*/ 1111831 w 1652730"/>
                  <a:gd name="connsiteY15" fmla="*/ 1171715 h 1328991"/>
                  <a:gd name="connsiteX16" fmla="*/ 592514 w 1652730"/>
                  <a:gd name="connsiteY16" fmla="*/ 1328456 h 1328991"/>
                  <a:gd name="connsiteX17" fmla="*/ 15296 w 1652730"/>
                  <a:gd name="connsiteY17" fmla="*/ 671156 h 1328991"/>
                  <a:gd name="connsiteX18" fmla="*/ 31607 w 1652730"/>
                  <a:gd name="connsiteY18" fmla="*/ 621084 h 1328991"/>
                  <a:gd name="connsiteX19" fmla="*/ 529883 w 1652730"/>
                  <a:gd name="connsiteY19" fmla="*/ 451784 h 1328991"/>
                  <a:gd name="connsiteX20" fmla="*/ 693148 w 1652730"/>
                  <a:gd name="connsiteY20" fmla="*/ 475434 h 1328991"/>
                  <a:gd name="connsiteX21" fmla="*/ 857066 w 1652730"/>
                  <a:gd name="connsiteY21" fmla="*/ 508054 h 1328991"/>
                  <a:gd name="connsiteX22" fmla="*/ 1186043 w 1652730"/>
                  <a:gd name="connsiteY22" fmla="*/ 295859 h 1328991"/>
                  <a:gd name="connsiteX23" fmla="*/ 1325169 w 1652730"/>
                  <a:gd name="connsiteY23" fmla="*/ 96385 h 1328991"/>
                  <a:gd name="connsiteX24" fmla="*/ 1332019 w 1652730"/>
                  <a:gd name="connsiteY24" fmla="*/ 88557 h 1328991"/>
                  <a:gd name="connsiteX25" fmla="*/ 1344741 w 1652730"/>
                  <a:gd name="connsiteY25" fmla="*/ 74367 h 1328991"/>
                  <a:gd name="connsiteX26" fmla="*/ 1446843 w 1652730"/>
                  <a:gd name="connsiteY26" fmla="*/ 155 h 132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52730" h="1328991">
                    <a:moveTo>
                      <a:pt x="1446843" y="155"/>
                    </a:moveTo>
                    <a:cubicBezTo>
                      <a:pt x="1503113" y="-4738"/>
                      <a:pt x="1510616" y="107150"/>
                      <a:pt x="1498546" y="157059"/>
                    </a:cubicBezTo>
                    <a:cubicBezTo>
                      <a:pt x="1499361" y="158853"/>
                      <a:pt x="1500014" y="160484"/>
                      <a:pt x="1500829" y="162442"/>
                    </a:cubicBezTo>
                    <a:cubicBezTo>
                      <a:pt x="1524479" y="142543"/>
                      <a:pt x="1564439" y="147110"/>
                      <a:pt x="1587110" y="169618"/>
                    </a:cubicBezTo>
                    <a:cubicBezTo>
                      <a:pt x="1638651" y="223279"/>
                      <a:pt x="1604725" y="304177"/>
                      <a:pt x="1571126" y="358979"/>
                    </a:cubicBezTo>
                    <a:cubicBezTo>
                      <a:pt x="1584664" y="337450"/>
                      <a:pt x="1631311" y="352618"/>
                      <a:pt x="1642402" y="375453"/>
                    </a:cubicBezTo>
                    <a:cubicBezTo>
                      <a:pt x="1678611" y="450316"/>
                      <a:pt x="1611902" y="570685"/>
                      <a:pt x="1561340" y="618963"/>
                    </a:cubicBezTo>
                    <a:cubicBezTo>
                      <a:pt x="1617937" y="610808"/>
                      <a:pt x="1634899" y="698068"/>
                      <a:pt x="1599832" y="734113"/>
                    </a:cubicBezTo>
                    <a:cubicBezTo>
                      <a:pt x="1569985" y="774236"/>
                      <a:pt x="1523827" y="809466"/>
                      <a:pt x="1485172" y="834258"/>
                    </a:cubicBezTo>
                    <a:cubicBezTo>
                      <a:pt x="1508332" y="834910"/>
                      <a:pt x="1550249" y="873076"/>
                      <a:pt x="1546824" y="895910"/>
                    </a:cubicBezTo>
                    <a:cubicBezTo>
                      <a:pt x="1517792" y="983006"/>
                      <a:pt x="1389268" y="1013506"/>
                      <a:pt x="1305596" y="1004536"/>
                    </a:cubicBezTo>
                    <a:cubicBezTo>
                      <a:pt x="1402316" y="1040744"/>
                      <a:pt x="1331040" y="1085924"/>
                      <a:pt x="1254056" y="1106964"/>
                    </a:cubicBezTo>
                    <a:cubicBezTo>
                      <a:pt x="1229265" y="1113814"/>
                      <a:pt x="1195829" y="1117239"/>
                      <a:pt x="1171527" y="1119033"/>
                    </a:cubicBezTo>
                    <a:lnTo>
                      <a:pt x="1171526" y="1119033"/>
                    </a:lnTo>
                    <a:lnTo>
                      <a:pt x="1117703" y="1167148"/>
                    </a:lnTo>
                    <a:cubicBezTo>
                      <a:pt x="1115745" y="1168616"/>
                      <a:pt x="1113788" y="1170084"/>
                      <a:pt x="1111831" y="1171715"/>
                    </a:cubicBezTo>
                    <a:cubicBezTo>
                      <a:pt x="971400" y="1275774"/>
                      <a:pt x="760183" y="1319322"/>
                      <a:pt x="592514" y="1328456"/>
                    </a:cubicBezTo>
                    <a:cubicBezTo>
                      <a:pt x="318503" y="1343461"/>
                      <a:pt x="-83543" y="1041234"/>
                      <a:pt x="15296" y="671156"/>
                    </a:cubicBezTo>
                    <a:cubicBezTo>
                      <a:pt x="19700" y="654683"/>
                      <a:pt x="25246" y="637883"/>
                      <a:pt x="31607" y="621084"/>
                    </a:cubicBezTo>
                    <a:cubicBezTo>
                      <a:pt x="82821" y="488482"/>
                      <a:pt x="242824" y="423405"/>
                      <a:pt x="529883" y="451784"/>
                    </a:cubicBezTo>
                    <a:cubicBezTo>
                      <a:pt x="580282" y="456677"/>
                      <a:pt x="634758" y="464669"/>
                      <a:pt x="693148" y="475434"/>
                    </a:cubicBezTo>
                    <a:cubicBezTo>
                      <a:pt x="755942" y="487014"/>
                      <a:pt x="807809" y="496963"/>
                      <a:pt x="857066" y="508054"/>
                    </a:cubicBezTo>
                    <a:cubicBezTo>
                      <a:pt x="1028486" y="530562"/>
                      <a:pt x="1102371" y="427645"/>
                      <a:pt x="1186043" y="295859"/>
                    </a:cubicBezTo>
                    <a:cubicBezTo>
                      <a:pt x="1226166" y="232412"/>
                      <a:pt x="1268572" y="162442"/>
                      <a:pt x="1325169" y="96385"/>
                    </a:cubicBezTo>
                    <a:cubicBezTo>
                      <a:pt x="1327452" y="93613"/>
                      <a:pt x="1329736" y="91003"/>
                      <a:pt x="1332019" y="88557"/>
                    </a:cubicBezTo>
                    <a:cubicBezTo>
                      <a:pt x="1336259" y="83664"/>
                      <a:pt x="1340500" y="78934"/>
                      <a:pt x="1344741" y="74367"/>
                    </a:cubicBezTo>
                    <a:cubicBezTo>
                      <a:pt x="1385353" y="30166"/>
                      <a:pt x="1421725" y="645"/>
                      <a:pt x="1446843" y="155"/>
                    </a:cubicBezTo>
                    <a:close/>
                  </a:path>
                </a:pathLst>
              </a:custGeom>
              <a:solidFill>
                <a:schemeClr val="accent6"/>
              </a:solidFill>
              <a:ln w="0" cap="flat">
                <a:noFill/>
                <a:prstDash val="solid"/>
                <a:miter/>
              </a:ln>
            </p:spPr>
            <p:txBody>
              <a:bodyPr rtlCol="0" anchor="ctr"/>
              <a:lstStyle/>
              <a:p>
                <a:endParaRPr lang="en-IN"/>
              </a:p>
            </p:txBody>
          </p:sp>
          <p:sp>
            <p:nvSpPr>
              <p:cNvPr id="1406" name="Freeform: Shape 1405">
                <a:extLst>
                  <a:ext uri="{FF2B5EF4-FFF2-40B4-BE49-F238E27FC236}">
                    <a16:creationId xmlns:a16="http://schemas.microsoft.com/office/drawing/2014/main" id="{07702762-F0C1-82BA-01A4-177A615EEAD5}"/>
                  </a:ext>
                </a:extLst>
              </p:cNvPr>
              <p:cNvSpPr/>
              <p:nvPr/>
            </p:nvSpPr>
            <p:spPr>
              <a:xfrm>
                <a:off x="7847242" y="1047519"/>
                <a:ext cx="6850" cy="11254"/>
              </a:xfrm>
              <a:custGeom>
                <a:avLst/>
                <a:gdLst>
                  <a:gd name="connsiteX0" fmla="*/ 3588 w 6850"/>
                  <a:gd name="connsiteY0" fmla="*/ 11254 h 11254"/>
                  <a:gd name="connsiteX1" fmla="*/ 0 w 6850"/>
                  <a:gd name="connsiteY1" fmla="*/ 7829 h 11254"/>
                  <a:gd name="connsiteX2" fmla="*/ 6850 w 6850"/>
                  <a:gd name="connsiteY2" fmla="*/ 0 h 11254"/>
                  <a:gd name="connsiteX3" fmla="*/ 3588 w 6850"/>
                  <a:gd name="connsiteY3" fmla="*/ 11254 h 11254"/>
                </a:gdLst>
                <a:ahLst/>
                <a:cxnLst>
                  <a:cxn ang="0">
                    <a:pos x="connsiteX0" y="connsiteY0"/>
                  </a:cxn>
                  <a:cxn ang="0">
                    <a:pos x="connsiteX1" y="connsiteY1"/>
                  </a:cxn>
                  <a:cxn ang="0">
                    <a:pos x="connsiteX2" y="connsiteY2"/>
                  </a:cxn>
                  <a:cxn ang="0">
                    <a:pos x="connsiteX3" y="connsiteY3"/>
                  </a:cxn>
                </a:cxnLst>
                <a:rect l="l" t="t" r="r" b="b"/>
                <a:pathLst>
                  <a:path w="6850" h="11254">
                    <a:moveTo>
                      <a:pt x="3588" y="11254"/>
                    </a:moveTo>
                    <a:lnTo>
                      <a:pt x="0" y="7829"/>
                    </a:lnTo>
                    <a:cubicBezTo>
                      <a:pt x="2283" y="5056"/>
                      <a:pt x="4567" y="2447"/>
                      <a:pt x="6850" y="0"/>
                    </a:cubicBezTo>
                    <a:cubicBezTo>
                      <a:pt x="5056" y="3425"/>
                      <a:pt x="3914" y="7340"/>
                      <a:pt x="3588" y="11254"/>
                    </a:cubicBezTo>
                    <a:close/>
                  </a:path>
                </a:pathLst>
              </a:custGeom>
              <a:solidFill>
                <a:srgbClr val="E6D3BA"/>
              </a:solidFill>
              <a:ln w="0" cap="flat">
                <a:noFill/>
                <a:prstDash val="solid"/>
                <a:miter/>
              </a:ln>
            </p:spPr>
            <p:txBody>
              <a:bodyPr rtlCol="0" anchor="ctr"/>
              <a:lstStyle/>
              <a:p>
                <a:endParaRPr lang="en-IN"/>
              </a:p>
            </p:txBody>
          </p:sp>
          <p:sp>
            <p:nvSpPr>
              <p:cNvPr id="1407" name="Freeform: Shape 1406">
                <a:extLst>
                  <a:ext uri="{FF2B5EF4-FFF2-40B4-BE49-F238E27FC236}">
                    <a16:creationId xmlns:a16="http://schemas.microsoft.com/office/drawing/2014/main" id="{0158C5AB-DAAC-5782-B141-F478430A8913}"/>
                  </a:ext>
                </a:extLst>
              </p:cNvPr>
              <p:cNvSpPr/>
              <p:nvPr/>
            </p:nvSpPr>
            <p:spPr>
              <a:xfrm>
                <a:off x="6522237" y="958799"/>
                <a:ext cx="1653281" cy="1329154"/>
              </a:xfrm>
              <a:custGeom>
                <a:avLst/>
                <a:gdLst>
                  <a:gd name="connsiteX0" fmla="*/ 1599669 w 1653281"/>
                  <a:gd name="connsiteY0" fmla="*/ 734276 h 1329154"/>
                  <a:gd name="connsiteX1" fmla="*/ 1485171 w 1653281"/>
                  <a:gd name="connsiteY1" fmla="*/ 834421 h 1329154"/>
                  <a:gd name="connsiteX2" fmla="*/ 1546824 w 1653281"/>
                  <a:gd name="connsiteY2" fmla="*/ 896073 h 1329154"/>
                  <a:gd name="connsiteX3" fmla="*/ 1305759 w 1653281"/>
                  <a:gd name="connsiteY3" fmla="*/ 1004862 h 1329154"/>
                  <a:gd name="connsiteX4" fmla="*/ 1254219 w 1653281"/>
                  <a:gd name="connsiteY4" fmla="*/ 1107290 h 1329154"/>
                  <a:gd name="connsiteX5" fmla="*/ 1171526 w 1653281"/>
                  <a:gd name="connsiteY5" fmla="*/ 1119196 h 1329154"/>
                  <a:gd name="connsiteX6" fmla="*/ 1117866 w 1653281"/>
                  <a:gd name="connsiteY6" fmla="*/ 1167311 h 1329154"/>
                  <a:gd name="connsiteX7" fmla="*/ 1101719 w 1653281"/>
                  <a:gd name="connsiteY7" fmla="*/ 1158667 h 1329154"/>
                  <a:gd name="connsiteX8" fmla="*/ 1111831 w 1653281"/>
                  <a:gd name="connsiteY8" fmla="*/ 1171715 h 1329154"/>
                  <a:gd name="connsiteX9" fmla="*/ 592514 w 1653281"/>
                  <a:gd name="connsiteY9" fmla="*/ 1328619 h 1329154"/>
                  <a:gd name="connsiteX10" fmla="*/ 15296 w 1653281"/>
                  <a:gd name="connsiteY10" fmla="*/ 671319 h 1329154"/>
                  <a:gd name="connsiteX11" fmla="*/ 94401 w 1653281"/>
                  <a:gd name="connsiteY11" fmla="*/ 913036 h 1329154"/>
                  <a:gd name="connsiteX12" fmla="*/ 104024 w 1653281"/>
                  <a:gd name="connsiteY12" fmla="*/ 809303 h 1329154"/>
                  <a:gd name="connsiteX13" fmla="*/ 302519 w 1653281"/>
                  <a:gd name="connsiteY13" fmla="*/ 1090327 h 1329154"/>
                  <a:gd name="connsiteX14" fmla="*/ 277401 w 1653281"/>
                  <a:gd name="connsiteY14" fmla="*/ 978440 h 1329154"/>
                  <a:gd name="connsiteX15" fmla="*/ 621873 w 1653281"/>
                  <a:gd name="connsiteY15" fmla="*/ 1257507 h 1329154"/>
                  <a:gd name="connsiteX16" fmla="*/ 550434 w 1653281"/>
                  <a:gd name="connsiteY16" fmla="*/ 1184437 h 1329154"/>
                  <a:gd name="connsiteX17" fmla="*/ 743873 w 1653281"/>
                  <a:gd name="connsiteY17" fmla="*/ 1191777 h 1329154"/>
                  <a:gd name="connsiteX18" fmla="*/ 1010381 w 1653281"/>
                  <a:gd name="connsiteY18" fmla="*/ 1146108 h 1329154"/>
                  <a:gd name="connsiteX19" fmla="*/ 1148692 w 1653281"/>
                  <a:gd name="connsiteY19" fmla="*/ 1099135 h 1329154"/>
                  <a:gd name="connsiteX20" fmla="*/ 1212465 w 1653281"/>
                  <a:gd name="connsiteY20" fmla="*/ 1066678 h 1329154"/>
                  <a:gd name="connsiteX21" fmla="*/ 1280641 w 1653281"/>
                  <a:gd name="connsiteY21" fmla="*/ 1009755 h 1329154"/>
                  <a:gd name="connsiteX22" fmla="*/ 1246553 w 1653281"/>
                  <a:gd name="connsiteY22" fmla="*/ 999643 h 1329154"/>
                  <a:gd name="connsiteX23" fmla="*/ 1466904 w 1653281"/>
                  <a:gd name="connsiteY23" fmla="*/ 829691 h 1329154"/>
                  <a:gd name="connsiteX24" fmla="*/ 1320764 w 1653281"/>
                  <a:gd name="connsiteY24" fmla="*/ 865084 h 1329154"/>
                  <a:gd name="connsiteX25" fmla="*/ 1532960 w 1653281"/>
                  <a:gd name="connsiteY25" fmla="*/ 723838 h 1329154"/>
                  <a:gd name="connsiteX26" fmla="*/ 1553511 w 1653281"/>
                  <a:gd name="connsiteY26" fmla="*/ 670993 h 1329154"/>
                  <a:gd name="connsiteX27" fmla="*/ 1490064 w 1653281"/>
                  <a:gd name="connsiteY27" fmla="*/ 630707 h 1329154"/>
                  <a:gd name="connsiteX28" fmla="*/ 1416668 w 1653281"/>
                  <a:gd name="connsiteY28" fmla="*/ 668057 h 1329154"/>
                  <a:gd name="connsiteX29" fmla="*/ 1569169 w 1653281"/>
                  <a:gd name="connsiteY29" fmla="*/ 463854 h 1329154"/>
                  <a:gd name="connsiteX30" fmla="*/ 1563949 w 1653281"/>
                  <a:gd name="connsiteY30" fmla="*/ 401223 h 1329154"/>
                  <a:gd name="connsiteX31" fmla="*/ 1504417 w 1653281"/>
                  <a:gd name="connsiteY31" fmla="*/ 389642 h 1329154"/>
                  <a:gd name="connsiteX32" fmla="*/ 1458422 w 1653281"/>
                  <a:gd name="connsiteY32" fmla="*/ 422100 h 1329154"/>
                  <a:gd name="connsiteX33" fmla="*/ 1540300 w 1653281"/>
                  <a:gd name="connsiteY33" fmla="*/ 270578 h 1329154"/>
                  <a:gd name="connsiteX34" fmla="*/ 1487781 w 1653281"/>
                  <a:gd name="connsiteY34" fmla="*/ 213166 h 1329154"/>
                  <a:gd name="connsiteX35" fmla="*/ 1436893 w 1653281"/>
                  <a:gd name="connsiteY35" fmla="*/ 249701 h 1329154"/>
                  <a:gd name="connsiteX36" fmla="*/ 1263026 w 1653281"/>
                  <a:gd name="connsiteY36" fmla="*/ 396003 h 1329154"/>
                  <a:gd name="connsiteX37" fmla="*/ 1416505 w 1653281"/>
                  <a:gd name="connsiteY37" fmla="*/ 166682 h 1329154"/>
                  <a:gd name="connsiteX38" fmla="*/ 1415364 w 1653281"/>
                  <a:gd name="connsiteY38" fmla="*/ 106824 h 1329154"/>
                  <a:gd name="connsiteX39" fmla="*/ 1372794 w 1653281"/>
                  <a:gd name="connsiteY39" fmla="*/ 68006 h 1329154"/>
                  <a:gd name="connsiteX40" fmla="*/ 1345230 w 1653281"/>
                  <a:gd name="connsiteY40" fmla="*/ 74367 h 1329154"/>
                  <a:gd name="connsiteX41" fmla="*/ 1447495 w 1653281"/>
                  <a:gd name="connsiteY41" fmla="*/ 155 h 1329154"/>
                  <a:gd name="connsiteX42" fmla="*/ 1499198 w 1653281"/>
                  <a:gd name="connsiteY42" fmla="*/ 157059 h 1329154"/>
                  <a:gd name="connsiteX43" fmla="*/ 1501318 w 1653281"/>
                  <a:gd name="connsiteY43" fmla="*/ 162442 h 1329154"/>
                  <a:gd name="connsiteX44" fmla="*/ 1587599 w 1653281"/>
                  <a:gd name="connsiteY44" fmla="*/ 169618 h 1329154"/>
                  <a:gd name="connsiteX45" fmla="*/ 1571615 w 1653281"/>
                  <a:gd name="connsiteY45" fmla="*/ 358979 h 1329154"/>
                  <a:gd name="connsiteX46" fmla="*/ 1642891 w 1653281"/>
                  <a:gd name="connsiteY46" fmla="*/ 375453 h 1329154"/>
                  <a:gd name="connsiteX47" fmla="*/ 1561829 w 1653281"/>
                  <a:gd name="connsiteY47" fmla="*/ 618963 h 1329154"/>
                  <a:gd name="connsiteX48" fmla="*/ 1600321 w 1653281"/>
                  <a:gd name="connsiteY48" fmla="*/ 734113 h 1329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653281" h="1329154">
                    <a:moveTo>
                      <a:pt x="1599669" y="734276"/>
                    </a:moveTo>
                    <a:cubicBezTo>
                      <a:pt x="1569984" y="774562"/>
                      <a:pt x="1523826" y="809629"/>
                      <a:pt x="1485171" y="834421"/>
                    </a:cubicBezTo>
                    <a:cubicBezTo>
                      <a:pt x="1508332" y="835073"/>
                      <a:pt x="1550086" y="873239"/>
                      <a:pt x="1546824" y="896073"/>
                    </a:cubicBezTo>
                    <a:cubicBezTo>
                      <a:pt x="1517792" y="983333"/>
                      <a:pt x="1389267" y="1013670"/>
                      <a:pt x="1305759" y="1004862"/>
                    </a:cubicBezTo>
                    <a:cubicBezTo>
                      <a:pt x="1402315" y="1041071"/>
                      <a:pt x="1331040" y="1086250"/>
                      <a:pt x="1254219" y="1107290"/>
                    </a:cubicBezTo>
                    <a:cubicBezTo>
                      <a:pt x="1229264" y="1114140"/>
                      <a:pt x="1195991" y="1117565"/>
                      <a:pt x="1171526" y="1119196"/>
                    </a:cubicBezTo>
                    <a:cubicBezTo>
                      <a:pt x="1155216" y="1136485"/>
                      <a:pt x="1137112" y="1152632"/>
                      <a:pt x="1117866" y="1167311"/>
                    </a:cubicBezTo>
                    <a:cubicBezTo>
                      <a:pt x="1112483" y="1164539"/>
                      <a:pt x="1107101" y="1161766"/>
                      <a:pt x="1101719" y="1158667"/>
                    </a:cubicBezTo>
                    <a:cubicBezTo>
                      <a:pt x="1105307" y="1162908"/>
                      <a:pt x="1108569" y="1167311"/>
                      <a:pt x="1111831" y="1171715"/>
                    </a:cubicBezTo>
                    <a:cubicBezTo>
                      <a:pt x="971400" y="1275937"/>
                      <a:pt x="760183" y="1319485"/>
                      <a:pt x="592514" y="1328619"/>
                    </a:cubicBezTo>
                    <a:cubicBezTo>
                      <a:pt x="318503" y="1343624"/>
                      <a:pt x="-83543" y="1041397"/>
                      <a:pt x="15296" y="671319"/>
                    </a:cubicBezTo>
                    <a:cubicBezTo>
                      <a:pt x="15623" y="757437"/>
                      <a:pt x="43513" y="843554"/>
                      <a:pt x="94401" y="913036"/>
                    </a:cubicBezTo>
                    <a:cubicBezTo>
                      <a:pt x="97500" y="878458"/>
                      <a:pt x="100762" y="844044"/>
                      <a:pt x="104024" y="809303"/>
                    </a:cubicBezTo>
                    <a:cubicBezTo>
                      <a:pt x="114625" y="929020"/>
                      <a:pt x="193241" y="1040418"/>
                      <a:pt x="302519" y="1090327"/>
                    </a:cubicBezTo>
                    <a:cubicBezTo>
                      <a:pt x="294201" y="1052977"/>
                      <a:pt x="285719" y="1015790"/>
                      <a:pt x="277401" y="978440"/>
                    </a:cubicBezTo>
                    <a:cubicBezTo>
                      <a:pt x="338075" y="1120501"/>
                      <a:pt x="467578" y="1248210"/>
                      <a:pt x="621873" y="1257507"/>
                    </a:cubicBezTo>
                    <a:cubicBezTo>
                      <a:pt x="606541" y="1236304"/>
                      <a:pt x="565765" y="1205640"/>
                      <a:pt x="550434" y="1184437"/>
                    </a:cubicBezTo>
                    <a:cubicBezTo>
                      <a:pt x="651557" y="1246742"/>
                      <a:pt x="737349" y="1226354"/>
                      <a:pt x="743873" y="1191777"/>
                    </a:cubicBezTo>
                    <a:cubicBezTo>
                      <a:pt x="743873" y="1191777"/>
                      <a:pt x="965365" y="1204172"/>
                      <a:pt x="1010381" y="1146108"/>
                    </a:cubicBezTo>
                    <a:cubicBezTo>
                      <a:pt x="1077743" y="1194876"/>
                      <a:pt x="1114277" y="1114630"/>
                      <a:pt x="1148692" y="1099135"/>
                    </a:cubicBezTo>
                    <a:cubicBezTo>
                      <a:pt x="1169895" y="1089512"/>
                      <a:pt x="1192240" y="1078421"/>
                      <a:pt x="1212465" y="1066678"/>
                    </a:cubicBezTo>
                    <a:cubicBezTo>
                      <a:pt x="1246553" y="1047106"/>
                      <a:pt x="1274280" y="1026228"/>
                      <a:pt x="1280641" y="1009755"/>
                    </a:cubicBezTo>
                    <a:cubicBezTo>
                      <a:pt x="1269387" y="1006330"/>
                      <a:pt x="1257970" y="1003068"/>
                      <a:pt x="1246553" y="999643"/>
                    </a:cubicBezTo>
                    <a:cubicBezTo>
                      <a:pt x="1343436" y="988715"/>
                      <a:pt x="1431837" y="920702"/>
                      <a:pt x="1466904" y="829691"/>
                    </a:cubicBezTo>
                    <a:cubicBezTo>
                      <a:pt x="1449289" y="832464"/>
                      <a:pt x="1338379" y="862311"/>
                      <a:pt x="1320764" y="865084"/>
                    </a:cubicBezTo>
                    <a:cubicBezTo>
                      <a:pt x="1424334" y="824145"/>
                      <a:pt x="1499524" y="767875"/>
                      <a:pt x="1532960" y="723838"/>
                    </a:cubicBezTo>
                    <a:cubicBezTo>
                      <a:pt x="1544703" y="708343"/>
                      <a:pt x="1556121" y="690239"/>
                      <a:pt x="1553511" y="670993"/>
                    </a:cubicBezTo>
                    <a:cubicBezTo>
                      <a:pt x="1549760" y="643429"/>
                      <a:pt x="1517628" y="627282"/>
                      <a:pt x="1490064" y="630707"/>
                    </a:cubicBezTo>
                    <a:cubicBezTo>
                      <a:pt x="1462500" y="634132"/>
                      <a:pt x="1438850" y="651421"/>
                      <a:pt x="1416668" y="668057"/>
                    </a:cubicBezTo>
                    <a:cubicBezTo>
                      <a:pt x="1479626" y="609340"/>
                      <a:pt x="1545193" y="546546"/>
                      <a:pt x="1569169" y="463854"/>
                    </a:cubicBezTo>
                    <a:cubicBezTo>
                      <a:pt x="1575203" y="442977"/>
                      <a:pt x="1577813" y="418022"/>
                      <a:pt x="1563949" y="401223"/>
                    </a:cubicBezTo>
                    <a:cubicBezTo>
                      <a:pt x="1550249" y="384586"/>
                      <a:pt x="1524479" y="382140"/>
                      <a:pt x="1504417" y="389642"/>
                    </a:cubicBezTo>
                    <a:cubicBezTo>
                      <a:pt x="1486802" y="396330"/>
                      <a:pt x="1472123" y="408888"/>
                      <a:pt x="1458422" y="422100"/>
                    </a:cubicBezTo>
                    <a:cubicBezTo>
                      <a:pt x="1501481" y="380182"/>
                      <a:pt x="1545682" y="329947"/>
                      <a:pt x="1540300" y="270578"/>
                    </a:cubicBezTo>
                    <a:cubicBezTo>
                      <a:pt x="1537690" y="241872"/>
                      <a:pt x="1516487" y="211209"/>
                      <a:pt x="1487781" y="213166"/>
                    </a:cubicBezTo>
                    <a:cubicBezTo>
                      <a:pt x="1466414" y="214797"/>
                      <a:pt x="1450757" y="233228"/>
                      <a:pt x="1436893" y="249701"/>
                    </a:cubicBezTo>
                    <a:cubicBezTo>
                      <a:pt x="1387799" y="307928"/>
                      <a:pt x="1328756" y="357674"/>
                      <a:pt x="1263026" y="396003"/>
                    </a:cubicBezTo>
                    <a:cubicBezTo>
                      <a:pt x="1328920" y="329784"/>
                      <a:pt x="1397912" y="258182"/>
                      <a:pt x="1416505" y="166682"/>
                    </a:cubicBezTo>
                    <a:cubicBezTo>
                      <a:pt x="1420583" y="146784"/>
                      <a:pt x="1421888" y="125907"/>
                      <a:pt x="1415364" y="106824"/>
                    </a:cubicBezTo>
                    <a:cubicBezTo>
                      <a:pt x="1408676" y="87741"/>
                      <a:pt x="1392855" y="70942"/>
                      <a:pt x="1372794" y="68006"/>
                    </a:cubicBezTo>
                    <a:cubicBezTo>
                      <a:pt x="1363171" y="66538"/>
                      <a:pt x="1353222" y="69147"/>
                      <a:pt x="1345230" y="74367"/>
                    </a:cubicBezTo>
                    <a:cubicBezTo>
                      <a:pt x="1386005" y="30166"/>
                      <a:pt x="1422214" y="645"/>
                      <a:pt x="1447495" y="155"/>
                    </a:cubicBezTo>
                    <a:cubicBezTo>
                      <a:pt x="1503765" y="-4738"/>
                      <a:pt x="1511268" y="107150"/>
                      <a:pt x="1499198" y="157059"/>
                    </a:cubicBezTo>
                    <a:cubicBezTo>
                      <a:pt x="1499850" y="158853"/>
                      <a:pt x="1500503" y="160648"/>
                      <a:pt x="1501318" y="162442"/>
                    </a:cubicBezTo>
                    <a:cubicBezTo>
                      <a:pt x="1524968" y="142543"/>
                      <a:pt x="1565091" y="147110"/>
                      <a:pt x="1587599" y="169618"/>
                    </a:cubicBezTo>
                    <a:cubicBezTo>
                      <a:pt x="1639303" y="223279"/>
                      <a:pt x="1605214" y="304177"/>
                      <a:pt x="1571615" y="358979"/>
                    </a:cubicBezTo>
                    <a:cubicBezTo>
                      <a:pt x="1585153" y="337613"/>
                      <a:pt x="1631800" y="352618"/>
                      <a:pt x="1642891" y="375453"/>
                    </a:cubicBezTo>
                    <a:cubicBezTo>
                      <a:pt x="1679262" y="450316"/>
                      <a:pt x="1612391" y="570685"/>
                      <a:pt x="1561829" y="618963"/>
                    </a:cubicBezTo>
                    <a:cubicBezTo>
                      <a:pt x="1618426" y="610971"/>
                      <a:pt x="1635388" y="698068"/>
                      <a:pt x="1600321" y="734113"/>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408" name="Freeform: Shape 1407">
                <a:extLst>
                  <a:ext uri="{FF2B5EF4-FFF2-40B4-BE49-F238E27FC236}">
                    <a16:creationId xmlns:a16="http://schemas.microsoft.com/office/drawing/2014/main" id="{80E79560-0699-2AD6-355B-B21ACF6F4589}"/>
                  </a:ext>
                </a:extLst>
              </p:cNvPr>
              <p:cNvSpPr/>
              <p:nvPr/>
            </p:nvSpPr>
            <p:spPr>
              <a:xfrm>
                <a:off x="7010565" y="1254821"/>
                <a:ext cx="697551" cy="464006"/>
              </a:xfrm>
              <a:custGeom>
                <a:avLst/>
                <a:gdLst>
                  <a:gd name="connsiteX0" fmla="*/ 697552 w 697551"/>
                  <a:gd name="connsiteY0" fmla="*/ 0 h 464006"/>
                  <a:gd name="connsiteX1" fmla="*/ 599690 w 697551"/>
                  <a:gd name="connsiteY1" fmla="*/ 204693 h 464006"/>
                  <a:gd name="connsiteX2" fmla="*/ 555653 w 697551"/>
                  <a:gd name="connsiteY2" fmla="*/ 266345 h 464006"/>
                  <a:gd name="connsiteX3" fmla="*/ 480137 w 697551"/>
                  <a:gd name="connsiteY3" fmla="*/ 345286 h 464006"/>
                  <a:gd name="connsiteX4" fmla="*/ 75807 w 697551"/>
                  <a:gd name="connsiteY4" fmla="*/ 437113 h 464006"/>
                  <a:gd name="connsiteX5" fmla="*/ 41393 w 697551"/>
                  <a:gd name="connsiteY5" fmla="*/ 155925 h 464006"/>
                  <a:gd name="connsiteX6" fmla="*/ 204658 w 697551"/>
                  <a:gd name="connsiteY6" fmla="*/ 179575 h 464006"/>
                  <a:gd name="connsiteX7" fmla="*/ 368575 w 697551"/>
                  <a:gd name="connsiteY7" fmla="*/ 212195 h 464006"/>
                  <a:gd name="connsiteX8" fmla="*/ 697552 w 697551"/>
                  <a:gd name="connsiteY8" fmla="*/ 0 h 46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7551" h="464006">
                    <a:moveTo>
                      <a:pt x="697552" y="0"/>
                    </a:moveTo>
                    <a:cubicBezTo>
                      <a:pt x="682220" y="53171"/>
                      <a:pt x="652862" y="120858"/>
                      <a:pt x="599690" y="204693"/>
                    </a:cubicBezTo>
                    <a:cubicBezTo>
                      <a:pt x="585664" y="226875"/>
                      <a:pt x="570985" y="247425"/>
                      <a:pt x="555653" y="266345"/>
                    </a:cubicBezTo>
                    <a:cubicBezTo>
                      <a:pt x="531677" y="296519"/>
                      <a:pt x="506233" y="322615"/>
                      <a:pt x="480137" y="345286"/>
                    </a:cubicBezTo>
                    <a:cubicBezTo>
                      <a:pt x="333182" y="473158"/>
                      <a:pt x="164045" y="487185"/>
                      <a:pt x="75807" y="437113"/>
                    </a:cubicBezTo>
                    <a:cubicBezTo>
                      <a:pt x="13013" y="401393"/>
                      <a:pt x="-39832" y="316580"/>
                      <a:pt x="41393" y="155925"/>
                    </a:cubicBezTo>
                    <a:cubicBezTo>
                      <a:pt x="91791" y="160818"/>
                      <a:pt x="146267" y="168810"/>
                      <a:pt x="204658" y="179575"/>
                    </a:cubicBezTo>
                    <a:cubicBezTo>
                      <a:pt x="267452" y="191155"/>
                      <a:pt x="319318" y="201104"/>
                      <a:pt x="368575" y="212195"/>
                    </a:cubicBezTo>
                    <a:cubicBezTo>
                      <a:pt x="539995" y="234703"/>
                      <a:pt x="613880" y="131786"/>
                      <a:pt x="697552" y="0"/>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409" name="Freeform: Shape 1408">
                <a:extLst>
                  <a:ext uri="{FF2B5EF4-FFF2-40B4-BE49-F238E27FC236}">
                    <a16:creationId xmlns:a16="http://schemas.microsoft.com/office/drawing/2014/main" id="{F87B4DA6-8BDB-AEDE-8C6F-4E2CE278AE2B}"/>
                  </a:ext>
                </a:extLst>
              </p:cNvPr>
              <p:cNvSpPr/>
              <p:nvPr/>
            </p:nvSpPr>
            <p:spPr>
              <a:xfrm>
                <a:off x="6972683" y="918669"/>
                <a:ext cx="723231" cy="774243"/>
              </a:xfrm>
              <a:custGeom>
                <a:avLst/>
                <a:gdLst>
                  <a:gd name="connsiteX0" fmla="*/ 709826 w 723231"/>
                  <a:gd name="connsiteY0" fmla="*/ 143856 h 774243"/>
                  <a:gd name="connsiteX1" fmla="*/ 721244 w 723231"/>
                  <a:gd name="connsiteY1" fmla="*/ 243837 h 774243"/>
                  <a:gd name="connsiteX2" fmla="*/ 609845 w 723231"/>
                  <a:gd name="connsiteY2" fmla="*/ 513607 h 774243"/>
                  <a:gd name="connsiteX3" fmla="*/ 77806 w 723231"/>
                  <a:gd name="connsiteY3" fmla="*/ 746353 h 774243"/>
                  <a:gd name="connsiteX4" fmla="*/ 14360 w 723231"/>
                  <a:gd name="connsiteY4" fmla="*/ 526329 h 774243"/>
                  <a:gd name="connsiteX5" fmla="*/ 50568 w 723231"/>
                  <a:gd name="connsiteY5" fmla="*/ 443963 h 774243"/>
                  <a:gd name="connsiteX6" fmla="*/ 405315 w 723231"/>
                  <a:gd name="connsiteY6" fmla="*/ 0 h 774243"/>
                  <a:gd name="connsiteX7" fmla="*/ 383949 w 723231"/>
                  <a:gd name="connsiteY7" fmla="*/ 263899 h 774243"/>
                  <a:gd name="connsiteX8" fmla="*/ 542158 w 723231"/>
                  <a:gd name="connsiteY8" fmla="*/ 14516 h 774243"/>
                  <a:gd name="connsiteX9" fmla="*/ 533024 w 723231"/>
                  <a:gd name="connsiteY9" fmla="*/ 317885 h 774243"/>
                  <a:gd name="connsiteX10" fmla="*/ 709990 w 723231"/>
                  <a:gd name="connsiteY10" fmla="*/ 143856 h 774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3231" h="774243">
                    <a:moveTo>
                      <a:pt x="709826" y="143856"/>
                    </a:moveTo>
                    <a:cubicBezTo>
                      <a:pt x="709826" y="143856"/>
                      <a:pt x="729399" y="174519"/>
                      <a:pt x="721244" y="243837"/>
                    </a:cubicBezTo>
                    <a:cubicBezTo>
                      <a:pt x="714393" y="303369"/>
                      <a:pt x="687155" y="391607"/>
                      <a:pt x="609845" y="513607"/>
                    </a:cubicBezTo>
                    <a:cubicBezTo>
                      <a:pt x="446417" y="771145"/>
                      <a:pt x="193935" y="812410"/>
                      <a:pt x="77806" y="746353"/>
                    </a:cubicBezTo>
                    <a:cubicBezTo>
                      <a:pt x="22678" y="715038"/>
                      <a:pt x="-24785" y="647351"/>
                      <a:pt x="14360" y="526329"/>
                    </a:cubicBezTo>
                    <a:cubicBezTo>
                      <a:pt x="22515" y="501212"/>
                      <a:pt x="34258" y="473811"/>
                      <a:pt x="50568" y="443963"/>
                    </a:cubicBezTo>
                    <a:cubicBezTo>
                      <a:pt x="166371" y="231768"/>
                      <a:pt x="334692" y="216273"/>
                      <a:pt x="405315" y="0"/>
                    </a:cubicBezTo>
                    <a:cubicBezTo>
                      <a:pt x="405315" y="0"/>
                      <a:pt x="491433" y="106669"/>
                      <a:pt x="383949" y="263899"/>
                    </a:cubicBezTo>
                    <a:cubicBezTo>
                      <a:pt x="383949" y="263899"/>
                      <a:pt x="550150" y="141246"/>
                      <a:pt x="542158" y="14516"/>
                    </a:cubicBezTo>
                    <a:cubicBezTo>
                      <a:pt x="542158" y="14516"/>
                      <a:pt x="719613" y="100471"/>
                      <a:pt x="533024" y="317885"/>
                    </a:cubicBezTo>
                    <a:cubicBezTo>
                      <a:pt x="533024" y="317885"/>
                      <a:pt x="608866" y="305326"/>
                      <a:pt x="709990" y="143856"/>
                    </a:cubicBezTo>
                    <a:close/>
                  </a:path>
                </a:pathLst>
              </a:custGeom>
              <a:solidFill>
                <a:schemeClr val="accent5"/>
              </a:solidFill>
              <a:ln w="0" cap="flat">
                <a:noFill/>
                <a:prstDash val="solid"/>
                <a:miter/>
              </a:ln>
            </p:spPr>
            <p:txBody>
              <a:bodyPr rtlCol="0" anchor="ctr"/>
              <a:lstStyle/>
              <a:p>
                <a:endParaRPr lang="en-IN"/>
              </a:p>
            </p:txBody>
          </p:sp>
          <p:sp>
            <p:nvSpPr>
              <p:cNvPr id="1410" name="Freeform: Shape 1409">
                <a:extLst>
                  <a:ext uri="{FF2B5EF4-FFF2-40B4-BE49-F238E27FC236}">
                    <a16:creationId xmlns:a16="http://schemas.microsoft.com/office/drawing/2014/main" id="{995907F9-E31A-3826-684F-9EBE5D28276C}"/>
                  </a:ext>
                </a:extLst>
              </p:cNvPr>
              <p:cNvSpPr/>
              <p:nvPr/>
            </p:nvSpPr>
            <p:spPr>
              <a:xfrm>
                <a:off x="6327785" y="1197246"/>
                <a:ext cx="188058" cy="123304"/>
              </a:xfrm>
              <a:custGeom>
                <a:avLst/>
                <a:gdLst>
                  <a:gd name="connsiteX0" fmla="*/ 188057 w 188058"/>
                  <a:gd name="connsiteY0" fmla="*/ 75679 h 123304"/>
                  <a:gd name="connsiteX1" fmla="*/ 167016 w 188058"/>
                  <a:gd name="connsiteY1" fmla="*/ 99003 h 123304"/>
                  <a:gd name="connsiteX2" fmla="*/ 0 w 188058"/>
                  <a:gd name="connsiteY2" fmla="*/ 123305 h 123304"/>
                  <a:gd name="connsiteX3" fmla="*/ 0 w 188058"/>
                  <a:gd name="connsiteY3" fmla="*/ 123305 h 123304"/>
                  <a:gd name="connsiteX4" fmla="*/ 65893 w 188058"/>
                  <a:gd name="connsiteY4" fmla="*/ 60021 h 123304"/>
                  <a:gd name="connsiteX5" fmla="*/ 124447 w 188058"/>
                  <a:gd name="connsiteY5" fmla="*/ 0 h 123304"/>
                  <a:gd name="connsiteX6" fmla="*/ 162123 w 188058"/>
                  <a:gd name="connsiteY6" fmla="*/ 49094 h 123304"/>
                  <a:gd name="connsiteX7" fmla="*/ 188057 w 188058"/>
                  <a:gd name="connsiteY7" fmla="*/ 75842 h 12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058" h="123304">
                    <a:moveTo>
                      <a:pt x="188057" y="75679"/>
                    </a:moveTo>
                    <a:cubicBezTo>
                      <a:pt x="188057" y="75679"/>
                      <a:pt x="188709" y="90685"/>
                      <a:pt x="167016" y="99003"/>
                    </a:cubicBezTo>
                    <a:cubicBezTo>
                      <a:pt x="139615" y="109278"/>
                      <a:pt x="103896" y="88564"/>
                      <a:pt x="0" y="123305"/>
                    </a:cubicBezTo>
                    <a:lnTo>
                      <a:pt x="0" y="123305"/>
                    </a:lnTo>
                    <a:cubicBezTo>
                      <a:pt x="1468" y="120532"/>
                      <a:pt x="25770" y="77310"/>
                      <a:pt x="65893" y="60021"/>
                    </a:cubicBezTo>
                    <a:cubicBezTo>
                      <a:pt x="107158" y="42243"/>
                      <a:pt x="118738" y="9949"/>
                      <a:pt x="124447" y="0"/>
                    </a:cubicBezTo>
                    <a:cubicBezTo>
                      <a:pt x="124447" y="0"/>
                      <a:pt x="140105" y="23976"/>
                      <a:pt x="162123" y="49094"/>
                    </a:cubicBezTo>
                    <a:cubicBezTo>
                      <a:pt x="170115" y="58227"/>
                      <a:pt x="178923" y="67361"/>
                      <a:pt x="188057" y="75842"/>
                    </a:cubicBezTo>
                    <a:close/>
                  </a:path>
                </a:pathLst>
              </a:custGeom>
              <a:solidFill>
                <a:schemeClr val="accent6"/>
              </a:solidFill>
              <a:ln w="0" cap="flat">
                <a:noFill/>
                <a:prstDash val="solid"/>
                <a:miter/>
              </a:ln>
            </p:spPr>
            <p:txBody>
              <a:bodyPr rtlCol="0" anchor="ctr"/>
              <a:lstStyle/>
              <a:p>
                <a:endParaRPr lang="en-IN"/>
              </a:p>
            </p:txBody>
          </p:sp>
          <p:sp>
            <p:nvSpPr>
              <p:cNvPr id="1411" name="Freeform: Shape 1410">
                <a:extLst>
                  <a:ext uri="{FF2B5EF4-FFF2-40B4-BE49-F238E27FC236}">
                    <a16:creationId xmlns:a16="http://schemas.microsoft.com/office/drawing/2014/main" id="{C0B23793-5DA5-D9AD-0AF9-B6DF69F395CD}"/>
                  </a:ext>
                </a:extLst>
              </p:cNvPr>
              <p:cNvSpPr/>
              <p:nvPr/>
            </p:nvSpPr>
            <p:spPr>
              <a:xfrm>
                <a:off x="6327786" y="1197246"/>
                <a:ext cx="162123" cy="123142"/>
              </a:xfrm>
              <a:custGeom>
                <a:avLst/>
                <a:gdLst>
                  <a:gd name="connsiteX0" fmla="*/ 162123 w 162123"/>
                  <a:gd name="connsiteY0" fmla="*/ 48931 h 123141"/>
                  <a:gd name="connsiteX1" fmla="*/ 84161 w 162123"/>
                  <a:gd name="connsiteY1" fmla="*/ 74701 h 123141"/>
                  <a:gd name="connsiteX2" fmla="*/ 0 w 162123"/>
                  <a:gd name="connsiteY2" fmla="*/ 123142 h 123141"/>
                  <a:gd name="connsiteX3" fmla="*/ 65893 w 162123"/>
                  <a:gd name="connsiteY3" fmla="*/ 60021 h 123141"/>
                  <a:gd name="connsiteX4" fmla="*/ 124447 w 162123"/>
                  <a:gd name="connsiteY4" fmla="*/ 0 h 123141"/>
                  <a:gd name="connsiteX5" fmla="*/ 162123 w 162123"/>
                  <a:gd name="connsiteY5" fmla="*/ 49094 h 1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123" h="123141">
                    <a:moveTo>
                      <a:pt x="162123" y="48931"/>
                    </a:moveTo>
                    <a:cubicBezTo>
                      <a:pt x="144345" y="57412"/>
                      <a:pt x="110746" y="71928"/>
                      <a:pt x="84161" y="74701"/>
                    </a:cubicBezTo>
                    <a:cubicBezTo>
                      <a:pt x="47300" y="78941"/>
                      <a:pt x="2936" y="120532"/>
                      <a:pt x="0" y="123142"/>
                    </a:cubicBezTo>
                    <a:cubicBezTo>
                      <a:pt x="1468" y="120369"/>
                      <a:pt x="25770" y="77147"/>
                      <a:pt x="65893" y="60021"/>
                    </a:cubicBezTo>
                    <a:cubicBezTo>
                      <a:pt x="107158" y="42243"/>
                      <a:pt x="118738" y="9949"/>
                      <a:pt x="124447" y="0"/>
                    </a:cubicBezTo>
                    <a:cubicBezTo>
                      <a:pt x="124447" y="0"/>
                      <a:pt x="140105" y="23976"/>
                      <a:pt x="162123" y="49094"/>
                    </a:cubicBezTo>
                    <a:close/>
                  </a:path>
                </a:pathLst>
              </a:custGeom>
              <a:solidFill>
                <a:schemeClr val="accent5"/>
              </a:solidFill>
              <a:ln w="0" cap="flat">
                <a:noFill/>
                <a:prstDash val="solid"/>
                <a:miter/>
              </a:ln>
            </p:spPr>
            <p:txBody>
              <a:bodyPr rtlCol="0" anchor="ctr"/>
              <a:lstStyle/>
              <a:p>
                <a:endParaRPr lang="en-IN"/>
              </a:p>
            </p:txBody>
          </p:sp>
          <p:sp>
            <p:nvSpPr>
              <p:cNvPr id="1412" name="Freeform: Shape 1411">
                <a:extLst>
                  <a:ext uri="{FF2B5EF4-FFF2-40B4-BE49-F238E27FC236}">
                    <a16:creationId xmlns:a16="http://schemas.microsoft.com/office/drawing/2014/main" id="{806FE6EB-C45D-3809-E4A9-328E5092C74E}"/>
                  </a:ext>
                </a:extLst>
              </p:cNvPr>
              <p:cNvSpPr/>
              <p:nvPr/>
            </p:nvSpPr>
            <p:spPr>
              <a:xfrm>
                <a:off x="6460577" y="1277655"/>
                <a:ext cx="205186" cy="184746"/>
              </a:xfrm>
              <a:custGeom>
                <a:avLst/>
                <a:gdLst>
                  <a:gd name="connsiteX0" fmla="*/ 184441 w 205186"/>
                  <a:gd name="connsiteY0" fmla="*/ 104548 h 184746"/>
                  <a:gd name="connsiteX1" fmla="*/ 92125 w 205186"/>
                  <a:gd name="connsiteY1" fmla="*/ 181858 h 184746"/>
                  <a:gd name="connsiteX2" fmla="*/ 41563 w 205186"/>
                  <a:gd name="connsiteY2" fmla="*/ 167995 h 184746"/>
                  <a:gd name="connsiteX3" fmla="*/ 4213 w 205186"/>
                  <a:gd name="connsiteY3" fmla="*/ 67198 h 184746"/>
                  <a:gd name="connsiteX4" fmla="*/ 33245 w 205186"/>
                  <a:gd name="connsiteY4" fmla="*/ 7992 h 184746"/>
                  <a:gd name="connsiteX5" fmla="*/ 39932 w 205186"/>
                  <a:gd name="connsiteY5" fmla="*/ 0 h 184746"/>
                  <a:gd name="connsiteX6" fmla="*/ 184441 w 205186"/>
                  <a:gd name="connsiteY6" fmla="*/ 104711 h 18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186" h="184746">
                    <a:moveTo>
                      <a:pt x="184441" y="104548"/>
                    </a:moveTo>
                    <a:cubicBezTo>
                      <a:pt x="120341" y="134233"/>
                      <a:pt x="118547" y="165222"/>
                      <a:pt x="92125" y="181858"/>
                    </a:cubicBezTo>
                    <a:cubicBezTo>
                      <a:pt x="81034" y="188872"/>
                      <a:pt x="60483" y="182674"/>
                      <a:pt x="41563" y="167995"/>
                    </a:cubicBezTo>
                    <a:cubicBezTo>
                      <a:pt x="13999" y="146955"/>
                      <a:pt x="-9977" y="108300"/>
                      <a:pt x="4213" y="67198"/>
                    </a:cubicBezTo>
                    <a:cubicBezTo>
                      <a:pt x="14815" y="36209"/>
                      <a:pt x="26232" y="17452"/>
                      <a:pt x="33245" y="7992"/>
                    </a:cubicBezTo>
                    <a:cubicBezTo>
                      <a:pt x="37323" y="2447"/>
                      <a:pt x="39932" y="0"/>
                      <a:pt x="39932" y="0"/>
                    </a:cubicBezTo>
                    <a:cubicBezTo>
                      <a:pt x="39932" y="0"/>
                      <a:pt x="274962" y="62794"/>
                      <a:pt x="184441" y="104711"/>
                    </a:cubicBezTo>
                    <a:close/>
                  </a:path>
                </a:pathLst>
              </a:custGeom>
              <a:solidFill>
                <a:srgbClr val="C00000"/>
              </a:solidFill>
              <a:ln w="0" cap="flat">
                <a:noFill/>
                <a:prstDash val="solid"/>
                <a:miter/>
              </a:ln>
            </p:spPr>
            <p:txBody>
              <a:bodyPr rtlCol="0" anchor="ctr"/>
              <a:lstStyle/>
              <a:p>
                <a:endParaRPr lang="en-IN"/>
              </a:p>
            </p:txBody>
          </p:sp>
          <p:sp>
            <p:nvSpPr>
              <p:cNvPr id="1414" name="Freeform: Shape 1413">
                <a:extLst>
                  <a:ext uri="{FF2B5EF4-FFF2-40B4-BE49-F238E27FC236}">
                    <a16:creationId xmlns:a16="http://schemas.microsoft.com/office/drawing/2014/main" id="{060FDA30-E723-DAF1-036F-F93914263989}"/>
                  </a:ext>
                </a:extLst>
              </p:cNvPr>
              <p:cNvSpPr/>
              <p:nvPr/>
            </p:nvSpPr>
            <p:spPr>
              <a:xfrm>
                <a:off x="6446723" y="1068179"/>
                <a:ext cx="531022" cy="482508"/>
              </a:xfrm>
              <a:custGeom>
                <a:avLst/>
                <a:gdLst>
                  <a:gd name="connsiteX0" fmla="*/ 120332 w 531022"/>
                  <a:gd name="connsiteY0" fmla="*/ 482509 h 482508"/>
                  <a:gd name="connsiteX1" fmla="*/ 154421 w 531022"/>
                  <a:gd name="connsiteY1" fmla="*/ 271292 h 482508"/>
                  <a:gd name="connsiteX2" fmla="*/ 145124 w 531022"/>
                  <a:gd name="connsiteY2" fmla="*/ 266236 h 482508"/>
                  <a:gd name="connsiteX3" fmla="*/ 289 w 531022"/>
                  <a:gd name="connsiteY3" fmla="*/ 122054 h 482508"/>
                  <a:gd name="connsiteX4" fmla="*/ 155236 w 531022"/>
                  <a:gd name="connsiteY4" fmla="*/ 543 h 482508"/>
                  <a:gd name="connsiteX5" fmla="*/ 218356 w 531022"/>
                  <a:gd name="connsiteY5" fmla="*/ 7557 h 482508"/>
                  <a:gd name="connsiteX6" fmla="*/ 531023 w 531022"/>
                  <a:gd name="connsiteY6" fmla="*/ 336696 h 482508"/>
                  <a:gd name="connsiteX7" fmla="*/ 120332 w 531022"/>
                  <a:gd name="connsiteY7" fmla="*/ 482509 h 482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022" h="482508">
                    <a:moveTo>
                      <a:pt x="120332" y="482509"/>
                    </a:moveTo>
                    <a:cubicBezTo>
                      <a:pt x="120332" y="482509"/>
                      <a:pt x="227979" y="311741"/>
                      <a:pt x="154421" y="271292"/>
                    </a:cubicBezTo>
                    <a:cubicBezTo>
                      <a:pt x="151322" y="269498"/>
                      <a:pt x="148223" y="267867"/>
                      <a:pt x="145124" y="266236"/>
                    </a:cubicBezTo>
                    <a:cubicBezTo>
                      <a:pt x="45305" y="211760"/>
                      <a:pt x="-4278" y="193166"/>
                      <a:pt x="289" y="122054"/>
                    </a:cubicBezTo>
                    <a:cubicBezTo>
                      <a:pt x="3062" y="76875"/>
                      <a:pt x="69771" y="7067"/>
                      <a:pt x="155236" y="543"/>
                    </a:cubicBezTo>
                    <a:cubicBezTo>
                      <a:pt x="175461" y="-1088"/>
                      <a:pt x="196664" y="870"/>
                      <a:pt x="218356" y="7557"/>
                    </a:cubicBezTo>
                    <a:cubicBezTo>
                      <a:pt x="461052" y="81931"/>
                      <a:pt x="463499" y="301792"/>
                      <a:pt x="531023" y="336696"/>
                    </a:cubicBezTo>
                    <a:cubicBezTo>
                      <a:pt x="531023" y="336696"/>
                      <a:pt x="212322" y="458696"/>
                      <a:pt x="120332" y="482509"/>
                    </a:cubicBezTo>
                    <a:close/>
                  </a:path>
                </a:pathLst>
              </a:custGeom>
              <a:solidFill>
                <a:schemeClr val="accent6"/>
              </a:solidFill>
              <a:ln w="0" cap="flat">
                <a:noFill/>
                <a:prstDash val="solid"/>
                <a:miter/>
              </a:ln>
            </p:spPr>
            <p:txBody>
              <a:bodyPr rtlCol="0" anchor="ctr"/>
              <a:lstStyle/>
              <a:p>
                <a:endParaRPr lang="en-IN"/>
              </a:p>
            </p:txBody>
          </p:sp>
          <p:sp>
            <p:nvSpPr>
              <p:cNvPr id="1415" name="Freeform: Shape 1414">
                <a:extLst>
                  <a:ext uri="{FF2B5EF4-FFF2-40B4-BE49-F238E27FC236}">
                    <a16:creationId xmlns:a16="http://schemas.microsoft.com/office/drawing/2014/main" id="{F695098C-5AFD-AE2B-FD20-9CFB1B416066}"/>
                  </a:ext>
                </a:extLst>
              </p:cNvPr>
              <p:cNvSpPr/>
              <p:nvPr/>
            </p:nvSpPr>
            <p:spPr>
              <a:xfrm>
                <a:off x="6477119" y="1065479"/>
                <a:ext cx="462461" cy="529408"/>
              </a:xfrm>
              <a:custGeom>
                <a:avLst/>
                <a:gdLst>
                  <a:gd name="connsiteX0" fmla="*/ 382215 w 462461"/>
                  <a:gd name="connsiteY0" fmla="*/ 119861 h 529408"/>
                  <a:gd name="connsiteX1" fmla="*/ 462461 w 462461"/>
                  <a:gd name="connsiteY1" fmla="*/ 262411 h 529408"/>
                  <a:gd name="connsiteX2" fmla="*/ 425600 w 462461"/>
                  <a:gd name="connsiteY2" fmla="*/ 257682 h 529408"/>
                  <a:gd name="connsiteX3" fmla="*/ 377159 w 462461"/>
                  <a:gd name="connsiteY3" fmla="*/ 370222 h 529408"/>
                  <a:gd name="connsiteX4" fmla="*/ 359544 w 462461"/>
                  <a:gd name="connsiteY4" fmla="*/ 334666 h 529408"/>
                  <a:gd name="connsiteX5" fmla="*/ 251570 w 462461"/>
                  <a:gd name="connsiteY5" fmla="*/ 419968 h 529408"/>
                  <a:gd name="connsiteX6" fmla="*/ 183883 w 462461"/>
                  <a:gd name="connsiteY6" fmla="*/ 529409 h 529408"/>
                  <a:gd name="connsiteX7" fmla="*/ 167084 w 462461"/>
                  <a:gd name="connsiteY7" fmla="*/ 443781 h 529408"/>
                  <a:gd name="connsiteX8" fmla="*/ 102985 w 462461"/>
                  <a:gd name="connsiteY8" fmla="*/ 443781 h 529408"/>
                  <a:gd name="connsiteX9" fmla="*/ 70038 w 462461"/>
                  <a:gd name="connsiteY9" fmla="*/ 233379 h 529408"/>
                  <a:gd name="connsiteX10" fmla="*/ 64656 w 462461"/>
                  <a:gd name="connsiteY10" fmla="*/ 22489 h 529408"/>
                  <a:gd name="connsiteX11" fmla="*/ 382215 w 462461"/>
                  <a:gd name="connsiteY11" fmla="*/ 120187 h 52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461" h="529408">
                    <a:moveTo>
                      <a:pt x="382215" y="119861"/>
                    </a:moveTo>
                    <a:cubicBezTo>
                      <a:pt x="430330" y="174337"/>
                      <a:pt x="457731" y="206794"/>
                      <a:pt x="462461" y="262411"/>
                    </a:cubicBezTo>
                    <a:cubicBezTo>
                      <a:pt x="452349" y="282473"/>
                      <a:pt x="437017" y="262901"/>
                      <a:pt x="425600" y="257682"/>
                    </a:cubicBezTo>
                    <a:cubicBezTo>
                      <a:pt x="457079" y="299272"/>
                      <a:pt x="429025" y="364513"/>
                      <a:pt x="377159" y="370222"/>
                    </a:cubicBezTo>
                    <a:cubicBezTo>
                      <a:pt x="371287" y="358315"/>
                      <a:pt x="365416" y="346409"/>
                      <a:pt x="359544" y="334666"/>
                    </a:cubicBezTo>
                    <a:cubicBezTo>
                      <a:pt x="369167" y="432690"/>
                      <a:pt x="267554" y="637219"/>
                      <a:pt x="251570" y="419968"/>
                    </a:cubicBezTo>
                    <a:cubicBezTo>
                      <a:pt x="251407" y="465147"/>
                      <a:pt x="224169" y="509021"/>
                      <a:pt x="183883" y="529409"/>
                    </a:cubicBezTo>
                    <a:cubicBezTo>
                      <a:pt x="174423" y="501845"/>
                      <a:pt x="168715" y="472976"/>
                      <a:pt x="167084" y="443781"/>
                    </a:cubicBezTo>
                    <a:cubicBezTo>
                      <a:pt x="155340" y="482436"/>
                      <a:pt x="104616" y="490591"/>
                      <a:pt x="102985" y="443781"/>
                    </a:cubicBezTo>
                    <a:cubicBezTo>
                      <a:pt x="124025" y="372342"/>
                      <a:pt x="172466" y="296174"/>
                      <a:pt x="70038" y="233379"/>
                    </a:cubicBezTo>
                    <a:cubicBezTo>
                      <a:pt x="-26845" y="174010"/>
                      <a:pt x="-18037" y="91481"/>
                      <a:pt x="64656" y="22489"/>
                    </a:cubicBezTo>
                    <a:cubicBezTo>
                      <a:pt x="176054" y="-39979"/>
                      <a:pt x="310613" y="39125"/>
                      <a:pt x="382215" y="120187"/>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416" name="Freeform: Shape 1415">
                <a:extLst>
                  <a:ext uri="{FF2B5EF4-FFF2-40B4-BE49-F238E27FC236}">
                    <a16:creationId xmlns:a16="http://schemas.microsoft.com/office/drawing/2014/main" id="{18053F14-0B24-C402-23CB-2106B1298B06}"/>
                  </a:ext>
                </a:extLst>
              </p:cNvPr>
              <p:cNvSpPr/>
              <p:nvPr/>
            </p:nvSpPr>
            <p:spPr>
              <a:xfrm>
                <a:off x="6446886" y="1064506"/>
                <a:ext cx="215326" cy="269908"/>
              </a:xfrm>
              <a:custGeom>
                <a:avLst/>
                <a:gdLst>
                  <a:gd name="connsiteX0" fmla="*/ 145124 w 215326"/>
                  <a:gd name="connsiteY0" fmla="*/ 269909 h 269908"/>
                  <a:gd name="connsiteX1" fmla="*/ 289 w 215326"/>
                  <a:gd name="connsiteY1" fmla="*/ 125727 h 269908"/>
                  <a:gd name="connsiteX2" fmla="*/ 154421 w 215326"/>
                  <a:gd name="connsiteY2" fmla="*/ 628 h 269908"/>
                  <a:gd name="connsiteX3" fmla="*/ 181332 w 215326"/>
                  <a:gd name="connsiteY3" fmla="*/ 628 h 269908"/>
                  <a:gd name="connsiteX4" fmla="*/ 209712 w 215326"/>
                  <a:gd name="connsiteY4" fmla="*/ 114146 h 269908"/>
                  <a:gd name="connsiteX5" fmla="*/ 145124 w 215326"/>
                  <a:gd name="connsiteY5" fmla="*/ 269746 h 26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26" h="269908">
                    <a:moveTo>
                      <a:pt x="145124" y="269909"/>
                    </a:moveTo>
                    <a:cubicBezTo>
                      <a:pt x="45305" y="215433"/>
                      <a:pt x="-4278" y="196839"/>
                      <a:pt x="289" y="125727"/>
                    </a:cubicBezTo>
                    <a:cubicBezTo>
                      <a:pt x="3062" y="80548"/>
                      <a:pt x="69118" y="7152"/>
                      <a:pt x="154421" y="628"/>
                    </a:cubicBezTo>
                    <a:cubicBezTo>
                      <a:pt x="160618" y="1117"/>
                      <a:pt x="176276" y="-1003"/>
                      <a:pt x="181332" y="628"/>
                    </a:cubicBezTo>
                    <a:cubicBezTo>
                      <a:pt x="215258" y="11882"/>
                      <a:pt x="140883" y="140243"/>
                      <a:pt x="209712" y="114146"/>
                    </a:cubicBezTo>
                    <a:cubicBezTo>
                      <a:pt x="230752" y="106155"/>
                      <a:pt x="188998" y="214780"/>
                      <a:pt x="145124" y="269746"/>
                    </a:cubicBezTo>
                    <a:close/>
                  </a:path>
                </a:pathLst>
              </a:custGeom>
              <a:solidFill>
                <a:schemeClr val="accent5"/>
              </a:solidFill>
              <a:ln w="0" cap="flat">
                <a:noFill/>
                <a:prstDash val="solid"/>
                <a:miter/>
              </a:ln>
            </p:spPr>
            <p:txBody>
              <a:bodyPr rtlCol="0" anchor="ctr"/>
              <a:lstStyle/>
              <a:p>
                <a:endParaRPr lang="en-IN"/>
              </a:p>
            </p:txBody>
          </p:sp>
          <p:sp>
            <p:nvSpPr>
              <p:cNvPr id="1417" name="Freeform: Shape 1416">
                <a:extLst>
                  <a:ext uri="{FF2B5EF4-FFF2-40B4-BE49-F238E27FC236}">
                    <a16:creationId xmlns:a16="http://schemas.microsoft.com/office/drawing/2014/main" id="{EDB67FB7-C5D6-F566-F6D2-F4AA64389921}"/>
                  </a:ext>
                </a:extLst>
              </p:cNvPr>
              <p:cNvSpPr/>
              <p:nvPr/>
            </p:nvSpPr>
            <p:spPr>
              <a:xfrm>
                <a:off x="7263090" y="2105070"/>
                <a:ext cx="284679" cy="321560"/>
              </a:xfrm>
              <a:custGeom>
                <a:avLst/>
                <a:gdLst>
                  <a:gd name="connsiteX0" fmla="*/ 6119 w 284679"/>
                  <a:gd name="connsiteY0" fmla="*/ 30826 h 321560"/>
                  <a:gd name="connsiteX1" fmla="*/ 269365 w 284679"/>
                  <a:gd name="connsiteY1" fmla="*/ 0 h 321560"/>
                  <a:gd name="connsiteX2" fmla="*/ 205429 w 284679"/>
                  <a:gd name="connsiteY2" fmla="*/ 309404 h 321560"/>
                  <a:gd name="connsiteX3" fmla="*/ 90279 w 284679"/>
                  <a:gd name="connsiteY3" fmla="*/ 318212 h 321560"/>
                  <a:gd name="connsiteX4" fmla="*/ 6119 w 284679"/>
                  <a:gd name="connsiteY4" fmla="*/ 30989 h 32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679" h="321560">
                    <a:moveTo>
                      <a:pt x="6119" y="30826"/>
                    </a:moveTo>
                    <a:lnTo>
                      <a:pt x="269365" y="0"/>
                    </a:lnTo>
                    <a:cubicBezTo>
                      <a:pt x="269365" y="0"/>
                      <a:pt x="331507" y="286733"/>
                      <a:pt x="205429" y="309404"/>
                    </a:cubicBezTo>
                    <a:cubicBezTo>
                      <a:pt x="127630" y="323431"/>
                      <a:pt x="101370" y="323757"/>
                      <a:pt x="90279" y="318212"/>
                    </a:cubicBezTo>
                    <a:cubicBezTo>
                      <a:pt x="79352" y="312666"/>
                      <a:pt x="-26175" y="147281"/>
                      <a:pt x="6119" y="30989"/>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418" name="Freeform: Shape 1417">
                <a:extLst>
                  <a:ext uri="{FF2B5EF4-FFF2-40B4-BE49-F238E27FC236}">
                    <a16:creationId xmlns:a16="http://schemas.microsoft.com/office/drawing/2014/main" id="{B5FD0D1E-AC20-A833-D3D0-79AC0FB425CF}"/>
                  </a:ext>
                </a:extLst>
              </p:cNvPr>
              <p:cNvSpPr/>
              <p:nvPr/>
            </p:nvSpPr>
            <p:spPr>
              <a:xfrm>
                <a:off x="6986879" y="918342"/>
                <a:ext cx="709034" cy="610492"/>
              </a:xfrm>
              <a:custGeom>
                <a:avLst/>
                <a:gdLst>
                  <a:gd name="connsiteX0" fmla="*/ 695630 w 709034"/>
                  <a:gd name="connsiteY0" fmla="*/ 144182 h 610492"/>
                  <a:gd name="connsiteX1" fmla="*/ 707047 w 709034"/>
                  <a:gd name="connsiteY1" fmla="*/ 244163 h 610492"/>
                  <a:gd name="connsiteX2" fmla="*/ 645558 w 709034"/>
                  <a:gd name="connsiteY2" fmla="*/ 331423 h 610492"/>
                  <a:gd name="connsiteX3" fmla="*/ 357356 w 709034"/>
                  <a:gd name="connsiteY3" fmla="*/ 470712 h 610492"/>
                  <a:gd name="connsiteX4" fmla="*/ 369263 w 709034"/>
                  <a:gd name="connsiteY4" fmla="*/ 354257 h 610492"/>
                  <a:gd name="connsiteX5" fmla="*/ 231605 w 709034"/>
                  <a:gd name="connsiteY5" fmla="*/ 552099 h 610492"/>
                  <a:gd name="connsiteX6" fmla="*/ 303696 w 709034"/>
                  <a:gd name="connsiteY6" fmla="*/ 298476 h 610492"/>
                  <a:gd name="connsiteX7" fmla="*/ 131460 w 709034"/>
                  <a:gd name="connsiteY7" fmla="*/ 572324 h 610492"/>
                  <a:gd name="connsiteX8" fmla="*/ 55618 w 709034"/>
                  <a:gd name="connsiteY8" fmla="*/ 610490 h 610492"/>
                  <a:gd name="connsiteX9" fmla="*/ 2773 w 709034"/>
                  <a:gd name="connsiteY9" fmla="*/ 556503 h 610492"/>
                  <a:gd name="connsiteX10" fmla="*/ 0 w 709034"/>
                  <a:gd name="connsiteY10" fmla="*/ 526329 h 610492"/>
                  <a:gd name="connsiteX11" fmla="*/ 36209 w 709034"/>
                  <a:gd name="connsiteY11" fmla="*/ 443963 h 610492"/>
                  <a:gd name="connsiteX12" fmla="*/ 390955 w 709034"/>
                  <a:gd name="connsiteY12" fmla="*/ 0 h 610492"/>
                  <a:gd name="connsiteX13" fmla="*/ 369589 w 709034"/>
                  <a:gd name="connsiteY13" fmla="*/ 263899 h 610492"/>
                  <a:gd name="connsiteX14" fmla="*/ 527798 w 709034"/>
                  <a:gd name="connsiteY14" fmla="*/ 14516 h 610492"/>
                  <a:gd name="connsiteX15" fmla="*/ 518664 w 709034"/>
                  <a:gd name="connsiteY15" fmla="*/ 317885 h 610492"/>
                  <a:gd name="connsiteX16" fmla="*/ 695630 w 709034"/>
                  <a:gd name="connsiteY16" fmla="*/ 143856 h 6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09034" h="610492">
                    <a:moveTo>
                      <a:pt x="695630" y="144182"/>
                    </a:moveTo>
                    <a:cubicBezTo>
                      <a:pt x="695630" y="144182"/>
                      <a:pt x="715202" y="174845"/>
                      <a:pt x="707047" y="244163"/>
                    </a:cubicBezTo>
                    <a:cubicBezTo>
                      <a:pt x="686333" y="280209"/>
                      <a:pt x="662357" y="316417"/>
                      <a:pt x="645558" y="331423"/>
                    </a:cubicBezTo>
                    <a:cubicBezTo>
                      <a:pt x="556015" y="411506"/>
                      <a:pt x="474464" y="444289"/>
                      <a:pt x="357356" y="470712"/>
                    </a:cubicBezTo>
                    <a:cubicBezTo>
                      <a:pt x="365838" y="432546"/>
                      <a:pt x="369752" y="393238"/>
                      <a:pt x="369263" y="354257"/>
                    </a:cubicBezTo>
                    <a:cubicBezTo>
                      <a:pt x="335664" y="427653"/>
                      <a:pt x="288854" y="495014"/>
                      <a:pt x="231605" y="552099"/>
                    </a:cubicBezTo>
                    <a:cubicBezTo>
                      <a:pt x="267324" y="471527"/>
                      <a:pt x="291626" y="385899"/>
                      <a:pt x="303696" y="298476"/>
                    </a:cubicBezTo>
                    <a:cubicBezTo>
                      <a:pt x="262105" y="398947"/>
                      <a:pt x="211706" y="498928"/>
                      <a:pt x="131460" y="572324"/>
                    </a:cubicBezTo>
                    <a:cubicBezTo>
                      <a:pt x="110094" y="591896"/>
                      <a:pt x="84650" y="610164"/>
                      <a:pt x="55618" y="610490"/>
                    </a:cubicBezTo>
                    <a:cubicBezTo>
                      <a:pt x="26586" y="610816"/>
                      <a:pt x="-3588" y="584720"/>
                      <a:pt x="2773" y="556503"/>
                    </a:cubicBezTo>
                    <a:lnTo>
                      <a:pt x="0" y="526329"/>
                    </a:lnTo>
                    <a:cubicBezTo>
                      <a:pt x="8155" y="501212"/>
                      <a:pt x="19898" y="473811"/>
                      <a:pt x="36209" y="443963"/>
                    </a:cubicBezTo>
                    <a:cubicBezTo>
                      <a:pt x="152011" y="231768"/>
                      <a:pt x="320332" y="216273"/>
                      <a:pt x="390955" y="0"/>
                    </a:cubicBezTo>
                    <a:cubicBezTo>
                      <a:pt x="390955" y="0"/>
                      <a:pt x="477073" y="106669"/>
                      <a:pt x="369589" y="263899"/>
                    </a:cubicBezTo>
                    <a:cubicBezTo>
                      <a:pt x="369589" y="263899"/>
                      <a:pt x="535790" y="141246"/>
                      <a:pt x="527798" y="14516"/>
                    </a:cubicBezTo>
                    <a:cubicBezTo>
                      <a:pt x="527798" y="14516"/>
                      <a:pt x="705253" y="100471"/>
                      <a:pt x="518664" y="317885"/>
                    </a:cubicBezTo>
                    <a:cubicBezTo>
                      <a:pt x="518664" y="317885"/>
                      <a:pt x="594507" y="305326"/>
                      <a:pt x="695630" y="143856"/>
                    </a:cubicBezTo>
                    <a:close/>
                  </a:path>
                </a:pathLst>
              </a:custGeom>
              <a:solidFill>
                <a:schemeClr val="accent6"/>
              </a:solidFill>
              <a:ln w="0" cap="flat">
                <a:noFill/>
                <a:prstDash val="solid"/>
                <a:miter/>
              </a:ln>
            </p:spPr>
            <p:txBody>
              <a:bodyPr rtlCol="0" anchor="ctr"/>
              <a:lstStyle/>
              <a:p>
                <a:endParaRPr lang="en-IN"/>
              </a:p>
            </p:txBody>
          </p:sp>
          <p:sp>
            <p:nvSpPr>
              <p:cNvPr id="1420" name="Freeform: Shape 1419">
                <a:extLst>
                  <a:ext uri="{FF2B5EF4-FFF2-40B4-BE49-F238E27FC236}">
                    <a16:creationId xmlns:a16="http://schemas.microsoft.com/office/drawing/2014/main" id="{AACF9EC9-933A-A2B3-EB6E-A9B4D86EA00F}"/>
                  </a:ext>
                </a:extLst>
              </p:cNvPr>
              <p:cNvSpPr/>
              <p:nvPr/>
            </p:nvSpPr>
            <p:spPr>
              <a:xfrm>
                <a:off x="6519592" y="1143749"/>
                <a:ext cx="56759" cy="56759"/>
              </a:xfrm>
              <a:custGeom>
                <a:avLst/>
                <a:gdLst>
                  <a:gd name="connsiteX0" fmla="*/ 56759 w 56759"/>
                  <a:gd name="connsiteY0" fmla="*/ 28380 h 56759"/>
                  <a:gd name="connsiteX1" fmla="*/ 28380 w 56759"/>
                  <a:gd name="connsiteY1" fmla="*/ 56759 h 56759"/>
                  <a:gd name="connsiteX2" fmla="*/ 0 w 56759"/>
                  <a:gd name="connsiteY2" fmla="*/ 28380 h 56759"/>
                  <a:gd name="connsiteX3" fmla="*/ 28380 w 56759"/>
                  <a:gd name="connsiteY3" fmla="*/ 0 h 56759"/>
                  <a:gd name="connsiteX4" fmla="*/ 56759 w 56759"/>
                  <a:gd name="connsiteY4" fmla="*/ 28380 h 56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59" h="56759">
                    <a:moveTo>
                      <a:pt x="56759" y="28380"/>
                    </a:moveTo>
                    <a:cubicBezTo>
                      <a:pt x="56759" y="44053"/>
                      <a:pt x="44053" y="56759"/>
                      <a:pt x="28380" y="56759"/>
                    </a:cubicBezTo>
                    <a:cubicBezTo>
                      <a:pt x="12706" y="56759"/>
                      <a:pt x="0" y="44053"/>
                      <a:pt x="0" y="28380"/>
                    </a:cubicBezTo>
                    <a:cubicBezTo>
                      <a:pt x="0" y="12706"/>
                      <a:pt x="12706" y="0"/>
                      <a:pt x="28380" y="0"/>
                    </a:cubicBezTo>
                    <a:cubicBezTo>
                      <a:pt x="44053" y="0"/>
                      <a:pt x="56759" y="12706"/>
                      <a:pt x="56759" y="28380"/>
                    </a:cubicBezTo>
                    <a:close/>
                  </a:path>
                </a:pathLst>
              </a:custGeom>
              <a:solidFill>
                <a:srgbClr val="FFFFFF"/>
              </a:solidFill>
              <a:ln w="0" cap="flat">
                <a:noFill/>
                <a:prstDash val="solid"/>
                <a:miter/>
              </a:ln>
            </p:spPr>
            <p:txBody>
              <a:bodyPr rtlCol="0" anchor="ctr"/>
              <a:lstStyle/>
              <a:p>
                <a:endParaRPr lang="en-IN"/>
              </a:p>
            </p:txBody>
          </p:sp>
          <p:sp>
            <p:nvSpPr>
              <p:cNvPr id="1421" name="Freeform: Shape 1420">
                <a:extLst>
                  <a:ext uri="{FF2B5EF4-FFF2-40B4-BE49-F238E27FC236}">
                    <a16:creationId xmlns:a16="http://schemas.microsoft.com/office/drawing/2014/main" id="{90C7AC5F-DADD-2491-78DF-0D2E7E1CD9FB}"/>
                  </a:ext>
                </a:extLst>
              </p:cNvPr>
              <p:cNvSpPr/>
              <p:nvPr/>
            </p:nvSpPr>
            <p:spPr>
              <a:xfrm>
                <a:off x="6525953" y="1157613"/>
                <a:ext cx="37513" cy="37513"/>
              </a:xfrm>
              <a:custGeom>
                <a:avLst/>
                <a:gdLst>
                  <a:gd name="connsiteX0" fmla="*/ 37513 w 37513"/>
                  <a:gd name="connsiteY0" fmla="*/ 18757 h 37513"/>
                  <a:gd name="connsiteX1" fmla="*/ 18757 w 37513"/>
                  <a:gd name="connsiteY1" fmla="*/ 37513 h 37513"/>
                  <a:gd name="connsiteX2" fmla="*/ 0 w 37513"/>
                  <a:gd name="connsiteY2" fmla="*/ 18757 h 37513"/>
                  <a:gd name="connsiteX3" fmla="*/ 18757 w 37513"/>
                  <a:gd name="connsiteY3" fmla="*/ 0 h 37513"/>
                  <a:gd name="connsiteX4" fmla="*/ 37513 w 37513"/>
                  <a:gd name="connsiteY4" fmla="*/ 18757 h 37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13" h="37513">
                    <a:moveTo>
                      <a:pt x="37513" y="18757"/>
                    </a:moveTo>
                    <a:cubicBezTo>
                      <a:pt x="37513" y="29116"/>
                      <a:pt x="29116" y="37513"/>
                      <a:pt x="18757" y="37513"/>
                    </a:cubicBezTo>
                    <a:cubicBezTo>
                      <a:pt x="8398" y="37513"/>
                      <a:pt x="0" y="29116"/>
                      <a:pt x="0" y="18757"/>
                    </a:cubicBezTo>
                    <a:cubicBezTo>
                      <a:pt x="0" y="8398"/>
                      <a:pt x="8398" y="0"/>
                      <a:pt x="18757" y="0"/>
                    </a:cubicBezTo>
                    <a:cubicBezTo>
                      <a:pt x="29116" y="0"/>
                      <a:pt x="37513" y="8398"/>
                      <a:pt x="37513" y="18757"/>
                    </a:cubicBezTo>
                    <a:close/>
                  </a:path>
                </a:pathLst>
              </a:custGeom>
              <a:solidFill>
                <a:srgbClr val="2B2B2B"/>
              </a:solidFill>
              <a:ln w="0" cap="flat">
                <a:noFill/>
                <a:prstDash val="solid"/>
                <a:miter/>
              </a:ln>
            </p:spPr>
            <p:txBody>
              <a:bodyPr rtlCol="0" anchor="ctr"/>
              <a:lstStyle/>
              <a:p>
                <a:endParaRPr lang="en-IN"/>
              </a:p>
            </p:txBody>
          </p:sp>
          <p:sp>
            <p:nvSpPr>
              <p:cNvPr id="1422" name="Freeform: Shape 1421">
                <a:extLst>
                  <a:ext uri="{FF2B5EF4-FFF2-40B4-BE49-F238E27FC236}">
                    <a16:creationId xmlns:a16="http://schemas.microsoft.com/office/drawing/2014/main" id="{267A501F-88EA-8307-248E-2F3778F1CD1C}"/>
                  </a:ext>
                </a:extLst>
              </p:cNvPr>
              <p:cNvSpPr/>
              <p:nvPr/>
            </p:nvSpPr>
            <p:spPr>
              <a:xfrm>
                <a:off x="6549277" y="1157613"/>
                <a:ext cx="9459" cy="9459"/>
              </a:xfrm>
              <a:custGeom>
                <a:avLst/>
                <a:gdLst>
                  <a:gd name="connsiteX0" fmla="*/ 9460 w 9459"/>
                  <a:gd name="connsiteY0" fmla="*/ 4730 h 9459"/>
                  <a:gd name="connsiteX1" fmla="*/ 4730 w 9459"/>
                  <a:gd name="connsiteY1" fmla="*/ 9460 h 9459"/>
                  <a:gd name="connsiteX2" fmla="*/ 0 w 9459"/>
                  <a:gd name="connsiteY2" fmla="*/ 4730 h 9459"/>
                  <a:gd name="connsiteX3" fmla="*/ 4730 w 9459"/>
                  <a:gd name="connsiteY3" fmla="*/ 0 h 9459"/>
                  <a:gd name="connsiteX4" fmla="*/ 9460 w 9459"/>
                  <a:gd name="connsiteY4" fmla="*/ 4730 h 9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9" h="9459">
                    <a:moveTo>
                      <a:pt x="9460" y="4730"/>
                    </a:moveTo>
                    <a:cubicBezTo>
                      <a:pt x="9460" y="7342"/>
                      <a:pt x="7342" y="9460"/>
                      <a:pt x="4730" y="9460"/>
                    </a:cubicBezTo>
                    <a:cubicBezTo>
                      <a:pt x="2118" y="9460"/>
                      <a:pt x="0" y="7342"/>
                      <a:pt x="0" y="4730"/>
                    </a:cubicBezTo>
                    <a:cubicBezTo>
                      <a:pt x="0" y="2118"/>
                      <a:pt x="2118" y="0"/>
                      <a:pt x="4730" y="0"/>
                    </a:cubicBezTo>
                    <a:cubicBezTo>
                      <a:pt x="7342" y="0"/>
                      <a:pt x="9460" y="2118"/>
                      <a:pt x="9460" y="4730"/>
                    </a:cubicBezTo>
                    <a:close/>
                  </a:path>
                </a:pathLst>
              </a:custGeom>
              <a:solidFill>
                <a:srgbClr val="FFFFFF"/>
              </a:solidFill>
              <a:ln w="0" cap="flat">
                <a:noFill/>
                <a:prstDash val="solid"/>
                <a:miter/>
              </a:ln>
            </p:spPr>
            <p:txBody>
              <a:bodyPr rtlCol="0" anchor="ctr"/>
              <a:lstStyle/>
              <a:p>
                <a:endParaRPr lang="en-IN"/>
              </a:p>
            </p:txBody>
          </p:sp>
        </p:grpSp>
        <p:grpSp>
          <p:nvGrpSpPr>
            <p:cNvPr id="1480" name="Group 1479">
              <a:extLst>
                <a:ext uri="{FF2B5EF4-FFF2-40B4-BE49-F238E27FC236}">
                  <a16:creationId xmlns:a16="http://schemas.microsoft.com/office/drawing/2014/main" id="{EEEF506F-3E65-7A44-F75B-289A8C882263}"/>
                </a:ext>
              </a:extLst>
            </p:cNvPr>
            <p:cNvGrpSpPr/>
            <p:nvPr/>
          </p:nvGrpSpPr>
          <p:grpSpPr>
            <a:xfrm>
              <a:off x="7346335" y="5772673"/>
              <a:ext cx="457175" cy="447804"/>
              <a:chOff x="8050395" y="794717"/>
              <a:chExt cx="1395908" cy="1367296"/>
            </a:xfrm>
          </p:grpSpPr>
          <p:sp>
            <p:nvSpPr>
              <p:cNvPr id="1455" name="Freeform: Shape 1454">
                <a:extLst>
                  <a:ext uri="{FF2B5EF4-FFF2-40B4-BE49-F238E27FC236}">
                    <a16:creationId xmlns:a16="http://schemas.microsoft.com/office/drawing/2014/main" id="{DB11E260-2296-944D-029B-7A0A2A528B30}"/>
                  </a:ext>
                </a:extLst>
              </p:cNvPr>
              <p:cNvSpPr/>
              <p:nvPr/>
            </p:nvSpPr>
            <p:spPr>
              <a:xfrm>
                <a:off x="8050395" y="1840572"/>
                <a:ext cx="1395908" cy="321441"/>
              </a:xfrm>
              <a:custGeom>
                <a:avLst/>
                <a:gdLst>
                  <a:gd name="connsiteX0" fmla="*/ 0 w 444245"/>
                  <a:gd name="connsiteY0" fmla="*/ 51149 h 102298"/>
                  <a:gd name="connsiteX1" fmla="*/ 222123 w 444245"/>
                  <a:gd name="connsiteY1" fmla="*/ 102298 h 102298"/>
                  <a:gd name="connsiteX2" fmla="*/ 444246 w 444245"/>
                  <a:gd name="connsiteY2" fmla="*/ 51149 h 102298"/>
                  <a:gd name="connsiteX3" fmla="*/ 222123 w 444245"/>
                  <a:gd name="connsiteY3" fmla="*/ 0 h 102298"/>
                  <a:gd name="connsiteX4" fmla="*/ 0 w 444245"/>
                  <a:gd name="connsiteY4" fmla="*/ 51149 h 10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245" h="102298">
                    <a:moveTo>
                      <a:pt x="0" y="51149"/>
                    </a:moveTo>
                    <a:cubicBezTo>
                      <a:pt x="0" y="79438"/>
                      <a:pt x="99441" y="102298"/>
                      <a:pt x="222123" y="102298"/>
                    </a:cubicBezTo>
                    <a:cubicBezTo>
                      <a:pt x="344805" y="102298"/>
                      <a:pt x="444246" y="79438"/>
                      <a:pt x="444246" y="51149"/>
                    </a:cubicBezTo>
                    <a:cubicBezTo>
                      <a:pt x="444246" y="22860"/>
                      <a:pt x="344805" y="0"/>
                      <a:pt x="222123" y="0"/>
                    </a:cubicBezTo>
                    <a:cubicBezTo>
                      <a:pt x="99441" y="0"/>
                      <a:pt x="0" y="22860"/>
                      <a:pt x="0" y="51149"/>
                    </a:cubicBezTo>
                    <a:close/>
                  </a:path>
                </a:pathLst>
              </a:custGeom>
              <a:solidFill>
                <a:schemeClr val="tx1">
                  <a:alpha val="10000"/>
                </a:schemeClr>
              </a:solidFill>
              <a:ln w="0" cap="flat">
                <a:noFill/>
                <a:prstDash val="solid"/>
                <a:miter/>
              </a:ln>
            </p:spPr>
            <p:txBody>
              <a:bodyPr rtlCol="0" anchor="ctr"/>
              <a:lstStyle/>
              <a:p>
                <a:endParaRPr lang="en-IN"/>
              </a:p>
            </p:txBody>
          </p:sp>
          <p:sp>
            <p:nvSpPr>
              <p:cNvPr id="1457" name="Freeform: Shape 1456">
                <a:extLst>
                  <a:ext uri="{FF2B5EF4-FFF2-40B4-BE49-F238E27FC236}">
                    <a16:creationId xmlns:a16="http://schemas.microsoft.com/office/drawing/2014/main" id="{B3CDCD49-AD18-B07C-E1D8-A108B8CA6F0F}"/>
                  </a:ext>
                </a:extLst>
              </p:cNvPr>
              <p:cNvSpPr/>
              <p:nvPr/>
            </p:nvSpPr>
            <p:spPr>
              <a:xfrm>
                <a:off x="8773190" y="1730133"/>
                <a:ext cx="227276" cy="271191"/>
              </a:xfrm>
              <a:custGeom>
                <a:avLst/>
                <a:gdLst>
                  <a:gd name="connsiteX0" fmla="*/ 37052 w 72330"/>
                  <a:gd name="connsiteY0" fmla="*/ 67913 h 86306"/>
                  <a:gd name="connsiteX1" fmla="*/ 56674 w 72330"/>
                  <a:gd name="connsiteY1" fmla="*/ 86297 h 86306"/>
                  <a:gd name="connsiteX2" fmla="*/ 45720 w 72330"/>
                  <a:gd name="connsiteY2" fmla="*/ 68294 h 86306"/>
                  <a:gd name="connsiteX3" fmla="*/ 72295 w 72330"/>
                  <a:gd name="connsiteY3" fmla="*/ 77248 h 86306"/>
                  <a:gd name="connsiteX4" fmla="*/ 51054 w 72330"/>
                  <a:gd name="connsiteY4" fmla="*/ 62484 h 86306"/>
                  <a:gd name="connsiteX5" fmla="*/ 70866 w 72330"/>
                  <a:gd name="connsiteY5" fmla="*/ 62484 h 86306"/>
                  <a:gd name="connsiteX6" fmla="*/ 37433 w 72330"/>
                  <a:gd name="connsiteY6" fmla="*/ 57341 h 86306"/>
                  <a:gd name="connsiteX7" fmla="*/ 16859 w 72330"/>
                  <a:gd name="connsiteY7" fmla="*/ 5429 h 86306"/>
                  <a:gd name="connsiteX8" fmla="*/ 0 w 72330"/>
                  <a:gd name="connsiteY8" fmla="*/ 0 h 86306"/>
                  <a:gd name="connsiteX9" fmla="*/ 19145 w 72330"/>
                  <a:gd name="connsiteY9" fmla="*/ 43053 h 86306"/>
                  <a:gd name="connsiteX10" fmla="*/ 31147 w 72330"/>
                  <a:gd name="connsiteY10" fmla="*/ 61055 h 86306"/>
                  <a:gd name="connsiteX11" fmla="*/ 21146 w 72330"/>
                  <a:gd name="connsiteY11" fmla="*/ 76581 h 86306"/>
                  <a:gd name="connsiteX12" fmla="*/ 37052 w 72330"/>
                  <a:gd name="connsiteY12" fmla="*/ 68199 h 8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30" h="86306">
                    <a:moveTo>
                      <a:pt x="37052" y="67913"/>
                    </a:moveTo>
                    <a:cubicBezTo>
                      <a:pt x="39624" y="70771"/>
                      <a:pt x="54102" y="86773"/>
                      <a:pt x="56674" y="86297"/>
                    </a:cubicBezTo>
                    <a:cubicBezTo>
                      <a:pt x="61436" y="85439"/>
                      <a:pt x="46101" y="68771"/>
                      <a:pt x="45720" y="68294"/>
                    </a:cubicBezTo>
                    <a:cubicBezTo>
                      <a:pt x="46387" y="68580"/>
                      <a:pt x="69818" y="81820"/>
                      <a:pt x="72295" y="77248"/>
                    </a:cubicBezTo>
                    <a:cubicBezTo>
                      <a:pt x="73343" y="75343"/>
                      <a:pt x="51054" y="62484"/>
                      <a:pt x="51054" y="62484"/>
                    </a:cubicBezTo>
                    <a:cubicBezTo>
                      <a:pt x="56293" y="62103"/>
                      <a:pt x="70199" y="63818"/>
                      <a:pt x="70866" y="62484"/>
                    </a:cubicBezTo>
                    <a:cubicBezTo>
                      <a:pt x="74771" y="54673"/>
                      <a:pt x="41720" y="58674"/>
                      <a:pt x="37433" y="57341"/>
                    </a:cubicBezTo>
                    <a:cubicBezTo>
                      <a:pt x="33147" y="55912"/>
                      <a:pt x="16859" y="5429"/>
                      <a:pt x="16859" y="5429"/>
                    </a:cubicBezTo>
                    <a:lnTo>
                      <a:pt x="0" y="0"/>
                    </a:lnTo>
                    <a:cubicBezTo>
                      <a:pt x="0" y="0"/>
                      <a:pt x="13621" y="32671"/>
                      <a:pt x="19145" y="43053"/>
                    </a:cubicBezTo>
                    <a:cubicBezTo>
                      <a:pt x="22098" y="48577"/>
                      <a:pt x="27051" y="55626"/>
                      <a:pt x="31147" y="61055"/>
                    </a:cubicBezTo>
                    <a:cubicBezTo>
                      <a:pt x="30099" y="63913"/>
                      <a:pt x="21146" y="72581"/>
                      <a:pt x="21146" y="76581"/>
                    </a:cubicBezTo>
                    <a:cubicBezTo>
                      <a:pt x="21146" y="87821"/>
                      <a:pt x="31718" y="67437"/>
                      <a:pt x="37052" y="68199"/>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459" name="Freeform: Shape 1458">
                <a:extLst>
                  <a:ext uri="{FF2B5EF4-FFF2-40B4-BE49-F238E27FC236}">
                    <a16:creationId xmlns:a16="http://schemas.microsoft.com/office/drawing/2014/main" id="{7638EA98-6F35-1D55-1DDD-1103E27C186E}"/>
                  </a:ext>
                </a:extLst>
              </p:cNvPr>
              <p:cNvSpPr/>
              <p:nvPr/>
            </p:nvSpPr>
            <p:spPr>
              <a:xfrm>
                <a:off x="8698368" y="1617598"/>
                <a:ext cx="176963" cy="196614"/>
              </a:xfrm>
              <a:custGeom>
                <a:avLst/>
                <a:gdLst>
                  <a:gd name="connsiteX0" fmla="*/ 47244 w 56318"/>
                  <a:gd name="connsiteY0" fmla="*/ 0 h 62572"/>
                  <a:gd name="connsiteX1" fmla="*/ 0 w 56318"/>
                  <a:gd name="connsiteY1" fmla="*/ 14002 h 62572"/>
                  <a:gd name="connsiteX2" fmla="*/ 33528 w 56318"/>
                  <a:gd name="connsiteY2" fmla="*/ 62198 h 62572"/>
                  <a:gd name="connsiteX3" fmla="*/ 53816 w 56318"/>
                  <a:gd name="connsiteY3" fmla="*/ 55245 h 62572"/>
                  <a:gd name="connsiteX4" fmla="*/ 47244 w 56318"/>
                  <a:gd name="connsiteY4" fmla="*/ 0 h 62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8" h="62572">
                    <a:moveTo>
                      <a:pt x="47244" y="0"/>
                    </a:moveTo>
                    <a:lnTo>
                      <a:pt x="0" y="14002"/>
                    </a:lnTo>
                    <a:cubicBezTo>
                      <a:pt x="0" y="14002"/>
                      <a:pt x="10382" y="67532"/>
                      <a:pt x="33528" y="62198"/>
                    </a:cubicBezTo>
                    <a:cubicBezTo>
                      <a:pt x="47815" y="58865"/>
                      <a:pt x="52388" y="57055"/>
                      <a:pt x="53816" y="55245"/>
                    </a:cubicBezTo>
                    <a:cubicBezTo>
                      <a:pt x="55245" y="53531"/>
                      <a:pt x="61246" y="17526"/>
                      <a:pt x="47244" y="0"/>
                    </a:cubicBezTo>
                    <a:close/>
                  </a:path>
                </a:pathLst>
              </a:custGeom>
              <a:solidFill>
                <a:schemeClr val="accent5"/>
              </a:solidFill>
              <a:ln w="0" cap="flat">
                <a:noFill/>
                <a:prstDash val="solid"/>
                <a:miter/>
              </a:ln>
            </p:spPr>
            <p:txBody>
              <a:bodyPr rtlCol="0" anchor="ctr"/>
              <a:lstStyle/>
              <a:p>
                <a:endParaRPr lang="en-IN"/>
              </a:p>
            </p:txBody>
          </p:sp>
          <p:sp>
            <p:nvSpPr>
              <p:cNvPr id="1461" name="Freeform: Shape 1460">
                <a:extLst>
                  <a:ext uri="{FF2B5EF4-FFF2-40B4-BE49-F238E27FC236}">
                    <a16:creationId xmlns:a16="http://schemas.microsoft.com/office/drawing/2014/main" id="{7DB38B70-E81F-147C-3A93-8CEF5F6B8847}"/>
                  </a:ext>
                </a:extLst>
              </p:cNvPr>
              <p:cNvSpPr/>
              <p:nvPr/>
            </p:nvSpPr>
            <p:spPr>
              <a:xfrm>
                <a:off x="8818683" y="794717"/>
                <a:ext cx="430410" cy="579253"/>
              </a:xfrm>
              <a:custGeom>
                <a:avLst/>
                <a:gdLst>
                  <a:gd name="connsiteX0" fmla="*/ 125540 w 136977"/>
                  <a:gd name="connsiteY0" fmla="*/ 184346 h 184346"/>
                  <a:gd name="connsiteX1" fmla="*/ 0 w 136977"/>
                  <a:gd name="connsiteY1" fmla="*/ 87382 h 184346"/>
                  <a:gd name="connsiteX2" fmla="*/ 56007 w 136977"/>
                  <a:gd name="connsiteY2" fmla="*/ 5943 h 184346"/>
                  <a:gd name="connsiteX3" fmla="*/ 136589 w 136977"/>
                  <a:gd name="connsiteY3" fmla="*/ 42138 h 184346"/>
                  <a:gd name="connsiteX4" fmla="*/ 117824 w 136977"/>
                  <a:gd name="connsiteY4" fmla="*/ 106336 h 184346"/>
                  <a:gd name="connsiteX5" fmla="*/ 125540 w 136977"/>
                  <a:gd name="connsiteY5" fmla="*/ 184251 h 18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977" h="184346">
                    <a:moveTo>
                      <a:pt x="125540" y="184346"/>
                    </a:moveTo>
                    <a:lnTo>
                      <a:pt x="0" y="87382"/>
                    </a:lnTo>
                    <a:cubicBezTo>
                      <a:pt x="17907" y="60712"/>
                      <a:pt x="7334" y="26326"/>
                      <a:pt x="56007" y="5943"/>
                    </a:cubicBezTo>
                    <a:cubicBezTo>
                      <a:pt x="102394" y="-13488"/>
                      <a:pt x="133160" y="18992"/>
                      <a:pt x="136589" y="42138"/>
                    </a:cubicBezTo>
                    <a:cubicBezTo>
                      <a:pt x="139922" y="65284"/>
                      <a:pt x="120777" y="87763"/>
                      <a:pt x="117824" y="106336"/>
                    </a:cubicBezTo>
                    <a:cubicBezTo>
                      <a:pt x="114872" y="125005"/>
                      <a:pt x="122968" y="149008"/>
                      <a:pt x="125540" y="184251"/>
                    </a:cubicBezTo>
                    <a:close/>
                  </a:path>
                </a:pathLst>
              </a:custGeom>
              <a:solidFill>
                <a:schemeClr val="accent6"/>
              </a:solidFill>
              <a:ln w="0" cap="flat">
                <a:noFill/>
                <a:prstDash val="solid"/>
                <a:miter/>
              </a:ln>
            </p:spPr>
            <p:txBody>
              <a:bodyPr rtlCol="0" anchor="ctr"/>
              <a:lstStyle/>
              <a:p>
                <a:endParaRPr lang="en-IN"/>
              </a:p>
            </p:txBody>
          </p:sp>
          <p:sp>
            <p:nvSpPr>
              <p:cNvPr id="1462" name="Freeform: Shape 1461">
                <a:extLst>
                  <a:ext uri="{FF2B5EF4-FFF2-40B4-BE49-F238E27FC236}">
                    <a16:creationId xmlns:a16="http://schemas.microsoft.com/office/drawing/2014/main" id="{516D41CB-85B1-D183-9908-F04EE904CF77}"/>
                  </a:ext>
                </a:extLst>
              </p:cNvPr>
              <p:cNvSpPr/>
              <p:nvPr/>
            </p:nvSpPr>
            <p:spPr>
              <a:xfrm>
                <a:off x="9214911" y="967827"/>
                <a:ext cx="131127" cy="91284"/>
              </a:xfrm>
              <a:custGeom>
                <a:avLst/>
                <a:gdLst>
                  <a:gd name="connsiteX0" fmla="*/ 393 w 41731"/>
                  <a:gd name="connsiteY0" fmla="*/ 27337 h 29051"/>
                  <a:gd name="connsiteX1" fmla="*/ 39922 w 41731"/>
                  <a:gd name="connsiteY1" fmla="*/ 28480 h 29051"/>
                  <a:gd name="connsiteX2" fmla="*/ 41732 w 41731"/>
                  <a:gd name="connsiteY2" fmla="*/ 29051 h 29051"/>
                  <a:gd name="connsiteX3" fmla="*/ 25063 w 41731"/>
                  <a:gd name="connsiteY3" fmla="*/ 8763 h 29051"/>
                  <a:gd name="connsiteX4" fmla="*/ 10109 w 41731"/>
                  <a:gd name="connsiteY4" fmla="*/ 0 h 29051"/>
                  <a:gd name="connsiteX5" fmla="*/ 1822 w 41731"/>
                  <a:gd name="connsiteY5" fmla="*/ 9334 h 29051"/>
                  <a:gd name="connsiteX6" fmla="*/ 203 w 41731"/>
                  <a:gd name="connsiteY6" fmla="*/ 27337 h 2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731" h="29051">
                    <a:moveTo>
                      <a:pt x="393" y="27337"/>
                    </a:moveTo>
                    <a:cubicBezTo>
                      <a:pt x="5918" y="18574"/>
                      <a:pt x="32588" y="26194"/>
                      <a:pt x="39922" y="28480"/>
                    </a:cubicBezTo>
                    <a:cubicBezTo>
                      <a:pt x="41065" y="28861"/>
                      <a:pt x="41732" y="29051"/>
                      <a:pt x="41732" y="29051"/>
                    </a:cubicBezTo>
                    <a:cubicBezTo>
                      <a:pt x="41732" y="22098"/>
                      <a:pt x="36874" y="14478"/>
                      <a:pt x="25063" y="8763"/>
                    </a:cubicBezTo>
                    <a:cubicBezTo>
                      <a:pt x="19920" y="6286"/>
                      <a:pt x="10109" y="0"/>
                      <a:pt x="10109" y="0"/>
                    </a:cubicBezTo>
                    <a:cubicBezTo>
                      <a:pt x="5823" y="1333"/>
                      <a:pt x="3346" y="5048"/>
                      <a:pt x="1822" y="9334"/>
                    </a:cubicBezTo>
                    <a:cubicBezTo>
                      <a:pt x="-845" y="17335"/>
                      <a:pt x="203" y="27337"/>
                      <a:pt x="203" y="27337"/>
                    </a:cubicBezTo>
                    <a:close/>
                  </a:path>
                </a:pathLst>
              </a:custGeom>
              <a:solidFill>
                <a:schemeClr val="accent5"/>
              </a:solidFill>
              <a:ln w="0" cap="flat">
                <a:noFill/>
                <a:prstDash val="solid"/>
                <a:miter/>
              </a:ln>
            </p:spPr>
            <p:txBody>
              <a:bodyPr rtlCol="0" anchor="ctr"/>
              <a:lstStyle/>
              <a:p>
                <a:endParaRPr lang="en-IN"/>
              </a:p>
            </p:txBody>
          </p:sp>
          <p:sp>
            <p:nvSpPr>
              <p:cNvPr id="1464" name="Freeform: Shape 1463">
                <a:extLst>
                  <a:ext uri="{FF2B5EF4-FFF2-40B4-BE49-F238E27FC236}">
                    <a16:creationId xmlns:a16="http://schemas.microsoft.com/office/drawing/2014/main" id="{F3178B57-2C34-9BFA-CC2B-7AEE519D1E6F}"/>
                  </a:ext>
                </a:extLst>
              </p:cNvPr>
              <p:cNvSpPr/>
              <p:nvPr/>
            </p:nvSpPr>
            <p:spPr>
              <a:xfrm>
                <a:off x="9110794" y="913056"/>
                <a:ext cx="54470" cy="54470"/>
              </a:xfrm>
              <a:custGeom>
                <a:avLst/>
                <a:gdLst>
                  <a:gd name="connsiteX0" fmla="*/ 0 w 17335"/>
                  <a:gd name="connsiteY0" fmla="*/ 8668 h 17335"/>
                  <a:gd name="connsiteX1" fmla="*/ 8668 w 17335"/>
                  <a:gd name="connsiteY1" fmla="*/ 17335 h 17335"/>
                  <a:gd name="connsiteX2" fmla="*/ 17336 w 17335"/>
                  <a:gd name="connsiteY2" fmla="*/ 8668 h 17335"/>
                  <a:gd name="connsiteX3" fmla="*/ 8668 w 17335"/>
                  <a:gd name="connsiteY3" fmla="*/ 0 h 17335"/>
                  <a:gd name="connsiteX4" fmla="*/ 0 w 17335"/>
                  <a:gd name="connsiteY4" fmla="*/ 8668 h 17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35" h="17335">
                    <a:moveTo>
                      <a:pt x="0" y="8668"/>
                    </a:moveTo>
                    <a:cubicBezTo>
                      <a:pt x="0" y="13430"/>
                      <a:pt x="3905" y="17335"/>
                      <a:pt x="8668" y="17335"/>
                    </a:cubicBezTo>
                    <a:cubicBezTo>
                      <a:pt x="13430" y="17335"/>
                      <a:pt x="17336" y="13430"/>
                      <a:pt x="17336" y="8668"/>
                    </a:cubicBezTo>
                    <a:cubicBezTo>
                      <a:pt x="17336" y="3905"/>
                      <a:pt x="13430" y="0"/>
                      <a:pt x="8668" y="0"/>
                    </a:cubicBezTo>
                    <a:cubicBezTo>
                      <a:pt x="3905" y="0"/>
                      <a:pt x="0" y="3905"/>
                      <a:pt x="0" y="8668"/>
                    </a:cubicBezTo>
                    <a:close/>
                  </a:path>
                </a:pathLst>
              </a:custGeom>
              <a:solidFill>
                <a:schemeClr val="bg1"/>
              </a:solidFill>
              <a:ln w="0" cap="flat">
                <a:noFill/>
                <a:prstDash val="solid"/>
                <a:miter/>
              </a:ln>
            </p:spPr>
            <p:txBody>
              <a:bodyPr rtlCol="0" anchor="ctr"/>
              <a:lstStyle/>
              <a:p>
                <a:endParaRPr lang="en-IN"/>
              </a:p>
            </p:txBody>
          </p:sp>
          <p:sp>
            <p:nvSpPr>
              <p:cNvPr id="1465" name="Freeform: Shape 1464">
                <a:extLst>
                  <a:ext uri="{FF2B5EF4-FFF2-40B4-BE49-F238E27FC236}">
                    <a16:creationId xmlns:a16="http://schemas.microsoft.com/office/drawing/2014/main" id="{E85FF96F-707D-88B5-9697-FB37CFA48633}"/>
                  </a:ext>
                </a:extLst>
              </p:cNvPr>
              <p:cNvSpPr/>
              <p:nvPr/>
            </p:nvSpPr>
            <p:spPr>
              <a:xfrm>
                <a:off x="9123366" y="926825"/>
                <a:ext cx="35912" cy="35915"/>
              </a:xfrm>
              <a:custGeom>
                <a:avLst/>
                <a:gdLst>
                  <a:gd name="connsiteX0" fmla="*/ 5715 w 11429"/>
                  <a:gd name="connsiteY0" fmla="*/ 11430 h 11430"/>
                  <a:gd name="connsiteX1" fmla="*/ 11430 w 11429"/>
                  <a:gd name="connsiteY1" fmla="*/ 5715 h 11430"/>
                  <a:gd name="connsiteX2" fmla="*/ 5715 w 11429"/>
                  <a:gd name="connsiteY2" fmla="*/ 0 h 11430"/>
                  <a:gd name="connsiteX3" fmla="*/ 0 w 11429"/>
                  <a:gd name="connsiteY3" fmla="*/ 5715 h 11430"/>
                  <a:gd name="connsiteX4" fmla="*/ 5715 w 11429"/>
                  <a:gd name="connsiteY4" fmla="*/ 11430 h 1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9" h="11430">
                    <a:moveTo>
                      <a:pt x="5715" y="11430"/>
                    </a:moveTo>
                    <a:cubicBezTo>
                      <a:pt x="8858" y="11430"/>
                      <a:pt x="11430" y="8858"/>
                      <a:pt x="11430" y="5715"/>
                    </a:cubicBezTo>
                    <a:cubicBezTo>
                      <a:pt x="11430" y="2572"/>
                      <a:pt x="8858" y="0"/>
                      <a:pt x="5715" y="0"/>
                    </a:cubicBezTo>
                    <a:cubicBezTo>
                      <a:pt x="2572" y="0"/>
                      <a:pt x="0" y="2572"/>
                      <a:pt x="0" y="5715"/>
                    </a:cubicBezTo>
                    <a:cubicBezTo>
                      <a:pt x="0" y="8858"/>
                      <a:pt x="2572" y="11430"/>
                      <a:pt x="5715" y="11430"/>
                    </a:cubicBezTo>
                    <a:close/>
                  </a:path>
                </a:pathLst>
              </a:custGeom>
              <a:solidFill>
                <a:schemeClr val="tx1"/>
              </a:solidFill>
              <a:ln w="0" cap="flat">
                <a:noFill/>
                <a:prstDash val="solid"/>
                <a:miter/>
              </a:ln>
            </p:spPr>
            <p:txBody>
              <a:bodyPr rtlCol="0" anchor="ctr"/>
              <a:lstStyle/>
              <a:p>
                <a:endParaRPr lang="en-IN"/>
              </a:p>
            </p:txBody>
          </p:sp>
          <p:sp>
            <p:nvSpPr>
              <p:cNvPr id="1466" name="Freeform: Shape 1465">
                <a:extLst>
                  <a:ext uri="{FF2B5EF4-FFF2-40B4-BE49-F238E27FC236}">
                    <a16:creationId xmlns:a16="http://schemas.microsoft.com/office/drawing/2014/main" id="{03787E78-3302-3FA1-0C45-69E9597D0FDF}"/>
                  </a:ext>
                </a:extLst>
              </p:cNvPr>
              <p:cNvSpPr/>
              <p:nvPr/>
            </p:nvSpPr>
            <p:spPr>
              <a:xfrm>
                <a:off x="9127856" y="926526"/>
                <a:ext cx="8977" cy="8977"/>
              </a:xfrm>
              <a:custGeom>
                <a:avLst/>
                <a:gdLst>
                  <a:gd name="connsiteX0" fmla="*/ 2857 w 2857"/>
                  <a:gd name="connsiteY0" fmla="*/ 1429 h 2857"/>
                  <a:gd name="connsiteX1" fmla="*/ 1429 w 2857"/>
                  <a:gd name="connsiteY1" fmla="*/ 2858 h 2857"/>
                  <a:gd name="connsiteX2" fmla="*/ 0 w 2857"/>
                  <a:gd name="connsiteY2" fmla="*/ 1429 h 2857"/>
                  <a:gd name="connsiteX3" fmla="*/ 1429 w 2857"/>
                  <a:gd name="connsiteY3" fmla="*/ 0 h 2857"/>
                  <a:gd name="connsiteX4" fmla="*/ 2857 w 2857"/>
                  <a:gd name="connsiteY4" fmla="*/ 1429 h 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 h="2857">
                    <a:moveTo>
                      <a:pt x="2857" y="1429"/>
                    </a:moveTo>
                    <a:cubicBezTo>
                      <a:pt x="2857" y="2218"/>
                      <a:pt x="2218" y="2858"/>
                      <a:pt x="1429" y="2858"/>
                    </a:cubicBezTo>
                    <a:cubicBezTo>
                      <a:pt x="640" y="2858"/>
                      <a:pt x="0" y="2218"/>
                      <a:pt x="0" y="1429"/>
                    </a:cubicBezTo>
                    <a:cubicBezTo>
                      <a:pt x="0" y="640"/>
                      <a:pt x="640" y="0"/>
                      <a:pt x="1429" y="0"/>
                    </a:cubicBezTo>
                    <a:cubicBezTo>
                      <a:pt x="2218" y="0"/>
                      <a:pt x="2857" y="640"/>
                      <a:pt x="2857" y="1429"/>
                    </a:cubicBezTo>
                    <a:close/>
                  </a:path>
                </a:pathLst>
              </a:custGeom>
              <a:solidFill>
                <a:schemeClr val="bg1"/>
              </a:solidFill>
              <a:ln w="0" cap="flat">
                <a:noFill/>
                <a:prstDash val="solid"/>
                <a:miter/>
              </a:ln>
            </p:spPr>
            <p:txBody>
              <a:bodyPr rtlCol="0" anchor="ctr"/>
              <a:lstStyle/>
              <a:p>
                <a:endParaRPr lang="en-IN"/>
              </a:p>
            </p:txBody>
          </p:sp>
          <p:sp>
            <p:nvSpPr>
              <p:cNvPr id="1479" name="Freeform: Shape 1478">
                <a:extLst>
                  <a:ext uri="{FF2B5EF4-FFF2-40B4-BE49-F238E27FC236}">
                    <a16:creationId xmlns:a16="http://schemas.microsoft.com/office/drawing/2014/main" id="{CE13531C-D6AD-9B60-25D0-C3AAB580E0CA}"/>
                  </a:ext>
                </a:extLst>
              </p:cNvPr>
              <p:cNvSpPr/>
              <p:nvPr/>
            </p:nvSpPr>
            <p:spPr>
              <a:xfrm>
                <a:off x="8185974" y="1059359"/>
                <a:ext cx="1034744" cy="697998"/>
              </a:xfrm>
              <a:custGeom>
                <a:avLst/>
                <a:gdLst>
                  <a:gd name="connsiteX0" fmla="*/ 697057 w 1034744"/>
                  <a:gd name="connsiteY0" fmla="*/ 655 h 697998"/>
                  <a:gd name="connsiteX1" fmla="*/ 992160 w 1034744"/>
                  <a:gd name="connsiteY1" fmla="*/ 160477 h 697998"/>
                  <a:gd name="connsiteX2" fmla="*/ 1034061 w 1034744"/>
                  <a:gd name="connsiteY2" fmla="*/ 312519 h 697998"/>
                  <a:gd name="connsiteX3" fmla="*/ 1010416 w 1034744"/>
                  <a:gd name="connsiteY3" fmla="*/ 481023 h 697998"/>
                  <a:gd name="connsiteX4" fmla="*/ 996650 w 1034744"/>
                  <a:gd name="connsiteY4" fmla="*/ 430442 h 697998"/>
                  <a:gd name="connsiteX5" fmla="*/ 976298 w 1034744"/>
                  <a:gd name="connsiteY5" fmla="*/ 517236 h 697998"/>
                  <a:gd name="connsiteX6" fmla="*/ 319644 w 1034744"/>
                  <a:gd name="connsiteY6" fmla="*/ 652816 h 697998"/>
                  <a:gd name="connsiteX7" fmla="*/ 317249 w 1034744"/>
                  <a:gd name="connsiteY7" fmla="*/ 651921 h 697998"/>
                  <a:gd name="connsiteX8" fmla="*/ 291810 w 1034744"/>
                  <a:gd name="connsiteY8" fmla="*/ 637555 h 697998"/>
                  <a:gd name="connsiteX9" fmla="*/ 292128 w 1034744"/>
                  <a:gd name="connsiteY9" fmla="*/ 637555 h 697998"/>
                  <a:gd name="connsiteX10" fmla="*/ 239145 w 1034744"/>
                  <a:gd name="connsiteY10" fmla="*/ 607259 h 697998"/>
                  <a:gd name="connsiteX11" fmla="*/ 83504 w 1034744"/>
                  <a:gd name="connsiteY11" fmla="*/ 433434 h 697998"/>
                  <a:gd name="connsiteX12" fmla="*/ 126901 w 1034744"/>
                  <a:gd name="connsiteY12" fmla="*/ 447203 h 697998"/>
                  <a:gd name="connsiteX13" fmla="*/ 21251 w 1034744"/>
                  <a:gd name="connsiteY13" fmla="*/ 283189 h 697998"/>
                  <a:gd name="connsiteX14" fmla="*/ 59859 w 1034744"/>
                  <a:gd name="connsiteY14" fmla="*/ 304739 h 697998"/>
                  <a:gd name="connsiteX15" fmla="*/ 0 w 1034744"/>
                  <a:gd name="connsiteY15" fmla="*/ 142221 h 697998"/>
                  <a:gd name="connsiteX16" fmla="*/ 176884 w 1034744"/>
                  <a:gd name="connsiteY16" fmla="*/ 202677 h 697998"/>
                  <a:gd name="connsiteX17" fmla="*/ 181718 w 1034744"/>
                  <a:gd name="connsiteY17" fmla="*/ 201870 h 697998"/>
                  <a:gd name="connsiteX18" fmla="*/ 250776 w 1034744"/>
                  <a:gd name="connsiteY18" fmla="*/ 185001 h 697998"/>
                  <a:gd name="connsiteX19" fmla="*/ 255297 w 1034744"/>
                  <a:gd name="connsiteY19" fmla="*/ 183522 h 697998"/>
                  <a:gd name="connsiteX20" fmla="*/ 255898 w 1034744"/>
                  <a:gd name="connsiteY20" fmla="*/ 183522 h 697998"/>
                  <a:gd name="connsiteX21" fmla="*/ 285529 w 1034744"/>
                  <a:gd name="connsiteY21" fmla="*/ 171251 h 697998"/>
                  <a:gd name="connsiteX22" fmla="*/ 286608 w 1034744"/>
                  <a:gd name="connsiteY22" fmla="*/ 170784 h 697998"/>
                  <a:gd name="connsiteX23" fmla="*/ 365988 w 1034744"/>
                  <a:gd name="connsiteY23" fmla="*/ 123425 h 697998"/>
                  <a:gd name="connsiteX24" fmla="*/ 697057 w 1034744"/>
                  <a:gd name="connsiteY24" fmla="*/ 655 h 69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34744" h="697998">
                    <a:moveTo>
                      <a:pt x="697057" y="655"/>
                    </a:moveTo>
                    <a:cubicBezTo>
                      <a:pt x="841915" y="-7726"/>
                      <a:pt x="940681" y="65302"/>
                      <a:pt x="992160" y="160477"/>
                    </a:cubicBezTo>
                    <a:cubicBezTo>
                      <a:pt x="1017901" y="208065"/>
                      <a:pt x="1031965" y="261338"/>
                      <a:pt x="1034061" y="312519"/>
                    </a:cubicBezTo>
                    <a:cubicBezTo>
                      <a:pt x="1036455" y="372978"/>
                      <a:pt x="1033464" y="429842"/>
                      <a:pt x="1010416" y="481023"/>
                    </a:cubicBezTo>
                    <a:cubicBezTo>
                      <a:pt x="1004132" y="495090"/>
                      <a:pt x="1011613" y="446304"/>
                      <a:pt x="996650" y="430442"/>
                    </a:cubicBezTo>
                    <a:cubicBezTo>
                      <a:pt x="996650" y="430442"/>
                      <a:pt x="998146" y="467253"/>
                      <a:pt x="976298" y="517236"/>
                    </a:cubicBezTo>
                    <a:cubicBezTo>
                      <a:pt x="902972" y="683645"/>
                      <a:pt x="518674" y="750090"/>
                      <a:pt x="319644" y="652816"/>
                    </a:cubicBezTo>
                    <a:cubicBezTo>
                      <a:pt x="318748" y="652518"/>
                      <a:pt x="318148" y="652219"/>
                      <a:pt x="317249" y="651921"/>
                    </a:cubicBezTo>
                    <a:cubicBezTo>
                      <a:pt x="308272" y="647431"/>
                      <a:pt x="299892" y="642642"/>
                      <a:pt x="291810" y="637555"/>
                    </a:cubicBezTo>
                    <a:lnTo>
                      <a:pt x="292128" y="637555"/>
                    </a:lnTo>
                    <a:lnTo>
                      <a:pt x="239145" y="607259"/>
                    </a:lnTo>
                    <a:cubicBezTo>
                      <a:pt x="168577" y="558072"/>
                      <a:pt x="119643" y="496512"/>
                      <a:pt x="83504" y="433434"/>
                    </a:cubicBezTo>
                    <a:cubicBezTo>
                      <a:pt x="97870" y="437924"/>
                      <a:pt x="112236" y="442414"/>
                      <a:pt x="126901" y="447203"/>
                    </a:cubicBezTo>
                    <a:cubicBezTo>
                      <a:pt x="75721" y="405302"/>
                      <a:pt x="38310" y="346938"/>
                      <a:pt x="21251" y="283189"/>
                    </a:cubicBezTo>
                    <a:cubicBezTo>
                      <a:pt x="34118" y="290372"/>
                      <a:pt x="46989" y="297555"/>
                      <a:pt x="59859" y="304739"/>
                    </a:cubicBezTo>
                    <a:cubicBezTo>
                      <a:pt x="28136" y="255953"/>
                      <a:pt x="7482" y="199984"/>
                      <a:pt x="0" y="142221"/>
                    </a:cubicBezTo>
                    <a:cubicBezTo>
                      <a:pt x="70335" y="192801"/>
                      <a:pt x="127200" y="206271"/>
                      <a:pt x="176884" y="202677"/>
                    </a:cubicBezTo>
                    <a:lnTo>
                      <a:pt x="181718" y="201870"/>
                    </a:lnTo>
                    <a:lnTo>
                      <a:pt x="250776" y="185001"/>
                    </a:lnTo>
                    <a:lnTo>
                      <a:pt x="255297" y="183522"/>
                    </a:lnTo>
                    <a:cubicBezTo>
                      <a:pt x="255599" y="183522"/>
                      <a:pt x="255898" y="183522"/>
                      <a:pt x="255898" y="183522"/>
                    </a:cubicBezTo>
                    <a:cubicBezTo>
                      <a:pt x="266072" y="179632"/>
                      <a:pt x="275649" y="175443"/>
                      <a:pt x="285529" y="171251"/>
                    </a:cubicBezTo>
                    <a:lnTo>
                      <a:pt x="286608" y="170784"/>
                    </a:lnTo>
                    <a:lnTo>
                      <a:pt x="365988" y="123425"/>
                    </a:lnTo>
                    <a:cubicBezTo>
                      <a:pt x="459508" y="69960"/>
                      <a:pt x="587288" y="6940"/>
                      <a:pt x="697057" y="655"/>
                    </a:cubicBezTo>
                    <a:close/>
                  </a:path>
                </a:pathLst>
              </a:custGeom>
              <a:solidFill>
                <a:schemeClr val="accent6"/>
              </a:solidFill>
              <a:ln w="0" cap="flat">
                <a:noFill/>
                <a:prstDash val="solid"/>
                <a:miter/>
              </a:ln>
            </p:spPr>
            <p:txBody>
              <a:bodyPr rtlCol="0" anchor="ctr"/>
              <a:lstStyle/>
              <a:p>
                <a:endParaRPr lang="en-IN"/>
              </a:p>
            </p:txBody>
          </p:sp>
          <p:sp>
            <p:nvSpPr>
              <p:cNvPr id="1469" name="Freeform: Shape 1468">
                <a:extLst>
                  <a:ext uri="{FF2B5EF4-FFF2-40B4-BE49-F238E27FC236}">
                    <a16:creationId xmlns:a16="http://schemas.microsoft.com/office/drawing/2014/main" id="{F8E2A16F-9615-90D1-E91C-FF1F90DCED9B}"/>
                  </a:ext>
                </a:extLst>
              </p:cNvPr>
              <p:cNvSpPr/>
              <p:nvPr/>
            </p:nvSpPr>
            <p:spPr>
              <a:xfrm>
                <a:off x="8444267" y="1254532"/>
                <a:ext cx="500339" cy="319719"/>
              </a:xfrm>
              <a:custGeom>
                <a:avLst/>
                <a:gdLst>
                  <a:gd name="connsiteX0" fmla="*/ 22193 w 159232"/>
                  <a:gd name="connsiteY0" fmla="*/ 40584 h 101750"/>
                  <a:gd name="connsiteX1" fmla="*/ 3238 w 159232"/>
                  <a:gd name="connsiteY1" fmla="*/ 13914 h 101750"/>
                  <a:gd name="connsiteX2" fmla="*/ 116491 w 159232"/>
                  <a:gd name="connsiteY2" fmla="*/ 293 h 101750"/>
                  <a:gd name="connsiteX3" fmla="*/ 122587 w 159232"/>
                  <a:gd name="connsiteY3" fmla="*/ 91447 h 101750"/>
                  <a:gd name="connsiteX4" fmla="*/ 0 w 159232"/>
                  <a:gd name="connsiteY4" fmla="*/ 29058 h 101750"/>
                  <a:gd name="connsiteX5" fmla="*/ 22193 w 159232"/>
                  <a:gd name="connsiteY5" fmla="*/ 40584 h 10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32" h="101750">
                    <a:moveTo>
                      <a:pt x="22193" y="40584"/>
                    </a:moveTo>
                    <a:cubicBezTo>
                      <a:pt x="13430" y="35535"/>
                      <a:pt x="6096" y="24201"/>
                      <a:pt x="3238" y="13914"/>
                    </a:cubicBezTo>
                    <a:cubicBezTo>
                      <a:pt x="41148" y="28773"/>
                      <a:pt x="79438" y="3912"/>
                      <a:pt x="116491" y="293"/>
                    </a:cubicBezTo>
                    <a:cubicBezTo>
                      <a:pt x="170593" y="-4946"/>
                      <a:pt x="174117" y="61443"/>
                      <a:pt x="122587" y="91447"/>
                    </a:cubicBezTo>
                    <a:cubicBezTo>
                      <a:pt x="73914" y="119832"/>
                      <a:pt x="14669" y="86494"/>
                      <a:pt x="0" y="29058"/>
                    </a:cubicBezTo>
                    <a:cubicBezTo>
                      <a:pt x="2191" y="37726"/>
                      <a:pt x="13335" y="40965"/>
                      <a:pt x="22193" y="40584"/>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470" name="Freeform: Shape 1469">
                <a:extLst>
                  <a:ext uri="{FF2B5EF4-FFF2-40B4-BE49-F238E27FC236}">
                    <a16:creationId xmlns:a16="http://schemas.microsoft.com/office/drawing/2014/main" id="{F351F39A-B30A-F1BB-CFD0-FE234C94B4B8}"/>
                  </a:ext>
                </a:extLst>
              </p:cNvPr>
              <p:cNvSpPr/>
              <p:nvPr/>
            </p:nvSpPr>
            <p:spPr>
              <a:xfrm>
                <a:off x="8444267" y="1231741"/>
                <a:ext cx="512817" cy="318657"/>
              </a:xfrm>
              <a:custGeom>
                <a:avLst/>
                <a:gdLst>
                  <a:gd name="connsiteX0" fmla="*/ 0 w 163203"/>
                  <a:gd name="connsiteY0" fmla="*/ 36311 h 101412"/>
                  <a:gd name="connsiteX1" fmla="*/ 126587 w 163203"/>
                  <a:gd name="connsiteY1" fmla="*/ 91366 h 101412"/>
                  <a:gd name="connsiteX2" fmla="*/ 156591 w 163203"/>
                  <a:gd name="connsiteY2" fmla="*/ 13546 h 101412"/>
                  <a:gd name="connsiteX3" fmla="*/ 120396 w 163203"/>
                  <a:gd name="connsiteY3" fmla="*/ 307 h 101412"/>
                  <a:gd name="connsiteX4" fmla="*/ 22193 w 163203"/>
                  <a:gd name="connsiteY4" fmla="*/ 25072 h 101412"/>
                  <a:gd name="connsiteX5" fmla="*/ 3238 w 163203"/>
                  <a:gd name="connsiteY5" fmla="*/ 21262 h 101412"/>
                  <a:gd name="connsiteX6" fmla="*/ 26194 w 163203"/>
                  <a:gd name="connsiteY6" fmla="*/ 40597 h 101412"/>
                  <a:gd name="connsiteX7" fmla="*/ 0 w 163203"/>
                  <a:gd name="connsiteY7" fmla="*/ 36406 h 10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203" h="101412">
                    <a:moveTo>
                      <a:pt x="0" y="36311"/>
                    </a:moveTo>
                    <a:cubicBezTo>
                      <a:pt x="19526" y="83746"/>
                      <a:pt x="77914" y="119750"/>
                      <a:pt x="126587" y="91366"/>
                    </a:cubicBezTo>
                    <a:cubicBezTo>
                      <a:pt x="161639" y="70887"/>
                      <a:pt x="171259" y="33549"/>
                      <a:pt x="156591" y="13546"/>
                    </a:cubicBezTo>
                    <a:cubicBezTo>
                      <a:pt x="149828" y="4212"/>
                      <a:pt x="137636" y="-1408"/>
                      <a:pt x="120396" y="307"/>
                    </a:cubicBezTo>
                    <a:cubicBezTo>
                      <a:pt x="89440" y="3355"/>
                      <a:pt x="54864" y="26215"/>
                      <a:pt x="22193" y="25072"/>
                    </a:cubicBezTo>
                    <a:cubicBezTo>
                      <a:pt x="15716" y="24881"/>
                      <a:pt x="9430" y="23643"/>
                      <a:pt x="3238" y="21262"/>
                    </a:cubicBezTo>
                    <a:cubicBezTo>
                      <a:pt x="9715" y="28977"/>
                      <a:pt x="17526" y="35549"/>
                      <a:pt x="26194" y="40597"/>
                    </a:cubicBezTo>
                    <a:cubicBezTo>
                      <a:pt x="17336" y="40978"/>
                      <a:pt x="8287" y="39454"/>
                      <a:pt x="0" y="36406"/>
                    </a:cubicBezTo>
                    <a:close/>
                  </a:path>
                </a:pathLst>
              </a:custGeom>
              <a:solidFill>
                <a:schemeClr val="accent5"/>
              </a:solidFill>
              <a:ln w="0" cap="flat">
                <a:noFill/>
                <a:prstDash val="solid"/>
                <a:miter/>
              </a:ln>
            </p:spPr>
            <p:txBody>
              <a:bodyPr rtlCol="0" anchor="ctr"/>
              <a:lstStyle/>
              <a:p>
                <a:endParaRPr lang="en-IN"/>
              </a:p>
            </p:txBody>
          </p:sp>
          <p:sp>
            <p:nvSpPr>
              <p:cNvPr id="1472" name="Freeform: Shape 1471">
                <a:extLst>
                  <a:ext uri="{FF2B5EF4-FFF2-40B4-BE49-F238E27FC236}">
                    <a16:creationId xmlns:a16="http://schemas.microsoft.com/office/drawing/2014/main" id="{2E4A9DB4-0B01-AC16-DD0B-8D05513B505F}"/>
                  </a:ext>
                </a:extLst>
              </p:cNvPr>
              <p:cNvSpPr/>
              <p:nvPr/>
            </p:nvSpPr>
            <p:spPr>
              <a:xfrm>
                <a:off x="8185975" y="1201277"/>
                <a:ext cx="1034746" cy="556076"/>
              </a:xfrm>
              <a:custGeom>
                <a:avLst/>
                <a:gdLst>
                  <a:gd name="connsiteX0" fmla="*/ 40386 w 329306"/>
                  <a:gd name="connsiteY0" fmla="*/ 97155 h 176970"/>
                  <a:gd name="connsiteX1" fmla="*/ 26575 w 329306"/>
                  <a:gd name="connsiteY1" fmla="*/ 92773 h 176970"/>
                  <a:gd name="connsiteX2" fmla="*/ 100965 w 329306"/>
                  <a:gd name="connsiteY2" fmla="*/ 162306 h 176970"/>
                  <a:gd name="connsiteX3" fmla="*/ 101727 w 329306"/>
                  <a:gd name="connsiteY3" fmla="*/ 162592 h 176970"/>
                  <a:gd name="connsiteX4" fmla="*/ 310705 w 329306"/>
                  <a:gd name="connsiteY4" fmla="*/ 119444 h 176970"/>
                  <a:gd name="connsiteX5" fmla="*/ 317182 w 329306"/>
                  <a:gd name="connsiteY5" fmla="*/ 91821 h 176970"/>
                  <a:gd name="connsiteX6" fmla="*/ 321564 w 329306"/>
                  <a:gd name="connsiteY6" fmla="*/ 107918 h 176970"/>
                  <a:gd name="connsiteX7" fmla="*/ 329089 w 329306"/>
                  <a:gd name="connsiteY7" fmla="*/ 54292 h 176970"/>
                  <a:gd name="connsiteX8" fmla="*/ 315754 w 329306"/>
                  <a:gd name="connsiteY8" fmla="*/ 5906 h 176970"/>
                  <a:gd name="connsiteX9" fmla="*/ 312039 w 329306"/>
                  <a:gd name="connsiteY9" fmla="*/ 667 h 176970"/>
                  <a:gd name="connsiteX10" fmla="*/ 311848 w 329306"/>
                  <a:gd name="connsiteY10" fmla="*/ 63246 h 176970"/>
                  <a:gd name="connsiteX11" fmla="*/ 305753 w 329306"/>
                  <a:gd name="connsiteY11" fmla="*/ 47720 h 176970"/>
                  <a:gd name="connsiteX12" fmla="*/ 283655 w 329306"/>
                  <a:gd name="connsiteY12" fmla="*/ 142875 h 176970"/>
                  <a:gd name="connsiteX13" fmla="*/ 284131 w 329306"/>
                  <a:gd name="connsiteY13" fmla="*/ 120491 h 176970"/>
                  <a:gd name="connsiteX14" fmla="*/ 229457 w 329306"/>
                  <a:gd name="connsiteY14" fmla="*/ 151543 h 176970"/>
                  <a:gd name="connsiteX15" fmla="*/ 231648 w 329306"/>
                  <a:gd name="connsiteY15" fmla="*/ 144113 h 176970"/>
                  <a:gd name="connsiteX16" fmla="*/ 194881 w 329306"/>
                  <a:gd name="connsiteY16" fmla="*/ 159448 h 176970"/>
                  <a:gd name="connsiteX17" fmla="*/ 181642 w 329306"/>
                  <a:gd name="connsiteY17" fmla="*/ 159734 h 176970"/>
                  <a:gd name="connsiteX18" fmla="*/ 174403 w 329306"/>
                  <a:gd name="connsiteY18" fmla="*/ 146304 h 176970"/>
                  <a:gd name="connsiteX19" fmla="*/ 146209 w 329306"/>
                  <a:gd name="connsiteY19" fmla="*/ 157544 h 176970"/>
                  <a:gd name="connsiteX20" fmla="*/ 125349 w 329306"/>
                  <a:gd name="connsiteY20" fmla="*/ 136017 h 176970"/>
                  <a:gd name="connsiteX21" fmla="*/ 111538 w 329306"/>
                  <a:gd name="connsiteY21" fmla="*/ 148114 h 176970"/>
                  <a:gd name="connsiteX22" fmla="*/ 104013 w 329306"/>
                  <a:gd name="connsiteY22" fmla="*/ 148114 h 176970"/>
                  <a:gd name="connsiteX23" fmla="*/ 89249 w 329306"/>
                  <a:gd name="connsiteY23" fmla="*/ 140875 h 176970"/>
                  <a:gd name="connsiteX24" fmla="*/ 74295 w 329306"/>
                  <a:gd name="connsiteY24" fmla="*/ 121920 h 176970"/>
                  <a:gd name="connsiteX25" fmla="*/ 89630 w 329306"/>
                  <a:gd name="connsiteY25" fmla="*/ 129350 h 176970"/>
                  <a:gd name="connsiteX26" fmla="*/ 65722 w 329306"/>
                  <a:gd name="connsiteY26" fmla="*/ 100965 h 176970"/>
                  <a:gd name="connsiteX27" fmla="*/ 84487 w 329306"/>
                  <a:gd name="connsiteY27" fmla="*/ 108299 h 176970"/>
                  <a:gd name="connsiteX28" fmla="*/ 33909 w 329306"/>
                  <a:gd name="connsiteY28" fmla="*/ 45720 h 176970"/>
                  <a:gd name="connsiteX29" fmla="*/ 65056 w 329306"/>
                  <a:gd name="connsiteY29" fmla="*/ 46577 h 176970"/>
                  <a:gd name="connsiteX30" fmla="*/ 36290 w 329306"/>
                  <a:gd name="connsiteY30" fmla="*/ 28099 h 176970"/>
                  <a:gd name="connsiteX31" fmla="*/ 69342 w 329306"/>
                  <a:gd name="connsiteY31" fmla="*/ 22574 h 176970"/>
                  <a:gd name="connsiteX32" fmla="*/ 81439 w 329306"/>
                  <a:gd name="connsiteY32" fmla="*/ 13144 h 176970"/>
                  <a:gd name="connsiteX33" fmla="*/ 81248 w 329306"/>
                  <a:gd name="connsiteY33" fmla="*/ 13144 h 176970"/>
                  <a:gd name="connsiteX34" fmla="*/ 56293 w 329306"/>
                  <a:gd name="connsiteY34" fmla="*/ 19240 h 176970"/>
                  <a:gd name="connsiteX35" fmla="*/ 0 w 329306"/>
                  <a:gd name="connsiteY35" fmla="*/ 0 h 176970"/>
                  <a:gd name="connsiteX36" fmla="*/ 19050 w 329306"/>
                  <a:gd name="connsiteY36" fmla="*/ 51721 h 176970"/>
                  <a:gd name="connsiteX37" fmla="*/ 6763 w 329306"/>
                  <a:gd name="connsiteY37" fmla="*/ 44863 h 176970"/>
                  <a:gd name="connsiteX38" fmla="*/ 40386 w 329306"/>
                  <a:gd name="connsiteY38" fmla="*/ 97060 h 176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9306" h="176970">
                    <a:moveTo>
                      <a:pt x="40386" y="97155"/>
                    </a:moveTo>
                    <a:cubicBezTo>
                      <a:pt x="35719" y="95631"/>
                      <a:pt x="31147" y="94202"/>
                      <a:pt x="26575" y="92773"/>
                    </a:cubicBezTo>
                    <a:cubicBezTo>
                      <a:pt x="41910" y="119539"/>
                      <a:pt x="64484" y="145447"/>
                      <a:pt x="100965" y="162306"/>
                    </a:cubicBezTo>
                    <a:cubicBezTo>
                      <a:pt x="101251" y="162401"/>
                      <a:pt x="101441" y="162496"/>
                      <a:pt x="101727" y="162592"/>
                    </a:cubicBezTo>
                    <a:cubicBezTo>
                      <a:pt x="165068" y="193548"/>
                      <a:pt x="287369" y="172402"/>
                      <a:pt x="310705" y="119444"/>
                    </a:cubicBezTo>
                    <a:cubicBezTo>
                      <a:pt x="317659" y="103537"/>
                      <a:pt x="317182" y="91821"/>
                      <a:pt x="317182" y="91821"/>
                    </a:cubicBezTo>
                    <a:cubicBezTo>
                      <a:pt x="321945" y="96869"/>
                      <a:pt x="319564" y="112395"/>
                      <a:pt x="321564" y="107918"/>
                    </a:cubicBezTo>
                    <a:cubicBezTo>
                      <a:pt x="328898" y="91631"/>
                      <a:pt x="329851" y="73533"/>
                      <a:pt x="329089" y="54292"/>
                    </a:cubicBezTo>
                    <a:cubicBezTo>
                      <a:pt x="328422" y="38005"/>
                      <a:pt x="323945" y="21050"/>
                      <a:pt x="315754" y="5906"/>
                    </a:cubicBezTo>
                    <a:cubicBezTo>
                      <a:pt x="314515" y="4191"/>
                      <a:pt x="313277" y="2381"/>
                      <a:pt x="312039" y="667"/>
                    </a:cubicBezTo>
                    <a:cubicBezTo>
                      <a:pt x="318611" y="20860"/>
                      <a:pt x="318516" y="43148"/>
                      <a:pt x="311848" y="63246"/>
                    </a:cubicBezTo>
                    <a:cubicBezTo>
                      <a:pt x="309848" y="58102"/>
                      <a:pt x="307848" y="52864"/>
                      <a:pt x="305753" y="47720"/>
                    </a:cubicBezTo>
                    <a:cubicBezTo>
                      <a:pt x="311087" y="80677"/>
                      <a:pt x="302990" y="115633"/>
                      <a:pt x="283655" y="142875"/>
                    </a:cubicBezTo>
                    <a:cubicBezTo>
                      <a:pt x="283750" y="135446"/>
                      <a:pt x="283940" y="127921"/>
                      <a:pt x="284131" y="120491"/>
                    </a:cubicBezTo>
                    <a:cubicBezTo>
                      <a:pt x="270701" y="137160"/>
                      <a:pt x="250698" y="148495"/>
                      <a:pt x="229457" y="151543"/>
                    </a:cubicBezTo>
                    <a:cubicBezTo>
                      <a:pt x="230219" y="149066"/>
                      <a:pt x="230886" y="146590"/>
                      <a:pt x="231648" y="144113"/>
                    </a:cubicBezTo>
                    <a:cubicBezTo>
                      <a:pt x="220694" y="151733"/>
                      <a:pt x="207645" y="155638"/>
                      <a:pt x="194881" y="159448"/>
                    </a:cubicBezTo>
                    <a:cubicBezTo>
                      <a:pt x="190500" y="160782"/>
                      <a:pt x="185547" y="161925"/>
                      <a:pt x="181642" y="159734"/>
                    </a:cubicBezTo>
                    <a:cubicBezTo>
                      <a:pt x="178498" y="157925"/>
                      <a:pt x="172117" y="148590"/>
                      <a:pt x="174403" y="146304"/>
                    </a:cubicBezTo>
                    <a:cubicBezTo>
                      <a:pt x="163830" y="151448"/>
                      <a:pt x="157734" y="159639"/>
                      <a:pt x="146209" y="157544"/>
                    </a:cubicBezTo>
                    <a:cubicBezTo>
                      <a:pt x="135541" y="155638"/>
                      <a:pt x="125825" y="146304"/>
                      <a:pt x="125349" y="136017"/>
                    </a:cubicBezTo>
                    <a:cubicBezTo>
                      <a:pt x="123635" y="142018"/>
                      <a:pt x="117920" y="146875"/>
                      <a:pt x="111538" y="148114"/>
                    </a:cubicBezTo>
                    <a:cubicBezTo>
                      <a:pt x="109061" y="148590"/>
                      <a:pt x="106489" y="148590"/>
                      <a:pt x="104013" y="148114"/>
                    </a:cubicBezTo>
                    <a:cubicBezTo>
                      <a:pt x="98679" y="147256"/>
                      <a:pt x="93440" y="144494"/>
                      <a:pt x="89249" y="140875"/>
                    </a:cubicBezTo>
                    <a:cubicBezTo>
                      <a:pt x="83153" y="135636"/>
                      <a:pt x="78677" y="128778"/>
                      <a:pt x="74295" y="121920"/>
                    </a:cubicBezTo>
                    <a:cubicBezTo>
                      <a:pt x="79248" y="124206"/>
                      <a:pt x="84677" y="127063"/>
                      <a:pt x="89630" y="129350"/>
                    </a:cubicBezTo>
                    <a:cubicBezTo>
                      <a:pt x="79343" y="122301"/>
                      <a:pt x="70961" y="112395"/>
                      <a:pt x="65722" y="100965"/>
                    </a:cubicBezTo>
                    <a:cubicBezTo>
                      <a:pt x="72009" y="103442"/>
                      <a:pt x="78296" y="105823"/>
                      <a:pt x="84487" y="108299"/>
                    </a:cubicBezTo>
                    <a:cubicBezTo>
                      <a:pt x="66008" y="89630"/>
                      <a:pt x="41720" y="70675"/>
                      <a:pt x="33909" y="45720"/>
                    </a:cubicBezTo>
                    <a:cubicBezTo>
                      <a:pt x="39910" y="49911"/>
                      <a:pt x="57817" y="47530"/>
                      <a:pt x="65056" y="46577"/>
                    </a:cubicBezTo>
                    <a:cubicBezTo>
                      <a:pt x="55531" y="40481"/>
                      <a:pt x="45911" y="34290"/>
                      <a:pt x="36290" y="28099"/>
                    </a:cubicBezTo>
                    <a:cubicBezTo>
                      <a:pt x="47530" y="27908"/>
                      <a:pt x="59150" y="27432"/>
                      <a:pt x="69342" y="22574"/>
                    </a:cubicBezTo>
                    <a:cubicBezTo>
                      <a:pt x="73914" y="20383"/>
                      <a:pt x="78200" y="17145"/>
                      <a:pt x="81439" y="13144"/>
                    </a:cubicBezTo>
                    <a:cubicBezTo>
                      <a:pt x="81439" y="13144"/>
                      <a:pt x="81344" y="13144"/>
                      <a:pt x="81248" y="13144"/>
                    </a:cubicBezTo>
                    <a:cubicBezTo>
                      <a:pt x="71723" y="15811"/>
                      <a:pt x="63532" y="17812"/>
                      <a:pt x="56293" y="19240"/>
                    </a:cubicBezTo>
                    <a:cubicBezTo>
                      <a:pt x="40481" y="20383"/>
                      <a:pt x="22384" y="16097"/>
                      <a:pt x="0" y="0"/>
                    </a:cubicBezTo>
                    <a:cubicBezTo>
                      <a:pt x="2381" y="18383"/>
                      <a:pt x="8954" y="36195"/>
                      <a:pt x="19050" y="51721"/>
                    </a:cubicBezTo>
                    <a:cubicBezTo>
                      <a:pt x="14954" y="49435"/>
                      <a:pt x="10858" y="47149"/>
                      <a:pt x="6763" y="44863"/>
                    </a:cubicBezTo>
                    <a:cubicBezTo>
                      <a:pt x="12192" y="65151"/>
                      <a:pt x="24098" y="83725"/>
                      <a:pt x="40386" y="97060"/>
                    </a:cubicBezTo>
                    <a:close/>
                  </a:path>
                </a:pathLst>
              </a:custGeom>
              <a:solidFill>
                <a:schemeClr val="accent5"/>
              </a:solidFill>
              <a:ln w="0" cap="flat">
                <a:noFill/>
                <a:prstDash val="solid"/>
                <a:miter/>
              </a:ln>
            </p:spPr>
            <p:txBody>
              <a:bodyPr rtlCol="0" anchor="ctr"/>
              <a:lstStyle/>
              <a:p>
                <a:endParaRPr lang="en-IN"/>
              </a:p>
            </p:txBody>
          </p:sp>
          <p:sp>
            <p:nvSpPr>
              <p:cNvPr id="1473" name="Freeform: Shape 1472">
                <a:extLst>
                  <a:ext uri="{FF2B5EF4-FFF2-40B4-BE49-F238E27FC236}">
                    <a16:creationId xmlns:a16="http://schemas.microsoft.com/office/drawing/2014/main" id="{3F320580-D06D-82DF-A788-50ACE98C9175}"/>
                  </a:ext>
                </a:extLst>
              </p:cNvPr>
              <p:cNvSpPr/>
              <p:nvPr/>
            </p:nvSpPr>
            <p:spPr>
              <a:xfrm>
                <a:off x="8582753" y="1728037"/>
                <a:ext cx="165764" cy="320062"/>
              </a:xfrm>
              <a:custGeom>
                <a:avLst/>
                <a:gdLst>
                  <a:gd name="connsiteX0" fmla="*/ 18410 w 52754"/>
                  <a:gd name="connsiteY0" fmla="*/ 77248 h 101859"/>
                  <a:gd name="connsiteX1" fmla="*/ 29269 w 52754"/>
                  <a:gd name="connsiteY1" fmla="*/ 101822 h 101859"/>
                  <a:gd name="connsiteX2" fmla="*/ 26316 w 52754"/>
                  <a:gd name="connsiteY2" fmla="*/ 80963 h 101859"/>
                  <a:gd name="connsiteX3" fmla="*/ 47271 w 52754"/>
                  <a:gd name="connsiteY3" fmla="*/ 99631 h 101859"/>
                  <a:gd name="connsiteX4" fmla="*/ 33555 w 52754"/>
                  <a:gd name="connsiteY4" fmla="*/ 77724 h 101859"/>
                  <a:gd name="connsiteX5" fmla="*/ 51843 w 52754"/>
                  <a:gd name="connsiteY5" fmla="*/ 85439 h 101859"/>
                  <a:gd name="connsiteX6" fmla="*/ 23173 w 52754"/>
                  <a:gd name="connsiteY6" fmla="*/ 67532 h 101859"/>
                  <a:gd name="connsiteX7" fmla="*/ 24697 w 52754"/>
                  <a:gd name="connsiteY7" fmla="*/ 11621 h 101859"/>
                  <a:gd name="connsiteX8" fmla="*/ 11362 w 52754"/>
                  <a:gd name="connsiteY8" fmla="*/ 0 h 101859"/>
                  <a:gd name="connsiteX9" fmla="*/ 12029 w 52754"/>
                  <a:gd name="connsiteY9" fmla="*/ 47054 h 101859"/>
                  <a:gd name="connsiteX10" fmla="*/ 15934 w 52754"/>
                  <a:gd name="connsiteY10" fmla="*/ 68294 h 101859"/>
                  <a:gd name="connsiteX11" fmla="*/ 694 w 52754"/>
                  <a:gd name="connsiteY11" fmla="*/ 78581 h 101859"/>
                  <a:gd name="connsiteX12" fmla="*/ 18601 w 52754"/>
                  <a:gd name="connsiteY12" fmla="*/ 77152 h 101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754" h="101859">
                    <a:moveTo>
                      <a:pt x="18410" y="77248"/>
                    </a:moveTo>
                    <a:cubicBezTo>
                      <a:pt x="19649" y="80867"/>
                      <a:pt x="26697" y="101251"/>
                      <a:pt x="29269" y="101822"/>
                    </a:cubicBezTo>
                    <a:cubicBezTo>
                      <a:pt x="34031" y="102870"/>
                      <a:pt x="26411" y="81629"/>
                      <a:pt x="26316" y="80963"/>
                    </a:cubicBezTo>
                    <a:cubicBezTo>
                      <a:pt x="26792" y="81534"/>
                      <a:pt x="43175" y="102870"/>
                      <a:pt x="47271" y="99631"/>
                    </a:cubicBezTo>
                    <a:cubicBezTo>
                      <a:pt x="48986" y="98298"/>
                      <a:pt x="33555" y="77724"/>
                      <a:pt x="33555" y="77724"/>
                    </a:cubicBezTo>
                    <a:cubicBezTo>
                      <a:pt x="38508" y="79439"/>
                      <a:pt x="50605" y="86487"/>
                      <a:pt x="51843" y="85439"/>
                    </a:cubicBezTo>
                    <a:cubicBezTo>
                      <a:pt x="58511" y="79820"/>
                      <a:pt x="26507" y="70485"/>
                      <a:pt x="23173" y="67532"/>
                    </a:cubicBezTo>
                    <a:cubicBezTo>
                      <a:pt x="19839" y="64579"/>
                      <a:pt x="24697" y="11621"/>
                      <a:pt x="24697" y="11621"/>
                    </a:cubicBezTo>
                    <a:lnTo>
                      <a:pt x="11362" y="0"/>
                    </a:lnTo>
                    <a:cubicBezTo>
                      <a:pt x="11362" y="0"/>
                      <a:pt x="11076" y="35433"/>
                      <a:pt x="12029" y="47054"/>
                    </a:cubicBezTo>
                    <a:cubicBezTo>
                      <a:pt x="12600" y="53245"/>
                      <a:pt x="14315" y="61722"/>
                      <a:pt x="15934" y="68294"/>
                    </a:cubicBezTo>
                    <a:cubicBezTo>
                      <a:pt x="13838" y="70580"/>
                      <a:pt x="2218" y="74962"/>
                      <a:pt x="694" y="78581"/>
                    </a:cubicBezTo>
                    <a:cubicBezTo>
                      <a:pt x="-3688" y="88868"/>
                      <a:pt x="13934" y="74390"/>
                      <a:pt x="18601" y="77152"/>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475" name="Freeform: Shape 1474">
                <a:extLst>
                  <a:ext uri="{FF2B5EF4-FFF2-40B4-BE49-F238E27FC236}">
                    <a16:creationId xmlns:a16="http://schemas.microsoft.com/office/drawing/2014/main" id="{771F1EE9-B5D6-B84C-6DFB-150ECBDA305E}"/>
                  </a:ext>
                </a:extLst>
              </p:cNvPr>
              <p:cNvSpPr/>
              <p:nvPr/>
            </p:nvSpPr>
            <p:spPr>
              <a:xfrm>
                <a:off x="8569738" y="1622386"/>
                <a:ext cx="163027" cy="200997"/>
              </a:xfrm>
              <a:custGeom>
                <a:avLst/>
                <a:gdLst>
                  <a:gd name="connsiteX0" fmla="*/ 50842 w 51883"/>
                  <a:gd name="connsiteY0" fmla="*/ 10001 h 63967"/>
                  <a:gd name="connsiteX1" fmla="*/ 3884 w 51883"/>
                  <a:gd name="connsiteY1" fmla="*/ 0 h 63967"/>
                  <a:gd name="connsiteX2" fmla="*/ 13790 w 51883"/>
                  <a:gd name="connsiteY2" fmla="*/ 61722 h 63967"/>
                  <a:gd name="connsiteX3" fmla="*/ 35126 w 51883"/>
                  <a:gd name="connsiteY3" fmla="*/ 63341 h 63967"/>
                  <a:gd name="connsiteX4" fmla="*/ 50747 w 51883"/>
                  <a:gd name="connsiteY4" fmla="*/ 10001 h 63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83" h="63967">
                    <a:moveTo>
                      <a:pt x="50842" y="10001"/>
                    </a:moveTo>
                    <a:lnTo>
                      <a:pt x="3884" y="0"/>
                    </a:lnTo>
                    <a:cubicBezTo>
                      <a:pt x="3884" y="0"/>
                      <a:pt x="-9642" y="57531"/>
                      <a:pt x="13790" y="61722"/>
                    </a:cubicBezTo>
                    <a:cubicBezTo>
                      <a:pt x="28268" y="64294"/>
                      <a:pt x="33125" y="64389"/>
                      <a:pt x="35126" y="63341"/>
                    </a:cubicBezTo>
                    <a:cubicBezTo>
                      <a:pt x="37126" y="62294"/>
                      <a:pt x="56747" y="31623"/>
                      <a:pt x="50747" y="10001"/>
                    </a:cubicBezTo>
                    <a:close/>
                  </a:path>
                </a:pathLst>
              </a:custGeom>
              <a:solidFill>
                <a:schemeClr val="accent5"/>
              </a:solidFill>
              <a:ln w="0" cap="flat">
                <a:noFill/>
                <a:prstDash val="solid"/>
                <a:miter/>
              </a:ln>
            </p:spPr>
            <p:txBody>
              <a:bodyPr rtlCol="0" anchor="ctr"/>
              <a:lstStyle/>
              <a:p>
                <a:endParaRPr lang="en-IN"/>
              </a:p>
            </p:txBody>
          </p:sp>
          <p:sp>
            <p:nvSpPr>
              <p:cNvPr id="1476" name="Freeform: Shape 1475">
                <a:extLst>
                  <a:ext uri="{FF2B5EF4-FFF2-40B4-BE49-F238E27FC236}">
                    <a16:creationId xmlns:a16="http://schemas.microsoft.com/office/drawing/2014/main" id="{A0B88C92-62ED-18F4-BC2F-00B6F9EC290C}"/>
                  </a:ext>
                </a:extLst>
              </p:cNvPr>
              <p:cNvSpPr/>
              <p:nvPr/>
            </p:nvSpPr>
            <p:spPr>
              <a:xfrm>
                <a:off x="8514002" y="1232040"/>
                <a:ext cx="422963" cy="222440"/>
              </a:xfrm>
              <a:custGeom>
                <a:avLst/>
                <a:gdLst>
                  <a:gd name="connsiteX0" fmla="*/ 54864 w 134607"/>
                  <a:gd name="connsiteY0" fmla="*/ 46693 h 70791"/>
                  <a:gd name="connsiteX1" fmla="*/ 37433 w 134607"/>
                  <a:gd name="connsiteY1" fmla="*/ 57075 h 70791"/>
                  <a:gd name="connsiteX2" fmla="*/ 96584 w 134607"/>
                  <a:gd name="connsiteY2" fmla="*/ 50313 h 70791"/>
                  <a:gd name="connsiteX3" fmla="*/ 94107 w 134607"/>
                  <a:gd name="connsiteY3" fmla="*/ 70791 h 70791"/>
                  <a:gd name="connsiteX4" fmla="*/ 122968 w 134607"/>
                  <a:gd name="connsiteY4" fmla="*/ 36883 h 70791"/>
                  <a:gd name="connsiteX5" fmla="*/ 122492 w 134607"/>
                  <a:gd name="connsiteY5" fmla="*/ 56885 h 70791"/>
                  <a:gd name="connsiteX6" fmla="*/ 134398 w 134607"/>
                  <a:gd name="connsiteY6" fmla="*/ 13641 h 70791"/>
                  <a:gd name="connsiteX7" fmla="*/ 134398 w 134607"/>
                  <a:gd name="connsiteY7" fmla="*/ 13641 h 70791"/>
                  <a:gd name="connsiteX8" fmla="*/ 98203 w 134607"/>
                  <a:gd name="connsiteY8" fmla="*/ 306 h 70791"/>
                  <a:gd name="connsiteX9" fmla="*/ 0 w 134607"/>
                  <a:gd name="connsiteY9" fmla="*/ 25071 h 70791"/>
                  <a:gd name="connsiteX10" fmla="*/ 54864 w 134607"/>
                  <a:gd name="connsiteY10" fmla="*/ 46789 h 70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607" h="70791">
                    <a:moveTo>
                      <a:pt x="54864" y="46693"/>
                    </a:moveTo>
                    <a:cubicBezTo>
                      <a:pt x="48101" y="48122"/>
                      <a:pt x="53530" y="53646"/>
                      <a:pt x="37433" y="57075"/>
                    </a:cubicBezTo>
                    <a:cubicBezTo>
                      <a:pt x="56960" y="62791"/>
                      <a:pt x="78772" y="60219"/>
                      <a:pt x="96584" y="50313"/>
                    </a:cubicBezTo>
                    <a:cubicBezTo>
                      <a:pt x="95726" y="57075"/>
                      <a:pt x="94964" y="63933"/>
                      <a:pt x="94107" y="70791"/>
                    </a:cubicBezTo>
                    <a:cubicBezTo>
                      <a:pt x="106680" y="62505"/>
                      <a:pt x="116872" y="50598"/>
                      <a:pt x="122968" y="36883"/>
                    </a:cubicBezTo>
                    <a:cubicBezTo>
                      <a:pt x="122777" y="43550"/>
                      <a:pt x="122682" y="50218"/>
                      <a:pt x="122492" y="56885"/>
                    </a:cubicBezTo>
                    <a:cubicBezTo>
                      <a:pt x="131350" y="44407"/>
                      <a:pt x="135636" y="28881"/>
                      <a:pt x="134398" y="13641"/>
                    </a:cubicBezTo>
                    <a:lnTo>
                      <a:pt x="134398" y="13641"/>
                    </a:lnTo>
                    <a:cubicBezTo>
                      <a:pt x="127635" y="4212"/>
                      <a:pt x="115443" y="-1408"/>
                      <a:pt x="98203" y="306"/>
                    </a:cubicBezTo>
                    <a:cubicBezTo>
                      <a:pt x="67246" y="3354"/>
                      <a:pt x="32671" y="26214"/>
                      <a:pt x="0" y="25071"/>
                    </a:cubicBezTo>
                    <a:cubicBezTo>
                      <a:pt x="12668" y="41264"/>
                      <a:pt x="34480" y="50122"/>
                      <a:pt x="54864" y="46789"/>
                    </a:cubicBezTo>
                    <a:close/>
                  </a:path>
                </a:pathLst>
              </a:custGeom>
              <a:solidFill>
                <a:schemeClr val="accent6">
                  <a:lumMod val="75000"/>
                </a:schemeClr>
              </a:solidFill>
              <a:ln w="0" cap="flat">
                <a:noFill/>
                <a:prstDash val="solid"/>
                <a:miter/>
              </a:ln>
            </p:spPr>
            <p:txBody>
              <a:bodyPr rtlCol="0" anchor="ctr"/>
              <a:lstStyle/>
              <a:p>
                <a:endParaRPr lang="en-IN"/>
              </a:p>
            </p:txBody>
          </p:sp>
        </p:grpSp>
        <p:sp>
          <p:nvSpPr>
            <p:cNvPr id="1511" name="Freeform: Shape 1510">
              <a:extLst>
                <a:ext uri="{FF2B5EF4-FFF2-40B4-BE49-F238E27FC236}">
                  <a16:creationId xmlns:a16="http://schemas.microsoft.com/office/drawing/2014/main" id="{725C64B8-FEE5-5B3E-E2E8-492782AD8BC6}"/>
                </a:ext>
              </a:extLst>
            </p:cNvPr>
            <p:cNvSpPr/>
            <p:nvPr/>
          </p:nvSpPr>
          <p:spPr>
            <a:xfrm>
              <a:off x="5102095" y="5642493"/>
              <a:ext cx="596550" cy="131255"/>
            </a:xfrm>
            <a:custGeom>
              <a:avLst/>
              <a:gdLst>
                <a:gd name="connsiteX0" fmla="*/ 582525 w 596550"/>
                <a:gd name="connsiteY0" fmla="*/ 103347 h 131255"/>
                <a:gd name="connsiteX1" fmla="*/ 591002 w 596550"/>
                <a:gd name="connsiteY1" fmla="*/ 106299 h 131255"/>
                <a:gd name="connsiteX2" fmla="*/ 596051 w 596550"/>
                <a:gd name="connsiteY2" fmla="*/ 113538 h 131255"/>
                <a:gd name="connsiteX3" fmla="*/ 596051 w 596550"/>
                <a:gd name="connsiteY3" fmla="*/ 113634 h 131255"/>
                <a:gd name="connsiteX4" fmla="*/ 596051 w 596550"/>
                <a:gd name="connsiteY4" fmla="*/ 121063 h 131255"/>
                <a:gd name="connsiteX5" fmla="*/ 591002 w 596550"/>
                <a:gd name="connsiteY5" fmla="*/ 128302 h 131255"/>
                <a:gd name="connsiteX6" fmla="*/ 586240 w 596550"/>
                <a:gd name="connsiteY6" fmla="*/ 130779 h 131255"/>
                <a:gd name="connsiteX7" fmla="*/ 582525 w 596550"/>
                <a:gd name="connsiteY7" fmla="*/ 131255 h 131255"/>
                <a:gd name="connsiteX8" fmla="*/ 557284 w 596550"/>
                <a:gd name="connsiteY8" fmla="*/ 129350 h 131255"/>
                <a:gd name="connsiteX9" fmla="*/ 548806 w 596550"/>
                <a:gd name="connsiteY9" fmla="*/ 125826 h 131255"/>
                <a:gd name="connsiteX10" fmla="*/ 545282 w 596550"/>
                <a:gd name="connsiteY10" fmla="*/ 117253 h 131255"/>
                <a:gd name="connsiteX11" fmla="*/ 548806 w 596550"/>
                <a:gd name="connsiteY11" fmla="*/ 108776 h 131255"/>
                <a:gd name="connsiteX12" fmla="*/ 557284 w 596550"/>
                <a:gd name="connsiteY12" fmla="*/ 105252 h 131255"/>
                <a:gd name="connsiteX13" fmla="*/ 582525 w 596550"/>
                <a:gd name="connsiteY13" fmla="*/ 103347 h 131255"/>
                <a:gd name="connsiteX14" fmla="*/ 336684 w 596550"/>
                <a:gd name="connsiteY14" fmla="*/ 96012 h 131255"/>
                <a:gd name="connsiteX15" fmla="*/ 346399 w 596550"/>
                <a:gd name="connsiteY15" fmla="*/ 97441 h 131255"/>
                <a:gd name="connsiteX16" fmla="*/ 352591 w 596550"/>
                <a:gd name="connsiteY16" fmla="*/ 102203 h 131255"/>
                <a:gd name="connsiteX17" fmla="*/ 352495 w 596550"/>
                <a:gd name="connsiteY17" fmla="*/ 102394 h 131255"/>
                <a:gd name="connsiteX18" fmla="*/ 353924 w 596550"/>
                <a:gd name="connsiteY18" fmla="*/ 107633 h 131255"/>
                <a:gd name="connsiteX19" fmla="*/ 351733 w 596550"/>
                <a:gd name="connsiteY19" fmla="*/ 113919 h 131255"/>
                <a:gd name="connsiteX20" fmla="*/ 346399 w 596550"/>
                <a:gd name="connsiteY20" fmla="*/ 117634 h 131255"/>
                <a:gd name="connsiteX21" fmla="*/ 336684 w 596550"/>
                <a:gd name="connsiteY21" fmla="*/ 119063 h 131255"/>
                <a:gd name="connsiteX22" fmla="*/ 326778 w 596550"/>
                <a:gd name="connsiteY22" fmla="*/ 118491 h 131255"/>
                <a:gd name="connsiteX23" fmla="*/ 312300 w 596550"/>
                <a:gd name="connsiteY23" fmla="*/ 116491 h 131255"/>
                <a:gd name="connsiteX24" fmla="*/ 306775 w 596550"/>
                <a:gd name="connsiteY24" fmla="*/ 112205 h 131255"/>
                <a:gd name="connsiteX25" fmla="*/ 305537 w 596550"/>
                <a:gd name="connsiteY25" fmla="*/ 107537 h 131255"/>
                <a:gd name="connsiteX26" fmla="*/ 307537 w 596550"/>
                <a:gd name="connsiteY26" fmla="*/ 101918 h 131255"/>
                <a:gd name="connsiteX27" fmla="*/ 310109 w 596550"/>
                <a:gd name="connsiteY27" fmla="*/ 99536 h 131255"/>
                <a:gd name="connsiteX28" fmla="*/ 312300 w 596550"/>
                <a:gd name="connsiteY28" fmla="*/ 98584 h 131255"/>
                <a:gd name="connsiteX29" fmla="*/ 326778 w 596550"/>
                <a:gd name="connsiteY29" fmla="*/ 96584 h 131255"/>
                <a:gd name="connsiteX30" fmla="*/ 336684 w 596550"/>
                <a:gd name="connsiteY30" fmla="*/ 96012 h 131255"/>
                <a:gd name="connsiteX31" fmla="*/ 17216 w 596550"/>
                <a:gd name="connsiteY31" fmla="*/ 91822 h 131255"/>
                <a:gd name="connsiteX32" fmla="*/ 25598 w 596550"/>
                <a:gd name="connsiteY32" fmla="*/ 92870 h 131255"/>
                <a:gd name="connsiteX33" fmla="*/ 26741 w 596550"/>
                <a:gd name="connsiteY33" fmla="*/ 93536 h 131255"/>
                <a:gd name="connsiteX34" fmla="*/ 30646 w 596550"/>
                <a:gd name="connsiteY34" fmla="*/ 98680 h 131255"/>
                <a:gd name="connsiteX35" fmla="*/ 30741 w 596550"/>
                <a:gd name="connsiteY35" fmla="*/ 98489 h 131255"/>
                <a:gd name="connsiteX36" fmla="*/ 29884 w 596550"/>
                <a:gd name="connsiteY36" fmla="*/ 105062 h 131255"/>
                <a:gd name="connsiteX37" fmla="*/ 29217 w 596550"/>
                <a:gd name="connsiteY37" fmla="*/ 106205 h 131255"/>
                <a:gd name="connsiteX38" fmla="*/ 22550 w 596550"/>
                <a:gd name="connsiteY38" fmla="*/ 111158 h 131255"/>
                <a:gd name="connsiteX39" fmla="*/ 19216 w 596550"/>
                <a:gd name="connsiteY39" fmla="*/ 111920 h 131255"/>
                <a:gd name="connsiteX40" fmla="*/ 12453 w 596550"/>
                <a:gd name="connsiteY40" fmla="*/ 113444 h 131255"/>
                <a:gd name="connsiteX41" fmla="*/ 7215 w 596550"/>
                <a:gd name="connsiteY41" fmla="*/ 113444 h 131255"/>
                <a:gd name="connsiteX42" fmla="*/ 4833 w 596550"/>
                <a:gd name="connsiteY42" fmla="*/ 112491 h 131255"/>
                <a:gd name="connsiteX43" fmla="*/ 357 w 596550"/>
                <a:gd name="connsiteY43" fmla="*/ 106586 h 131255"/>
                <a:gd name="connsiteX44" fmla="*/ 166 w 596550"/>
                <a:gd name="connsiteY44" fmla="*/ 102680 h 131255"/>
                <a:gd name="connsiteX45" fmla="*/ 1309 w 596550"/>
                <a:gd name="connsiteY45" fmla="*/ 99061 h 131255"/>
                <a:gd name="connsiteX46" fmla="*/ 7215 w 596550"/>
                <a:gd name="connsiteY46" fmla="*/ 94584 h 131255"/>
                <a:gd name="connsiteX47" fmla="*/ 13882 w 596550"/>
                <a:gd name="connsiteY47" fmla="*/ 92774 h 131255"/>
                <a:gd name="connsiteX48" fmla="*/ 17216 w 596550"/>
                <a:gd name="connsiteY48" fmla="*/ 91822 h 131255"/>
                <a:gd name="connsiteX49" fmla="*/ 448031 w 596550"/>
                <a:gd name="connsiteY49" fmla="*/ 30957 h 131255"/>
                <a:gd name="connsiteX50" fmla="*/ 458128 w 596550"/>
                <a:gd name="connsiteY50" fmla="*/ 38672 h 131255"/>
                <a:gd name="connsiteX51" fmla="*/ 458223 w 596550"/>
                <a:gd name="connsiteY51" fmla="*/ 38672 h 131255"/>
                <a:gd name="connsiteX52" fmla="*/ 453365 w 596550"/>
                <a:gd name="connsiteY52" fmla="*/ 50483 h 131255"/>
                <a:gd name="connsiteX53" fmla="*/ 447936 w 596550"/>
                <a:gd name="connsiteY53" fmla="*/ 52769 h 131255"/>
                <a:gd name="connsiteX54" fmla="*/ 444888 w 596550"/>
                <a:gd name="connsiteY54" fmla="*/ 53436 h 131255"/>
                <a:gd name="connsiteX55" fmla="*/ 438506 w 596550"/>
                <a:gd name="connsiteY55" fmla="*/ 54769 h 131255"/>
                <a:gd name="connsiteX56" fmla="*/ 425552 w 596550"/>
                <a:gd name="connsiteY56" fmla="*/ 57531 h 131255"/>
                <a:gd name="connsiteX57" fmla="*/ 412884 w 596550"/>
                <a:gd name="connsiteY57" fmla="*/ 50388 h 131255"/>
                <a:gd name="connsiteX58" fmla="*/ 413932 w 596550"/>
                <a:gd name="connsiteY58" fmla="*/ 42482 h 131255"/>
                <a:gd name="connsiteX59" fmla="*/ 420028 w 596550"/>
                <a:gd name="connsiteY59" fmla="*/ 37719 h 131255"/>
                <a:gd name="connsiteX60" fmla="*/ 432791 w 596550"/>
                <a:gd name="connsiteY60" fmla="*/ 34195 h 131255"/>
                <a:gd name="connsiteX61" fmla="*/ 448031 w 596550"/>
                <a:gd name="connsiteY61" fmla="*/ 30957 h 131255"/>
                <a:gd name="connsiteX62" fmla="*/ 563856 w 596550"/>
                <a:gd name="connsiteY62" fmla="*/ 6287 h 131255"/>
                <a:gd name="connsiteX63" fmla="*/ 567190 w 596550"/>
                <a:gd name="connsiteY63" fmla="*/ 6763 h 131255"/>
                <a:gd name="connsiteX64" fmla="*/ 572714 w 596550"/>
                <a:gd name="connsiteY64" fmla="*/ 10002 h 131255"/>
                <a:gd name="connsiteX65" fmla="*/ 574714 w 596550"/>
                <a:gd name="connsiteY65" fmla="*/ 12574 h 131255"/>
                <a:gd name="connsiteX66" fmla="*/ 575572 w 596550"/>
                <a:gd name="connsiteY66" fmla="*/ 14478 h 131255"/>
                <a:gd name="connsiteX67" fmla="*/ 576238 w 596550"/>
                <a:gd name="connsiteY67" fmla="*/ 15526 h 131255"/>
                <a:gd name="connsiteX68" fmla="*/ 576238 w 596550"/>
                <a:gd name="connsiteY68" fmla="*/ 22289 h 131255"/>
                <a:gd name="connsiteX69" fmla="*/ 575381 w 596550"/>
                <a:gd name="connsiteY69" fmla="*/ 23527 h 131255"/>
                <a:gd name="connsiteX70" fmla="*/ 572714 w 596550"/>
                <a:gd name="connsiteY70" fmla="*/ 27718 h 131255"/>
                <a:gd name="connsiteX71" fmla="*/ 568714 w 596550"/>
                <a:gd name="connsiteY71" fmla="*/ 30290 h 131255"/>
                <a:gd name="connsiteX72" fmla="*/ 563856 w 596550"/>
                <a:gd name="connsiteY72" fmla="*/ 31338 h 131255"/>
                <a:gd name="connsiteX73" fmla="*/ 558998 w 596550"/>
                <a:gd name="connsiteY73" fmla="*/ 30290 h 131255"/>
                <a:gd name="connsiteX74" fmla="*/ 554998 w 596550"/>
                <a:gd name="connsiteY74" fmla="*/ 27718 h 131255"/>
                <a:gd name="connsiteX75" fmla="*/ 552998 w 596550"/>
                <a:gd name="connsiteY75" fmla="*/ 25147 h 131255"/>
                <a:gd name="connsiteX76" fmla="*/ 551283 w 596550"/>
                <a:gd name="connsiteY76" fmla="*/ 18860 h 131255"/>
                <a:gd name="connsiteX77" fmla="*/ 551759 w 596550"/>
                <a:gd name="connsiteY77" fmla="*/ 15526 h 131255"/>
                <a:gd name="connsiteX78" fmla="*/ 554998 w 596550"/>
                <a:gd name="connsiteY78" fmla="*/ 10002 h 131255"/>
                <a:gd name="connsiteX79" fmla="*/ 557569 w 596550"/>
                <a:gd name="connsiteY79" fmla="*/ 8001 h 131255"/>
                <a:gd name="connsiteX80" fmla="*/ 563856 w 596550"/>
                <a:gd name="connsiteY80" fmla="*/ 6287 h 131255"/>
                <a:gd name="connsiteX81" fmla="*/ 221744 w 596550"/>
                <a:gd name="connsiteY81" fmla="*/ 10 h 131255"/>
                <a:gd name="connsiteX82" fmla="*/ 229802 w 596550"/>
                <a:gd name="connsiteY82" fmla="*/ 3084 h 131255"/>
                <a:gd name="connsiteX83" fmla="*/ 233814 w 596550"/>
                <a:gd name="connsiteY83" fmla="*/ 10668 h 131255"/>
                <a:gd name="connsiteX84" fmla="*/ 225051 w 596550"/>
                <a:gd name="connsiteY84" fmla="*/ 24098 h 131255"/>
                <a:gd name="connsiteX85" fmla="*/ 195047 w 596550"/>
                <a:gd name="connsiteY85" fmla="*/ 26861 h 131255"/>
                <a:gd name="connsiteX86" fmla="*/ 167139 w 596550"/>
                <a:gd name="connsiteY86" fmla="*/ 28861 h 131255"/>
                <a:gd name="connsiteX87" fmla="*/ 157233 w 596550"/>
                <a:gd name="connsiteY87" fmla="*/ 20098 h 131255"/>
                <a:gd name="connsiteX88" fmla="*/ 164472 w 596550"/>
                <a:gd name="connsiteY88" fmla="*/ 8954 h 131255"/>
                <a:gd name="connsiteX89" fmla="*/ 191999 w 596550"/>
                <a:gd name="connsiteY89" fmla="*/ 4382 h 131255"/>
                <a:gd name="connsiteX90" fmla="*/ 221717 w 596550"/>
                <a:gd name="connsiteY90" fmla="*/ 0 h 131255"/>
                <a:gd name="connsiteX91" fmla="*/ 221813 w 596550"/>
                <a:gd name="connsiteY91" fmla="*/ 0 h 131255"/>
                <a:gd name="connsiteX92" fmla="*/ 221744 w 596550"/>
                <a:gd name="connsiteY92" fmla="*/ 10 h 13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550" h="131255">
                  <a:moveTo>
                    <a:pt x="582525" y="103347"/>
                  </a:moveTo>
                  <a:cubicBezTo>
                    <a:pt x="585573" y="103061"/>
                    <a:pt x="588716" y="104490"/>
                    <a:pt x="591002" y="106299"/>
                  </a:cubicBezTo>
                  <a:cubicBezTo>
                    <a:pt x="593383" y="108109"/>
                    <a:pt x="595288" y="110586"/>
                    <a:pt x="596051" y="113538"/>
                  </a:cubicBezTo>
                  <a:lnTo>
                    <a:pt x="596051" y="113634"/>
                  </a:lnTo>
                  <a:cubicBezTo>
                    <a:pt x="596717" y="116301"/>
                    <a:pt x="596717" y="118396"/>
                    <a:pt x="596051" y="121063"/>
                  </a:cubicBezTo>
                  <a:cubicBezTo>
                    <a:pt x="595288" y="124016"/>
                    <a:pt x="593383" y="126492"/>
                    <a:pt x="591002" y="128302"/>
                  </a:cubicBezTo>
                  <a:cubicBezTo>
                    <a:pt x="589669" y="129540"/>
                    <a:pt x="588050" y="130302"/>
                    <a:pt x="586240" y="130779"/>
                  </a:cubicBezTo>
                  <a:cubicBezTo>
                    <a:pt x="585001" y="130969"/>
                    <a:pt x="583763" y="131064"/>
                    <a:pt x="582525" y="131255"/>
                  </a:cubicBezTo>
                  <a:lnTo>
                    <a:pt x="557284" y="129350"/>
                  </a:lnTo>
                  <a:cubicBezTo>
                    <a:pt x="553950" y="129064"/>
                    <a:pt x="551283" y="128112"/>
                    <a:pt x="548806" y="125826"/>
                  </a:cubicBezTo>
                  <a:cubicBezTo>
                    <a:pt x="546425" y="123635"/>
                    <a:pt x="545377" y="120396"/>
                    <a:pt x="545282" y="117253"/>
                  </a:cubicBezTo>
                  <a:cubicBezTo>
                    <a:pt x="545092" y="114300"/>
                    <a:pt x="546711" y="110871"/>
                    <a:pt x="548806" y="108776"/>
                  </a:cubicBezTo>
                  <a:cubicBezTo>
                    <a:pt x="551092" y="106395"/>
                    <a:pt x="554045" y="105537"/>
                    <a:pt x="557284" y="105252"/>
                  </a:cubicBezTo>
                  <a:cubicBezTo>
                    <a:pt x="565761" y="104585"/>
                    <a:pt x="574143" y="104013"/>
                    <a:pt x="582525" y="103347"/>
                  </a:cubicBezTo>
                  <a:close/>
                  <a:moveTo>
                    <a:pt x="336684" y="96012"/>
                  </a:moveTo>
                  <a:cubicBezTo>
                    <a:pt x="340018" y="95917"/>
                    <a:pt x="343256" y="96298"/>
                    <a:pt x="346399" y="97441"/>
                  </a:cubicBezTo>
                  <a:cubicBezTo>
                    <a:pt x="348876" y="98393"/>
                    <a:pt x="351352" y="99727"/>
                    <a:pt x="352591" y="102203"/>
                  </a:cubicBezTo>
                  <a:lnTo>
                    <a:pt x="352495" y="102394"/>
                  </a:lnTo>
                  <a:cubicBezTo>
                    <a:pt x="353353" y="104013"/>
                    <a:pt x="353924" y="105823"/>
                    <a:pt x="353924" y="107633"/>
                  </a:cubicBezTo>
                  <a:cubicBezTo>
                    <a:pt x="354019" y="109919"/>
                    <a:pt x="353067" y="112205"/>
                    <a:pt x="351733" y="113919"/>
                  </a:cubicBezTo>
                  <a:cubicBezTo>
                    <a:pt x="350305" y="115824"/>
                    <a:pt x="348590" y="116872"/>
                    <a:pt x="346399" y="117634"/>
                  </a:cubicBezTo>
                  <a:cubicBezTo>
                    <a:pt x="343256" y="118777"/>
                    <a:pt x="340018" y="119063"/>
                    <a:pt x="336684" y="119063"/>
                  </a:cubicBezTo>
                  <a:cubicBezTo>
                    <a:pt x="333350" y="118967"/>
                    <a:pt x="330112" y="118967"/>
                    <a:pt x="326778" y="118491"/>
                  </a:cubicBezTo>
                  <a:cubicBezTo>
                    <a:pt x="322015" y="117824"/>
                    <a:pt x="317158" y="117158"/>
                    <a:pt x="312300" y="116491"/>
                  </a:cubicBezTo>
                  <a:cubicBezTo>
                    <a:pt x="310300" y="116205"/>
                    <a:pt x="307728" y="113919"/>
                    <a:pt x="306775" y="112205"/>
                  </a:cubicBezTo>
                  <a:cubicBezTo>
                    <a:pt x="306013" y="110776"/>
                    <a:pt x="305537" y="109157"/>
                    <a:pt x="305537" y="107537"/>
                  </a:cubicBezTo>
                  <a:cubicBezTo>
                    <a:pt x="305442" y="105537"/>
                    <a:pt x="306299" y="103442"/>
                    <a:pt x="307537" y="101918"/>
                  </a:cubicBezTo>
                  <a:cubicBezTo>
                    <a:pt x="308204" y="100870"/>
                    <a:pt x="309061" y="100108"/>
                    <a:pt x="310109" y="99536"/>
                  </a:cubicBezTo>
                  <a:cubicBezTo>
                    <a:pt x="310871" y="99251"/>
                    <a:pt x="311538" y="98870"/>
                    <a:pt x="312300" y="98584"/>
                  </a:cubicBezTo>
                  <a:cubicBezTo>
                    <a:pt x="317062" y="97917"/>
                    <a:pt x="321920" y="97250"/>
                    <a:pt x="326778" y="96584"/>
                  </a:cubicBezTo>
                  <a:cubicBezTo>
                    <a:pt x="330112" y="96107"/>
                    <a:pt x="333350" y="96012"/>
                    <a:pt x="336684" y="96012"/>
                  </a:cubicBezTo>
                  <a:close/>
                  <a:moveTo>
                    <a:pt x="17216" y="91822"/>
                  </a:moveTo>
                  <a:cubicBezTo>
                    <a:pt x="20073" y="91060"/>
                    <a:pt x="23026" y="91346"/>
                    <a:pt x="25598" y="92870"/>
                  </a:cubicBezTo>
                  <a:cubicBezTo>
                    <a:pt x="25979" y="93060"/>
                    <a:pt x="26360" y="93346"/>
                    <a:pt x="26741" y="93536"/>
                  </a:cubicBezTo>
                  <a:cubicBezTo>
                    <a:pt x="28646" y="94775"/>
                    <a:pt x="29979" y="96489"/>
                    <a:pt x="30646" y="98680"/>
                  </a:cubicBezTo>
                  <a:lnTo>
                    <a:pt x="30741" y="98489"/>
                  </a:lnTo>
                  <a:cubicBezTo>
                    <a:pt x="31408" y="100490"/>
                    <a:pt x="30932" y="103252"/>
                    <a:pt x="29884" y="105062"/>
                  </a:cubicBezTo>
                  <a:cubicBezTo>
                    <a:pt x="29694" y="105443"/>
                    <a:pt x="29408" y="105824"/>
                    <a:pt x="29217" y="106205"/>
                  </a:cubicBezTo>
                  <a:cubicBezTo>
                    <a:pt x="27789" y="108586"/>
                    <a:pt x="25312" y="110586"/>
                    <a:pt x="22550" y="111158"/>
                  </a:cubicBezTo>
                  <a:cubicBezTo>
                    <a:pt x="21407" y="111443"/>
                    <a:pt x="20359" y="111634"/>
                    <a:pt x="19216" y="111920"/>
                  </a:cubicBezTo>
                  <a:lnTo>
                    <a:pt x="12453" y="113444"/>
                  </a:lnTo>
                  <a:cubicBezTo>
                    <a:pt x="10739" y="113920"/>
                    <a:pt x="8929" y="113920"/>
                    <a:pt x="7215" y="113444"/>
                  </a:cubicBezTo>
                  <a:cubicBezTo>
                    <a:pt x="6357" y="113158"/>
                    <a:pt x="5595" y="112777"/>
                    <a:pt x="4833" y="112491"/>
                  </a:cubicBezTo>
                  <a:cubicBezTo>
                    <a:pt x="2643" y="111253"/>
                    <a:pt x="1119" y="108967"/>
                    <a:pt x="357" y="106586"/>
                  </a:cubicBezTo>
                  <a:cubicBezTo>
                    <a:pt x="-24" y="105252"/>
                    <a:pt x="-120" y="104014"/>
                    <a:pt x="166" y="102680"/>
                  </a:cubicBezTo>
                  <a:cubicBezTo>
                    <a:pt x="166" y="101442"/>
                    <a:pt x="547" y="100204"/>
                    <a:pt x="1309" y="99061"/>
                  </a:cubicBezTo>
                  <a:cubicBezTo>
                    <a:pt x="2643" y="96965"/>
                    <a:pt x="4833" y="95251"/>
                    <a:pt x="7215" y="94584"/>
                  </a:cubicBezTo>
                  <a:lnTo>
                    <a:pt x="13882" y="92774"/>
                  </a:lnTo>
                  <a:cubicBezTo>
                    <a:pt x="14930" y="92489"/>
                    <a:pt x="16073" y="92108"/>
                    <a:pt x="17216" y="91822"/>
                  </a:cubicBezTo>
                  <a:close/>
                  <a:moveTo>
                    <a:pt x="448031" y="30957"/>
                  </a:moveTo>
                  <a:cubicBezTo>
                    <a:pt x="452794" y="31147"/>
                    <a:pt x="456699" y="34195"/>
                    <a:pt x="458128" y="38672"/>
                  </a:cubicBezTo>
                  <a:lnTo>
                    <a:pt x="458223" y="38672"/>
                  </a:lnTo>
                  <a:cubicBezTo>
                    <a:pt x="459557" y="42958"/>
                    <a:pt x="457271" y="48292"/>
                    <a:pt x="453365" y="50483"/>
                  </a:cubicBezTo>
                  <a:cubicBezTo>
                    <a:pt x="451651" y="51435"/>
                    <a:pt x="449841" y="52388"/>
                    <a:pt x="447936" y="52769"/>
                  </a:cubicBezTo>
                  <a:cubicBezTo>
                    <a:pt x="446888" y="52959"/>
                    <a:pt x="445936" y="53245"/>
                    <a:pt x="444888" y="53436"/>
                  </a:cubicBezTo>
                  <a:lnTo>
                    <a:pt x="438506" y="54769"/>
                  </a:lnTo>
                  <a:cubicBezTo>
                    <a:pt x="434220" y="55722"/>
                    <a:pt x="429839" y="56579"/>
                    <a:pt x="425552" y="57531"/>
                  </a:cubicBezTo>
                  <a:cubicBezTo>
                    <a:pt x="419837" y="58770"/>
                    <a:pt x="414694" y="55912"/>
                    <a:pt x="412884" y="50388"/>
                  </a:cubicBezTo>
                  <a:cubicBezTo>
                    <a:pt x="412122" y="47911"/>
                    <a:pt x="412694" y="44673"/>
                    <a:pt x="413932" y="42482"/>
                  </a:cubicBezTo>
                  <a:cubicBezTo>
                    <a:pt x="415170" y="40196"/>
                    <a:pt x="417551" y="38386"/>
                    <a:pt x="420028" y="37719"/>
                  </a:cubicBezTo>
                  <a:cubicBezTo>
                    <a:pt x="424314" y="36576"/>
                    <a:pt x="428505" y="35338"/>
                    <a:pt x="432791" y="34195"/>
                  </a:cubicBezTo>
                  <a:cubicBezTo>
                    <a:pt x="437744" y="32766"/>
                    <a:pt x="442888" y="30766"/>
                    <a:pt x="448031" y="30957"/>
                  </a:cubicBezTo>
                  <a:close/>
                  <a:moveTo>
                    <a:pt x="563856" y="6287"/>
                  </a:moveTo>
                  <a:cubicBezTo>
                    <a:pt x="564999" y="6477"/>
                    <a:pt x="566047" y="6573"/>
                    <a:pt x="567190" y="6763"/>
                  </a:cubicBezTo>
                  <a:cubicBezTo>
                    <a:pt x="569285" y="7430"/>
                    <a:pt x="571190" y="8478"/>
                    <a:pt x="572714" y="10002"/>
                  </a:cubicBezTo>
                  <a:cubicBezTo>
                    <a:pt x="573381" y="10859"/>
                    <a:pt x="574048" y="11716"/>
                    <a:pt x="574714" y="12574"/>
                  </a:cubicBezTo>
                  <a:cubicBezTo>
                    <a:pt x="575000" y="13050"/>
                    <a:pt x="575286" y="13812"/>
                    <a:pt x="575572" y="14478"/>
                  </a:cubicBezTo>
                  <a:cubicBezTo>
                    <a:pt x="575762" y="14859"/>
                    <a:pt x="576238" y="15526"/>
                    <a:pt x="576238" y="15526"/>
                  </a:cubicBezTo>
                  <a:cubicBezTo>
                    <a:pt x="577477" y="17431"/>
                    <a:pt x="577477" y="20384"/>
                    <a:pt x="576238" y="22289"/>
                  </a:cubicBezTo>
                  <a:cubicBezTo>
                    <a:pt x="575953" y="22670"/>
                    <a:pt x="575667" y="23146"/>
                    <a:pt x="575381" y="23527"/>
                  </a:cubicBezTo>
                  <a:cubicBezTo>
                    <a:pt x="574714" y="25051"/>
                    <a:pt x="573952" y="26480"/>
                    <a:pt x="572714" y="27718"/>
                  </a:cubicBezTo>
                  <a:cubicBezTo>
                    <a:pt x="571571" y="28957"/>
                    <a:pt x="570238" y="29814"/>
                    <a:pt x="568714" y="30290"/>
                  </a:cubicBezTo>
                  <a:cubicBezTo>
                    <a:pt x="567190" y="31052"/>
                    <a:pt x="565571" y="31338"/>
                    <a:pt x="563856" y="31338"/>
                  </a:cubicBezTo>
                  <a:cubicBezTo>
                    <a:pt x="562046" y="31433"/>
                    <a:pt x="560522" y="31052"/>
                    <a:pt x="558998" y="30290"/>
                  </a:cubicBezTo>
                  <a:cubicBezTo>
                    <a:pt x="557474" y="29814"/>
                    <a:pt x="556141" y="28957"/>
                    <a:pt x="554998" y="27718"/>
                  </a:cubicBezTo>
                  <a:cubicBezTo>
                    <a:pt x="554331" y="26861"/>
                    <a:pt x="553664" y="26004"/>
                    <a:pt x="552998" y="25147"/>
                  </a:cubicBezTo>
                  <a:cubicBezTo>
                    <a:pt x="551854" y="23242"/>
                    <a:pt x="551283" y="21146"/>
                    <a:pt x="551283" y="18860"/>
                  </a:cubicBezTo>
                  <a:cubicBezTo>
                    <a:pt x="551474" y="17717"/>
                    <a:pt x="551569" y="16669"/>
                    <a:pt x="551759" y="15526"/>
                  </a:cubicBezTo>
                  <a:cubicBezTo>
                    <a:pt x="552331" y="13431"/>
                    <a:pt x="553474" y="11526"/>
                    <a:pt x="554998" y="10002"/>
                  </a:cubicBezTo>
                  <a:cubicBezTo>
                    <a:pt x="555855" y="9335"/>
                    <a:pt x="556712" y="8668"/>
                    <a:pt x="557569" y="8001"/>
                  </a:cubicBezTo>
                  <a:cubicBezTo>
                    <a:pt x="559475" y="6859"/>
                    <a:pt x="561570" y="6287"/>
                    <a:pt x="563856" y="6287"/>
                  </a:cubicBezTo>
                  <a:close/>
                  <a:moveTo>
                    <a:pt x="221744" y="10"/>
                  </a:moveTo>
                  <a:lnTo>
                    <a:pt x="229802" y="3084"/>
                  </a:lnTo>
                  <a:cubicBezTo>
                    <a:pt x="231957" y="5072"/>
                    <a:pt x="233433" y="7810"/>
                    <a:pt x="233814" y="10668"/>
                  </a:cubicBezTo>
                  <a:cubicBezTo>
                    <a:pt x="234576" y="16193"/>
                    <a:pt x="231052" y="22955"/>
                    <a:pt x="225051" y="24098"/>
                  </a:cubicBezTo>
                  <a:cubicBezTo>
                    <a:pt x="215240" y="25908"/>
                    <a:pt x="205049" y="26194"/>
                    <a:pt x="195047" y="26861"/>
                  </a:cubicBezTo>
                  <a:cubicBezTo>
                    <a:pt x="185713" y="27527"/>
                    <a:pt x="176474" y="28194"/>
                    <a:pt x="167139" y="28861"/>
                  </a:cubicBezTo>
                  <a:cubicBezTo>
                    <a:pt x="162091" y="29242"/>
                    <a:pt x="157900" y="24765"/>
                    <a:pt x="157233" y="20098"/>
                  </a:cubicBezTo>
                  <a:cubicBezTo>
                    <a:pt x="156662" y="15526"/>
                    <a:pt x="159519" y="9811"/>
                    <a:pt x="164472" y="8954"/>
                  </a:cubicBezTo>
                  <a:cubicBezTo>
                    <a:pt x="173616" y="7430"/>
                    <a:pt x="182855" y="5906"/>
                    <a:pt x="191999" y="4382"/>
                  </a:cubicBezTo>
                  <a:close/>
                  <a:moveTo>
                    <a:pt x="221717" y="0"/>
                  </a:moveTo>
                  <a:lnTo>
                    <a:pt x="221813" y="0"/>
                  </a:lnTo>
                  <a:lnTo>
                    <a:pt x="221744" y="10"/>
                  </a:lnTo>
                  <a:close/>
                </a:path>
              </a:pathLst>
            </a:custGeom>
            <a:solidFill>
              <a:srgbClr val="FFEAB5"/>
            </a:solidFill>
            <a:ln w="0" cap="flat">
              <a:noFill/>
              <a:prstDash val="solid"/>
              <a:miter/>
            </a:ln>
          </p:spPr>
          <p:txBody>
            <a:bodyPr rtlCol="0" anchor="ctr"/>
            <a:lstStyle/>
            <a:p>
              <a:endParaRPr lang="en-IN"/>
            </a:p>
          </p:txBody>
        </p:sp>
        <p:grpSp>
          <p:nvGrpSpPr>
            <p:cNvPr id="1477" name="Group 1476">
              <a:extLst>
                <a:ext uri="{FF2B5EF4-FFF2-40B4-BE49-F238E27FC236}">
                  <a16:creationId xmlns:a16="http://schemas.microsoft.com/office/drawing/2014/main" id="{0380BBDA-7391-0016-93E8-004F28B2DB1F}"/>
                </a:ext>
              </a:extLst>
            </p:cNvPr>
            <p:cNvGrpSpPr/>
            <p:nvPr/>
          </p:nvGrpSpPr>
          <p:grpSpPr>
            <a:xfrm>
              <a:off x="5611022" y="5840434"/>
              <a:ext cx="393698" cy="434824"/>
              <a:chOff x="7665318" y="1243399"/>
              <a:chExt cx="354711" cy="391764"/>
            </a:xfrm>
          </p:grpSpPr>
          <p:sp>
            <p:nvSpPr>
              <p:cNvPr id="1432" name="Freeform: Shape 1431">
                <a:extLst>
                  <a:ext uri="{FF2B5EF4-FFF2-40B4-BE49-F238E27FC236}">
                    <a16:creationId xmlns:a16="http://schemas.microsoft.com/office/drawing/2014/main" id="{BB926967-CF3B-F5B3-FAA0-EF3CC679C634}"/>
                  </a:ext>
                </a:extLst>
              </p:cNvPr>
              <p:cNvSpPr/>
              <p:nvPr/>
            </p:nvSpPr>
            <p:spPr>
              <a:xfrm>
                <a:off x="7672748" y="1571727"/>
                <a:ext cx="344995" cy="63436"/>
              </a:xfrm>
              <a:custGeom>
                <a:avLst/>
                <a:gdLst>
                  <a:gd name="connsiteX0" fmla="*/ 344996 w 344995"/>
                  <a:gd name="connsiteY0" fmla="*/ 31718 h 63436"/>
                  <a:gd name="connsiteX1" fmla="*/ 172498 w 344995"/>
                  <a:gd name="connsiteY1" fmla="*/ 63437 h 63436"/>
                  <a:gd name="connsiteX2" fmla="*/ 0 w 344995"/>
                  <a:gd name="connsiteY2" fmla="*/ 31718 h 63436"/>
                  <a:gd name="connsiteX3" fmla="*/ 172498 w 344995"/>
                  <a:gd name="connsiteY3" fmla="*/ 0 h 63436"/>
                  <a:gd name="connsiteX4" fmla="*/ 344996 w 344995"/>
                  <a:gd name="connsiteY4" fmla="*/ 31718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95" h="63436">
                    <a:moveTo>
                      <a:pt x="344996" y="31718"/>
                    </a:moveTo>
                    <a:cubicBezTo>
                      <a:pt x="344996" y="49236"/>
                      <a:pt x="267766" y="63437"/>
                      <a:pt x="172498" y="63437"/>
                    </a:cubicBezTo>
                    <a:cubicBezTo>
                      <a:pt x="77230" y="63437"/>
                      <a:pt x="0" y="49236"/>
                      <a:pt x="0" y="31718"/>
                    </a:cubicBezTo>
                    <a:cubicBezTo>
                      <a:pt x="0" y="14201"/>
                      <a:pt x="77230" y="0"/>
                      <a:pt x="172498" y="0"/>
                    </a:cubicBezTo>
                    <a:cubicBezTo>
                      <a:pt x="267766" y="0"/>
                      <a:pt x="344996" y="14201"/>
                      <a:pt x="344996" y="31718"/>
                    </a:cubicBezTo>
                    <a:close/>
                  </a:path>
                </a:pathLst>
              </a:custGeom>
              <a:solidFill>
                <a:schemeClr val="tx1">
                  <a:alpha val="10000"/>
                </a:schemeClr>
              </a:solidFill>
              <a:ln w="0" cap="flat">
                <a:noFill/>
                <a:prstDash val="solid"/>
                <a:miter/>
              </a:ln>
            </p:spPr>
            <p:txBody>
              <a:bodyPr rtlCol="0" anchor="ctr"/>
              <a:lstStyle/>
              <a:p>
                <a:endParaRPr lang="en-IN"/>
              </a:p>
            </p:txBody>
          </p:sp>
          <p:sp>
            <p:nvSpPr>
              <p:cNvPr id="1434" name="Freeform: Shape 1433">
                <a:extLst>
                  <a:ext uri="{FF2B5EF4-FFF2-40B4-BE49-F238E27FC236}">
                    <a16:creationId xmlns:a16="http://schemas.microsoft.com/office/drawing/2014/main" id="{1E6E6FC6-EA6D-A0F1-D8A5-72092C639F30}"/>
                  </a:ext>
                </a:extLst>
              </p:cNvPr>
              <p:cNvSpPr/>
              <p:nvPr/>
            </p:nvSpPr>
            <p:spPr>
              <a:xfrm>
                <a:off x="7771015" y="1529150"/>
                <a:ext cx="69468" cy="83068"/>
              </a:xfrm>
              <a:custGeom>
                <a:avLst/>
                <a:gdLst>
                  <a:gd name="connsiteX0" fmla="*/ 33940 w 69468"/>
                  <a:gd name="connsiteY0" fmla="*/ 65437 h 83068"/>
                  <a:gd name="connsiteX1" fmla="*/ 15080 w 69468"/>
                  <a:gd name="connsiteY1" fmla="*/ 83058 h 83068"/>
                  <a:gd name="connsiteX2" fmla="*/ 25558 w 69468"/>
                  <a:gd name="connsiteY2" fmla="*/ 65722 h 83068"/>
                  <a:gd name="connsiteX3" fmla="*/ 31 w 69468"/>
                  <a:gd name="connsiteY3" fmla="*/ 74295 h 83068"/>
                  <a:gd name="connsiteX4" fmla="*/ 20414 w 69468"/>
                  <a:gd name="connsiteY4" fmla="*/ 60103 h 83068"/>
                  <a:gd name="connsiteX5" fmla="*/ 1364 w 69468"/>
                  <a:gd name="connsiteY5" fmla="*/ 60103 h 83068"/>
                  <a:gd name="connsiteX6" fmla="*/ 33464 w 69468"/>
                  <a:gd name="connsiteY6" fmla="*/ 55150 h 83068"/>
                  <a:gd name="connsiteX7" fmla="*/ 53276 w 69468"/>
                  <a:gd name="connsiteY7" fmla="*/ 5239 h 83068"/>
                  <a:gd name="connsiteX8" fmla="*/ 69468 w 69468"/>
                  <a:gd name="connsiteY8" fmla="*/ 0 h 83068"/>
                  <a:gd name="connsiteX9" fmla="*/ 51085 w 69468"/>
                  <a:gd name="connsiteY9" fmla="*/ 41339 h 83068"/>
                  <a:gd name="connsiteX10" fmla="*/ 39560 w 69468"/>
                  <a:gd name="connsiteY10" fmla="*/ 58674 h 83068"/>
                  <a:gd name="connsiteX11" fmla="*/ 49180 w 69468"/>
                  <a:gd name="connsiteY11" fmla="*/ 73533 h 83068"/>
                  <a:gd name="connsiteX12" fmla="*/ 33940 w 69468"/>
                  <a:gd name="connsiteY12" fmla="*/ 65437 h 8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468" h="83068">
                    <a:moveTo>
                      <a:pt x="33940" y="65437"/>
                    </a:moveTo>
                    <a:cubicBezTo>
                      <a:pt x="31463" y="68104"/>
                      <a:pt x="17557" y="83534"/>
                      <a:pt x="15080" y="83058"/>
                    </a:cubicBezTo>
                    <a:cubicBezTo>
                      <a:pt x="10508" y="82201"/>
                      <a:pt x="25177" y="66294"/>
                      <a:pt x="25558" y="65722"/>
                    </a:cubicBezTo>
                    <a:cubicBezTo>
                      <a:pt x="24891" y="66008"/>
                      <a:pt x="2412" y="78676"/>
                      <a:pt x="31" y="74295"/>
                    </a:cubicBezTo>
                    <a:cubicBezTo>
                      <a:pt x="-922" y="72485"/>
                      <a:pt x="20414" y="60103"/>
                      <a:pt x="20414" y="60103"/>
                    </a:cubicBezTo>
                    <a:cubicBezTo>
                      <a:pt x="15461" y="59722"/>
                      <a:pt x="2031" y="61436"/>
                      <a:pt x="1364" y="60103"/>
                    </a:cubicBezTo>
                    <a:cubicBezTo>
                      <a:pt x="-2350" y="52673"/>
                      <a:pt x="29368" y="56483"/>
                      <a:pt x="33464" y="55150"/>
                    </a:cubicBezTo>
                    <a:cubicBezTo>
                      <a:pt x="37559" y="53816"/>
                      <a:pt x="53276" y="5239"/>
                      <a:pt x="53276" y="5239"/>
                    </a:cubicBezTo>
                    <a:lnTo>
                      <a:pt x="69468" y="0"/>
                    </a:lnTo>
                    <a:cubicBezTo>
                      <a:pt x="69468" y="0"/>
                      <a:pt x="56419" y="31432"/>
                      <a:pt x="51085" y="41339"/>
                    </a:cubicBezTo>
                    <a:cubicBezTo>
                      <a:pt x="48227" y="46577"/>
                      <a:pt x="43465" y="53340"/>
                      <a:pt x="39560" y="58674"/>
                    </a:cubicBezTo>
                    <a:cubicBezTo>
                      <a:pt x="40512" y="61436"/>
                      <a:pt x="49180" y="69723"/>
                      <a:pt x="49180" y="73533"/>
                    </a:cubicBezTo>
                    <a:cubicBezTo>
                      <a:pt x="49180" y="84296"/>
                      <a:pt x="39083" y="64770"/>
                      <a:pt x="33940" y="65437"/>
                    </a:cubicBezTo>
                    <a:close/>
                  </a:path>
                </a:pathLst>
              </a:custGeom>
              <a:solidFill>
                <a:schemeClr val="tx1"/>
              </a:solidFill>
              <a:ln w="0" cap="flat">
                <a:noFill/>
                <a:prstDash val="solid"/>
                <a:miter/>
              </a:ln>
            </p:spPr>
            <p:txBody>
              <a:bodyPr rtlCol="0" anchor="ctr"/>
              <a:lstStyle/>
              <a:p>
                <a:endParaRPr lang="en-IN"/>
              </a:p>
            </p:txBody>
          </p:sp>
          <p:sp>
            <p:nvSpPr>
              <p:cNvPr id="1435" name="Freeform: Shape 1434">
                <a:extLst>
                  <a:ext uri="{FF2B5EF4-FFF2-40B4-BE49-F238E27FC236}">
                    <a16:creationId xmlns:a16="http://schemas.microsoft.com/office/drawing/2014/main" id="{25B673E6-E6FD-2DF2-7856-41FF7BF0EEF0}"/>
                  </a:ext>
                </a:extLst>
              </p:cNvPr>
              <p:cNvSpPr/>
              <p:nvPr/>
            </p:nvSpPr>
            <p:spPr>
              <a:xfrm>
                <a:off x="7818099" y="1546486"/>
                <a:ext cx="13811" cy="17811"/>
              </a:xfrm>
              <a:custGeom>
                <a:avLst/>
                <a:gdLst>
                  <a:gd name="connsiteX0" fmla="*/ 2095 w 13811"/>
                  <a:gd name="connsiteY0" fmla="*/ 0 h 17811"/>
                  <a:gd name="connsiteX1" fmla="*/ 13811 w 13811"/>
                  <a:gd name="connsiteY1" fmla="*/ 3429 h 17811"/>
                  <a:gd name="connsiteX2" fmla="*/ 11620 w 13811"/>
                  <a:gd name="connsiteY2" fmla="*/ 8001 h 17811"/>
                  <a:gd name="connsiteX3" fmla="*/ 7144 w 13811"/>
                  <a:gd name="connsiteY3" fmla="*/ 17812 h 17811"/>
                  <a:gd name="connsiteX4" fmla="*/ 0 w 13811"/>
                  <a:gd name="connsiteY4" fmla="*/ 6382 h 17811"/>
                  <a:gd name="connsiteX5" fmla="*/ 2095 w 13811"/>
                  <a:gd name="connsiteY5" fmla="*/ 95 h 17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 h="17811">
                    <a:moveTo>
                      <a:pt x="2095" y="0"/>
                    </a:moveTo>
                    <a:lnTo>
                      <a:pt x="13811" y="3429"/>
                    </a:lnTo>
                    <a:lnTo>
                      <a:pt x="11620" y="8001"/>
                    </a:lnTo>
                    <a:lnTo>
                      <a:pt x="7144" y="17812"/>
                    </a:lnTo>
                    <a:cubicBezTo>
                      <a:pt x="7144" y="17812"/>
                      <a:pt x="9239" y="9334"/>
                      <a:pt x="0" y="6382"/>
                    </a:cubicBezTo>
                    <a:lnTo>
                      <a:pt x="2095" y="95"/>
                    </a:lnTo>
                    <a:close/>
                  </a:path>
                </a:pathLst>
              </a:custGeom>
              <a:solidFill>
                <a:srgbClr val="E6D3BA"/>
              </a:solidFill>
              <a:ln w="0" cap="flat">
                <a:noFill/>
                <a:prstDash val="solid"/>
                <a:miter/>
              </a:ln>
            </p:spPr>
            <p:txBody>
              <a:bodyPr rtlCol="0" anchor="ctr"/>
              <a:lstStyle/>
              <a:p>
                <a:endParaRPr lang="en-IN"/>
              </a:p>
            </p:txBody>
          </p:sp>
          <p:sp>
            <p:nvSpPr>
              <p:cNvPr id="1436" name="Freeform: Shape 1435">
                <a:extLst>
                  <a:ext uri="{FF2B5EF4-FFF2-40B4-BE49-F238E27FC236}">
                    <a16:creationId xmlns:a16="http://schemas.microsoft.com/office/drawing/2014/main" id="{7FD55F5A-A453-8F36-684C-E0113EA253FA}"/>
                  </a:ext>
                </a:extLst>
              </p:cNvPr>
              <p:cNvSpPr/>
              <p:nvPr/>
            </p:nvSpPr>
            <p:spPr>
              <a:xfrm>
                <a:off x="7809298" y="1494860"/>
                <a:ext cx="54140" cy="60071"/>
              </a:xfrm>
              <a:custGeom>
                <a:avLst/>
                <a:gdLst>
                  <a:gd name="connsiteX0" fmla="*/ 8802 w 54140"/>
                  <a:gd name="connsiteY0" fmla="*/ 0 h 60071"/>
                  <a:gd name="connsiteX1" fmla="*/ 54141 w 54140"/>
                  <a:gd name="connsiteY1" fmla="*/ 13430 h 60071"/>
                  <a:gd name="connsiteX2" fmla="*/ 21946 w 54140"/>
                  <a:gd name="connsiteY2" fmla="*/ 59722 h 60071"/>
                  <a:gd name="connsiteX3" fmla="*/ 2420 w 54140"/>
                  <a:gd name="connsiteY3" fmla="*/ 53054 h 60071"/>
                  <a:gd name="connsiteX4" fmla="*/ 8802 w 54140"/>
                  <a:gd name="connsiteY4" fmla="*/ 0 h 60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40" h="60071">
                    <a:moveTo>
                      <a:pt x="8802" y="0"/>
                    </a:moveTo>
                    <a:lnTo>
                      <a:pt x="54141" y="13430"/>
                    </a:lnTo>
                    <a:cubicBezTo>
                      <a:pt x="54141" y="13430"/>
                      <a:pt x="44235" y="64770"/>
                      <a:pt x="21946" y="59722"/>
                    </a:cubicBezTo>
                    <a:cubicBezTo>
                      <a:pt x="8230" y="56579"/>
                      <a:pt x="3849" y="54769"/>
                      <a:pt x="2420" y="53054"/>
                    </a:cubicBezTo>
                    <a:cubicBezTo>
                      <a:pt x="991" y="51340"/>
                      <a:pt x="-4724" y="16859"/>
                      <a:pt x="8802" y="0"/>
                    </a:cubicBezTo>
                    <a:close/>
                  </a:path>
                </a:pathLst>
              </a:custGeom>
              <a:solidFill>
                <a:schemeClr val="bg1">
                  <a:lumMod val="85000"/>
                </a:schemeClr>
              </a:solidFill>
              <a:ln w="0" cap="flat">
                <a:noFill/>
                <a:prstDash val="solid"/>
                <a:miter/>
              </a:ln>
            </p:spPr>
            <p:txBody>
              <a:bodyPr rtlCol="0" anchor="ctr"/>
              <a:lstStyle/>
              <a:p>
                <a:endParaRPr lang="en-IN"/>
              </a:p>
            </p:txBody>
          </p:sp>
          <p:sp>
            <p:nvSpPr>
              <p:cNvPr id="1437" name="Freeform: Shape 1436">
                <a:extLst>
                  <a:ext uri="{FF2B5EF4-FFF2-40B4-BE49-F238E27FC236}">
                    <a16:creationId xmlns:a16="http://schemas.microsoft.com/office/drawing/2014/main" id="{86517A91-E084-651B-45ED-21A4A8DF6BA0}"/>
                  </a:ext>
                </a:extLst>
              </p:cNvPr>
              <p:cNvSpPr/>
              <p:nvPr/>
            </p:nvSpPr>
            <p:spPr>
              <a:xfrm>
                <a:off x="7703770" y="1324161"/>
                <a:ext cx="303097" cy="213460"/>
              </a:xfrm>
              <a:custGeom>
                <a:avLst/>
                <a:gdLst>
                  <a:gd name="connsiteX0" fmla="*/ 227105 w 303097"/>
                  <a:gd name="connsiteY0" fmla="*/ 194988 h 213460"/>
                  <a:gd name="connsiteX1" fmla="*/ 219294 w 303097"/>
                  <a:gd name="connsiteY1" fmla="*/ 199369 h 213460"/>
                  <a:gd name="connsiteX2" fmla="*/ 218532 w 303097"/>
                  <a:gd name="connsiteY2" fmla="*/ 199655 h 213460"/>
                  <a:gd name="connsiteX3" fmla="*/ 17841 w 303097"/>
                  <a:gd name="connsiteY3" fmla="*/ 158221 h 213460"/>
                  <a:gd name="connsiteX4" fmla="*/ 11649 w 303097"/>
                  <a:gd name="connsiteY4" fmla="*/ 131646 h 213460"/>
                  <a:gd name="connsiteX5" fmla="*/ 7458 w 303097"/>
                  <a:gd name="connsiteY5" fmla="*/ 147077 h 213460"/>
                  <a:gd name="connsiteX6" fmla="*/ 219 w 303097"/>
                  <a:gd name="connsiteY6" fmla="*/ 95547 h 213460"/>
                  <a:gd name="connsiteX7" fmla="*/ 13078 w 303097"/>
                  <a:gd name="connsiteY7" fmla="*/ 49065 h 213460"/>
                  <a:gd name="connsiteX8" fmla="*/ 103280 w 303097"/>
                  <a:gd name="connsiteY8" fmla="*/ 201 h 213460"/>
                  <a:gd name="connsiteX9" fmla="*/ 229010 w 303097"/>
                  <a:gd name="connsiteY9" fmla="*/ 52398 h 213460"/>
                  <a:gd name="connsiteX10" fmla="*/ 232725 w 303097"/>
                  <a:gd name="connsiteY10" fmla="*/ 54684 h 213460"/>
                  <a:gd name="connsiteX11" fmla="*/ 238059 w 303097"/>
                  <a:gd name="connsiteY11" fmla="*/ 56208 h 213460"/>
                  <a:gd name="connsiteX12" fmla="*/ 238249 w 303097"/>
                  <a:gd name="connsiteY12" fmla="*/ 56208 h 213460"/>
                  <a:gd name="connsiteX13" fmla="*/ 262252 w 303097"/>
                  <a:gd name="connsiteY13" fmla="*/ 62019 h 213460"/>
                  <a:gd name="connsiteX14" fmla="*/ 300638 w 303097"/>
                  <a:gd name="connsiteY14" fmla="*/ 63733 h 213460"/>
                  <a:gd name="connsiteX15" fmla="*/ 227010 w 303097"/>
                  <a:gd name="connsiteY15" fmla="*/ 194892 h 213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3097" h="213460">
                    <a:moveTo>
                      <a:pt x="227105" y="194988"/>
                    </a:moveTo>
                    <a:cubicBezTo>
                      <a:pt x="224628" y="196512"/>
                      <a:pt x="222057" y="198036"/>
                      <a:pt x="219294" y="199369"/>
                    </a:cubicBezTo>
                    <a:cubicBezTo>
                      <a:pt x="219009" y="199464"/>
                      <a:pt x="218818" y="199560"/>
                      <a:pt x="218532" y="199655"/>
                    </a:cubicBezTo>
                    <a:cubicBezTo>
                      <a:pt x="157668" y="229373"/>
                      <a:pt x="40224" y="209085"/>
                      <a:pt x="17841" y="158221"/>
                    </a:cubicBezTo>
                    <a:cubicBezTo>
                      <a:pt x="11173" y="142981"/>
                      <a:pt x="11649" y="131646"/>
                      <a:pt x="11649" y="131646"/>
                    </a:cubicBezTo>
                    <a:cubicBezTo>
                      <a:pt x="7077" y="136504"/>
                      <a:pt x="9363" y="151458"/>
                      <a:pt x="7458" y="147077"/>
                    </a:cubicBezTo>
                    <a:cubicBezTo>
                      <a:pt x="410" y="131456"/>
                      <a:pt x="-543" y="114025"/>
                      <a:pt x="219" y="95547"/>
                    </a:cubicBezTo>
                    <a:cubicBezTo>
                      <a:pt x="886" y="79926"/>
                      <a:pt x="5172" y="63638"/>
                      <a:pt x="13078" y="49065"/>
                    </a:cubicBezTo>
                    <a:cubicBezTo>
                      <a:pt x="28890" y="20013"/>
                      <a:pt x="58989" y="-2370"/>
                      <a:pt x="103280" y="201"/>
                    </a:cubicBezTo>
                    <a:cubicBezTo>
                      <a:pt x="147952" y="2773"/>
                      <a:pt x="202530" y="36206"/>
                      <a:pt x="229010" y="52398"/>
                    </a:cubicBezTo>
                    <a:cubicBezTo>
                      <a:pt x="230343" y="53160"/>
                      <a:pt x="231582" y="53922"/>
                      <a:pt x="232725" y="54684"/>
                    </a:cubicBezTo>
                    <a:cubicBezTo>
                      <a:pt x="234534" y="55256"/>
                      <a:pt x="236344" y="55732"/>
                      <a:pt x="238059" y="56208"/>
                    </a:cubicBezTo>
                    <a:cubicBezTo>
                      <a:pt x="238059" y="56208"/>
                      <a:pt x="238154" y="56208"/>
                      <a:pt x="238249" y="56208"/>
                    </a:cubicBezTo>
                    <a:cubicBezTo>
                      <a:pt x="247393" y="58780"/>
                      <a:pt x="255204" y="60685"/>
                      <a:pt x="262252" y="62019"/>
                    </a:cubicBezTo>
                    <a:cubicBezTo>
                      <a:pt x="280254" y="65448"/>
                      <a:pt x="291780" y="65162"/>
                      <a:pt x="300638" y="63733"/>
                    </a:cubicBezTo>
                    <a:cubicBezTo>
                      <a:pt x="313687" y="61638"/>
                      <a:pt x="272730" y="166032"/>
                      <a:pt x="227010" y="194892"/>
                    </a:cubicBezTo>
                    <a:close/>
                  </a:path>
                </a:pathLst>
              </a:custGeom>
              <a:solidFill>
                <a:schemeClr val="bg1"/>
              </a:solidFill>
              <a:ln w="0" cap="flat">
                <a:noFill/>
                <a:prstDash val="solid"/>
                <a:miter/>
              </a:ln>
            </p:spPr>
            <p:txBody>
              <a:bodyPr rtlCol="0" anchor="ctr"/>
              <a:lstStyle/>
              <a:p>
                <a:endParaRPr lang="en-IN"/>
              </a:p>
            </p:txBody>
          </p:sp>
          <p:sp>
            <p:nvSpPr>
              <p:cNvPr id="1438" name="Freeform: Shape 1437">
                <a:extLst>
                  <a:ext uri="{FF2B5EF4-FFF2-40B4-BE49-F238E27FC236}">
                    <a16:creationId xmlns:a16="http://schemas.microsoft.com/office/drawing/2014/main" id="{2B1B4C38-4020-A0DD-F1C4-91BED05DF0CF}"/>
                  </a:ext>
                </a:extLst>
              </p:cNvPr>
              <p:cNvSpPr/>
              <p:nvPr/>
            </p:nvSpPr>
            <p:spPr>
              <a:xfrm>
                <a:off x="7695131" y="1243399"/>
                <a:ext cx="131540" cy="177071"/>
              </a:xfrm>
              <a:custGeom>
                <a:avLst/>
                <a:gdLst>
                  <a:gd name="connsiteX0" fmla="*/ 10954 w 131540"/>
                  <a:gd name="connsiteY0" fmla="*/ 177071 h 177071"/>
                  <a:gd name="connsiteX1" fmla="*/ 131540 w 131540"/>
                  <a:gd name="connsiteY1" fmla="*/ 83917 h 177071"/>
                  <a:gd name="connsiteX2" fmla="*/ 77724 w 131540"/>
                  <a:gd name="connsiteY2" fmla="*/ 5716 h 177071"/>
                  <a:gd name="connsiteX3" fmla="*/ 381 w 131540"/>
                  <a:gd name="connsiteY3" fmla="*/ 40483 h 177071"/>
                  <a:gd name="connsiteX4" fmla="*/ 18383 w 131540"/>
                  <a:gd name="connsiteY4" fmla="*/ 102205 h 177071"/>
                  <a:gd name="connsiteX5" fmla="*/ 10954 w 131540"/>
                  <a:gd name="connsiteY5" fmla="*/ 177071 h 17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540" h="177071">
                    <a:moveTo>
                      <a:pt x="10954" y="177071"/>
                    </a:moveTo>
                    <a:lnTo>
                      <a:pt x="131540" y="83917"/>
                    </a:lnTo>
                    <a:cubicBezTo>
                      <a:pt x="114300" y="58294"/>
                      <a:pt x="124587" y="25338"/>
                      <a:pt x="77724" y="5716"/>
                    </a:cubicBezTo>
                    <a:cubicBezTo>
                      <a:pt x="33242" y="-12953"/>
                      <a:pt x="3620" y="18194"/>
                      <a:pt x="381" y="40483"/>
                    </a:cubicBezTo>
                    <a:cubicBezTo>
                      <a:pt x="-2857" y="62771"/>
                      <a:pt x="15526" y="84298"/>
                      <a:pt x="18383" y="102205"/>
                    </a:cubicBezTo>
                    <a:cubicBezTo>
                      <a:pt x="21241" y="120112"/>
                      <a:pt x="13526" y="143162"/>
                      <a:pt x="10954" y="177071"/>
                    </a:cubicBezTo>
                    <a:close/>
                  </a:path>
                </a:pathLst>
              </a:custGeom>
              <a:solidFill>
                <a:schemeClr val="bg1"/>
              </a:solidFill>
              <a:ln w="0" cap="flat">
                <a:noFill/>
                <a:prstDash val="solid"/>
                <a:miter/>
              </a:ln>
            </p:spPr>
            <p:txBody>
              <a:bodyPr rtlCol="0" anchor="ctr"/>
              <a:lstStyle/>
              <a:p>
                <a:endParaRPr lang="en-IN"/>
              </a:p>
            </p:txBody>
          </p:sp>
          <p:sp>
            <p:nvSpPr>
              <p:cNvPr id="1439" name="Freeform: Shape 1438">
                <a:extLst>
                  <a:ext uri="{FF2B5EF4-FFF2-40B4-BE49-F238E27FC236}">
                    <a16:creationId xmlns:a16="http://schemas.microsoft.com/office/drawing/2014/main" id="{2688084C-5F5C-B644-3FA2-275E79B57D09}"/>
                  </a:ext>
                </a:extLst>
              </p:cNvPr>
              <p:cNvSpPr/>
              <p:nvPr/>
            </p:nvSpPr>
            <p:spPr>
              <a:xfrm>
                <a:off x="7665318" y="1296359"/>
                <a:ext cx="39930" cy="27908"/>
              </a:xfrm>
              <a:custGeom>
                <a:avLst/>
                <a:gdLst>
                  <a:gd name="connsiteX0" fmla="*/ 39815 w 39930"/>
                  <a:gd name="connsiteY0" fmla="*/ 26194 h 27908"/>
                  <a:gd name="connsiteX1" fmla="*/ 1810 w 39930"/>
                  <a:gd name="connsiteY1" fmla="*/ 27337 h 27908"/>
                  <a:gd name="connsiteX2" fmla="*/ 0 w 39930"/>
                  <a:gd name="connsiteY2" fmla="*/ 27908 h 27908"/>
                  <a:gd name="connsiteX3" fmla="*/ 16002 w 39930"/>
                  <a:gd name="connsiteY3" fmla="*/ 8382 h 27908"/>
                  <a:gd name="connsiteX4" fmla="*/ 30290 w 39930"/>
                  <a:gd name="connsiteY4" fmla="*/ 0 h 27908"/>
                  <a:gd name="connsiteX5" fmla="*/ 38195 w 39930"/>
                  <a:gd name="connsiteY5" fmla="*/ 8953 h 27908"/>
                  <a:gd name="connsiteX6" fmla="*/ 39719 w 39930"/>
                  <a:gd name="connsiteY6" fmla="*/ 26289 h 27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30" h="27908">
                    <a:moveTo>
                      <a:pt x="39815" y="26194"/>
                    </a:moveTo>
                    <a:cubicBezTo>
                      <a:pt x="34481" y="17812"/>
                      <a:pt x="8858" y="25146"/>
                      <a:pt x="1810" y="27337"/>
                    </a:cubicBezTo>
                    <a:cubicBezTo>
                      <a:pt x="667" y="27718"/>
                      <a:pt x="0" y="27908"/>
                      <a:pt x="0" y="27908"/>
                    </a:cubicBezTo>
                    <a:cubicBezTo>
                      <a:pt x="0" y="21241"/>
                      <a:pt x="4667" y="13906"/>
                      <a:pt x="16002" y="8382"/>
                    </a:cubicBezTo>
                    <a:cubicBezTo>
                      <a:pt x="20955" y="6001"/>
                      <a:pt x="30290" y="0"/>
                      <a:pt x="30290" y="0"/>
                    </a:cubicBezTo>
                    <a:cubicBezTo>
                      <a:pt x="34481" y="1238"/>
                      <a:pt x="36862" y="4858"/>
                      <a:pt x="38195" y="8953"/>
                    </a:cubicBezTo>
                    <a:cubicBezTo>
                      <a:pt x="40767" y="16669"/>
                      <a:pt x="39719" y="26289"/>
                      <a:pt x="39719" y="26289"/>
                    </a:cubicBezTo>
                    <a:close/>
                  </a:path>
                </a:pathLst>
              </a:custGeom>
              <a:solidFill>
                <a:schemeClr val="accent6"/>
              </a:solidFill>
              <a:ln w="0" cap="flat">
                <a:noFill/>
                <a:prstDash val="solid"/>
                <a:miter/>
              </a:ln>
            </p:spPr>
            <p:txBody>
              <a:bodyPr rtlCol="0" anchor="ctr"/>
              <a:lstStyle/>
              <a:p>
                <a:endParaRPr lang="en-IN"/>
              </a:p>
            </p:txBody>
          </p:sp>
          <p:sp>
            <p:nvSpPr>
              <p:cNvPr id="1441" name="Freeform: Shape 1440">
                <a:extLst>
                  <a:ext uri="{FF2B5EF4-FFF2-40B4-BE49-F238E27FC236}">
                    <a16:creationId xmlns:a16="http://schemas.microsoft.com/office/drawing/2014/main" id="{C7778BD4-6BAC-55DF-9501-7E05D9E8E622}"/>
                  </a:ext>
                </a:extLst>
              </p:cNvPr>
              <p:cNvSpPr/>
              <p:nvPr/>
            </p:nvSpPr>
            <p:spPr>
              <a:xfrm>
                <a:off x="7720563" y="1279500"/>
                <a:ext cx="16764" cy="16764"/>
              </a:xfrm>
              <a:custGeom>
                <a:avLst/>
                <a:gdLst>
                  <a:gd name="connsiteX0" fmla="*/ 16764 w 16764"/>
                  <a:gd name="connsiteY0" fmla="*/ 8382 h 16764"/>
                  <a:gd name="connsiteX1" fmla="*/ 8382 w 16764"/>
                  <a:gd name="connsiteY1" fmla="*/ 16764 h 16764"/>
                  <a:gd name="connsiteX2" fmla="*/ 0 w 16764"/>
                  <a:gd name="connsiteY2" fmla="*/ 8382 h 16764"/>
                  <a:gd name="connsiteX3" fmla="*/ 8382 w 16764"/>
                  <a:gd name="connsiteY3" fmla="*/ 0 h 16764"/>
                  <a:gd name="connsiteX4" fmla="*/ 16764 w 16764"/>
                  <a:gd name="connsiteY4" fmla="*/ 8382 h 16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16764">
                    <a:moveTo>
                      <a:pt x="16764" y="8382"/>
                    </a:moveTo>
                    <a:cubicBezTo>
                      <a:pt x="16764" y="12954"/>
                      <a:pt x="13049" y="16764"/>
                      <a:pt x="8382" y="16764"/>
                    </a:cubicBezTo>
                    <a:cubicBezTo>
                      <a:pt x="3715" y="16764"/>
                      <a:pt x="0" y="13049"/>
                      <a:pt x="0" y="8382"/>
                    </a:cubicBezTo>
                    <a:cubicBezTo>
                      <a:pt x="0" y="3715"/>
                      <a:pt x="3715" y="0"/>
                      <a:pt x="8382" y="0"/>
                    </a:cubicBezTo>
                    <a:cubicBezTo>
                      <a:pt x="13049" y="0"/>
                      <a:pt x="16764" y="3715"/>
                      <a:pt x="16764" y="8382"/>
                    </a:cubicBezTo>
                    <a:close/>
                  </a:path>
                </a:pathLst>
              </a:custGeom>
              <a:solidFill>
                <a:srgbClr val="FFFFFF"/>
              </a:solidFill>
              <a:ln w="0" cap="flat">
                <a:noFill/>
                <a:prstDash val="solid"/>
                <a:miter/>
              </a:ln>
            </p:spPr>
            <p:txBody>
              <a:bodyPr rtlCol="0" anchor="ctr"/>
              <a:lstStyle/>
              <a:p>
                <a:endParaRPr lang="en-IN"/>
              </a:p>
            </p:txBody>
          </p:sp>
          <p:sp>
            <p:nvSpPr>
              <p:cNvPr id="1442" name="Freeform: Shape 1441">
                <a:extLst>
                  <a:ext uri="{FF2B5EF4-FFF2-40B4-BE49-F238E27FC236}">
                    <a16:creationId xmlns:a16="http://schemas.microsoft.com/office/drawing/2014/main" id="{B9D4F757-8EB0-A1B0-48B0-1A31552C61EC}"/>
                  </a:ext>
                </a:extLst>
              </p:cNvPr>
              <p:cNvSpPr/>
              <p:nvPr/>
            </p:nvSpPr>
            <p:spPr>
              <a:xfrm>
                <a:off x="7722468" y="1283691"/>
                <a:ext cx="11049" cy="11049"/>
              </a:xfrm>
              <a:custGeom>
                <a:avLst/>
                <a:gdLst>
                  <a:gd name="connsiteX0" fmla="*/ 11049 w 11049"/>
                  <a:gd name="connsiteY0" fmla="*/ 5525 h 11049"/>
                  <a:gd name="connsiteX1" fmla="*/ 5525 w 11049"/>
                  <a:gd name="connsiteY1" fmla="*/ 11049 h 11049"/>
                  <a:gd name="connsiteX2" fmla="*/ 0 w 11049"/>
                  <a:gd name="connsiteY2" fmla="*/ 5525 h 11049"/>
                  <a:gd name="connsiteX3" fmla="*/ 5525 w 11049"/>
                  <a:gd name="connsiteY3" fmla="*/ 0 h 11049"/>
                  <a:gd name="connsiteX4" fmla="*/ 11049 w 11049"/>
                  <a:gd name="connsiteY4" fmla="*/ 5525 h 11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9" h="11049">
                    <a:moveTo>
                      <a:pt x="11049" y="5525"/>
                    </a:moveTo>
                    <a:cubicBezTo>
                      <a:pt x="11049" y="8576"/>
                      <a:pt x="8576" y="11049"/>
                      <a:pt x="5525" y="11049"/>
                    </a:cubicBezTo>
                    <a:cubicBezTo>
                      <a:pt x="2473" y="11049"/>
                      <a:pt x="0" y="8576"/>
                      <a:pt x="0" y="5525"/>
                    </a:cubicBezTo>
                    <a:cubicBezTo>
                      <a:pt x="0" y="2473"/>
                      <a:pt x="2473" y="0"/>
                      <a:pt x="5525" y="0"/>
                    </a:cubicBezTo>
                    <a:cubicBezTo>
                      <a:pt x="8576" y="0"/>
                      <a:pt x="11049" y="2473"/>
                      <a:pt x="11049" y="5525"/>
                    </a:cubicBezTo>
                    <a:close/>
                  </a:path>
                </a:pathLst>
              </a:custGeom>
              <a:solidFill>
                <a:schemeClr val="tx1"/>
              </a:solidFill>
              <a:ln w="0" cap="flat">
                <a:noFill/>
                <a:prstDash val="solid"/>
                <a:miter/>
              </a:ln>
            </p:spPr>
            <p:txBody>
              <a:bodyPr rtlCol="0" anchor="ctr"/>
              <a:lstStyle/>
              <a:p>
                <a:endParaRPr lang="en-IN"/>
              </a:p>
            </p:txBody>
          </p:sp>
          <p:sp>
            <p:nvSpPr>
              <p:cNvPr id="1443" name="Freeform: Shape 1442">
                <a:extLst>
                  <a:ext uri="{FF2B5EF4-FFF2-40B4-BE49-F238E27FC236}">
                    <a16:creationId xmlns:a16="http://schemas.microsoft.com/office/drawing/2014/main" id="{D5E4ADD6-9AE2-B218-F746-A69A29583ABB}"/>
                  </a:ext>
                </a:extLst>
              </p:cNvPr>
              <p:cNvSpPr/>
              <p:nvPr/>
            </p:nvSpPr>
            <p:spPr>
              <a:xfrm>
                <a:off x="7729422" y="1283691"/>
                <a:ext cx="2666" cy="2666"/>
              </a:xfrm>
              <a:custGeom>
                <a:avLst/>
                <a:gdLst>
                  <a:gd name="connsiteX0" fmla="*/ 2667 w 2666"/>
                  <a:gd name="connsiteY0" fmla="*/ 1334 h 2666"/>
                  <a:gd name="connsiteX1" fmla="*/ 1334 w 2666"/>
                  <a:gd name="connsiteY1" fmla="*/ 2667 h 2666"/>
                  <a:gd name="connsiteX2" fmla="*/ 0 w 2666"/>
                  <a:gd name="connsiteY2" fmla="*/ 1334 h 2666"/>
                  <a:gd name="connsiteX3" fmla="*/ 1334 w 2666"/>
                  <a:gd name="connsiteY3" fmla="*/ 0 h 2666"/>
                  <a:gd name="connsiteX4" fmla="*/ 2667 w 2666"/>
                  <a:gd name="connsiteY4" fmla="*/ 1334 h 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6" h="2666">
                    <a:moveTo>
                      <a:pt x="2667" y="1334"/>
                    </a:moveTo>
                    <a:cubicBezTo>
                      <a:pt x="2667" y="2070"/>
                      <a:pt x="2070" y="2667"/>
                      <a:pt x="1334" y="2667"/>
                    </a:cubicBezTo>
                    <a:cubicBezTo>
                      <a:pt x="597" y="2667"/>
                      <a:pt x="0" y="2070"/>
                      <a:pt x="0" y="1334"/>
                    </a:cubicBezTo>
                    <a:cubicBezTo>
                      <a:pt x="0" y="597"/>
                      <a:pt x="597" y="0"/>
                      <a:pt x="1334" y="0"/>
                    </a:cubicBezTo>
                    <a:cubicBezTo>
                      <a:pt x="2070" y="0"/>
                      <a:pt x="2667" y="597"/>
                      <a:pt x="2667" y="1334"/>
                    </a:cubicBezTo>
                    <a:close/>
                  </a:path>
                </a:pathLst>
              </a:custGeom>
              <a:solidFill>
                <a:srgbClr val="FFFFFF"/>
              </a:solidFill>
              <a:ln w="0" cap="flat">
                <a:noFill/>
                <a:prstDash val="solid"/>
                <a:miter/>
              </a:ln>
            </p:spPr>
            <p:txBody>
              <a:bodyPr rtlCol="0" anchor="ctr"/>
              <a:lstStyle/>
              <a:p>
                <a:endParaRPr lang="en-IN"/>
              </a:p>
            </p:txBody>
          </p:sp>
          <p:sp>
            <p:nvSpPr>
              <p:cNvPr id="1445" name="Freeform: Shape 1444">
                <a:extLst>
                  <a:ext uri="{FF2B5EF4-FFF2-40B4-BE49-F238E27FC236}">
                    <a16:creationId xmlns:a16="http://schemas.microsoft.com/office/drawing/2014/main" id="{6CC625A6-74CC-BC85-F661-777364D24695}"/>
                  </a:ext>
                </a:extLst>
              </p:cNvPr>
              <p:cNvSpPr/>
              <p:nvPr/>
            </p:nvSpPr>
            <p:spPr>
              <a:xfrm>
                <a:off x="7898681" y="1364368"/>
                <a:ext cx="121348" cy="159353"/>
              </a:xfrm>
              <a:custGeom>
                <a:avLst/>
                <a:gdLst>
                  <a:gd name="connsiteX0" fmla="*/ 82582 w 121348"/>
                  <a:gd name="connsiteY0" fmla="*/ 96584 h 159353"/>
                  <a:gd name="connsiteX1" fmla="*/ 95917 w 121348"/>
                  <a:gd name="connsiteY1" fmla="*/ 92297 h 159353"/>
                  <a:gd name="connsiteX2" fmla="*/ 24384 w 121348"/>
                  <a:gd name="connsiteY2" fmla="*/ 159068 h 159353"/>
                  <a:gd name="connsiteX3" fmla="*/ 23622 w 121348"/>
                  <a:gd name="connsiteY3" fmla="*/ 159353 h 159353"/>
                  <a:gd name="connsiteX4" fmla="*/ 21527 w 121348"/>
                  <a:gd name="connsiteY4" fmla="*/ 145352 h 159353"/>
                  <a:gd name="connsiteX5" fmla="*/ 0 w 121348"/>
                  <a:gd name="connsiteY5" fmla="*/ 0 h 159353"/>
                  <a:gd name="connsiteX6" fmla="*/ 34100 w 121348"/>
                  <a:gd name="connsiteY6" fmla="*/ 12097 h 159353"/>
                  <a:gd name="connsiteX7" fmla="*/ 43148 w 121348"/>
                  <a:gd name="connsiteY7" fmla="*/ 15907 h 159353"/>
                  <a:gd name="connsiteX8" fmla="*/ 43148 w 121348"/>
                  <a:gd name="connsiteY8" fmla="*/ 15907 h 159353"/>
                  <a:gd name="connsiteX9" fmla="*/ 43339 w 121348"/>
                  <a:gd name="connsiteY9" fmla="*/ 15907 h 159353"/>
                  <a:gd name="connsiteX10" fmla="*/ 67342 w 121348"/>
                  <a:gd name="connsiteY10" fmla="*/ 21717 h 159353"/>
                  <a:gd name="connsiteX11" fmla="*/ 121349 w 121348"/>
                  <a:gd name="connsiteY11" fmla="*/ 3239 h 159353"/>
                  <a:gd name="connsiteX12" fmla="*/ 103061 w 121348"/>
                  <a:gd name="connsiteY12" fmla="*/ 52864 h 159353"/>
                  <a:gd name="connsiteX13" fmla="*/ 114871 w 121348"/>
                  <a:gd name="connsiteY13" fmla="*/ 46292 h 159353"/>
                  <a:gd name="connsiteX14" fmla="*/ 82582 w 121348"/>
                  <a:gd name="connsiteY14" fmla="*/ 96488 h 15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348" h="159353">
                    <a:moveTo>
                      <a:pt x="82582" y="96584"/>
                    </a:moveTo>
                    <a:cubicBezTo>
                      <a:pt x="87059" y="95155"/>
                      <a:pt x="91440" y="93726"/>
                      <a:pt x="95917" y="92297"/>
                    </a:cubicBezTo>
                    <a:cubicBezTo>
                      <a:pt x="81153" y="117920"/>
                      <a:pt x="59531" y="142970"/>
                      <a:pt x="24384" y="159068"/>
                    </a:cubicBezTo>
                    <a:cubicBezTo>
                      <a:pt x="24098" y="159163"/>
                      <a:pt x="23908" y="159258"/>
                      <a:pt x="23622" y="159353"/>
                    </a:cubicBezTo>
                    <a:lnTo>
                      <a:pt x="21527" y="145352"/>
                    </a:lnTo>
                    <a:lnTo>
                      <a:pt x="0" y="0"/>
                    </a:lnTo>
                    <a:cubicBezTo>
                      <a:pt x="11716" y="1715"/>
                      <a:pt x="22670" y="7144"/>
                      <a:pt x="34100" y="12097"/>
                    </a:cubicBezTo>
                    <a:cubicBezTo>
                      <a:pt x="37052" y="13430"/>
                      <a:pt x="40100" y="14669"/>
                      <a:pt x="43148" y="15907"/>
                    </a:cubicBezTo>
                    <a:cubicBezTo>
                      <a:pt x="43148" y="15907"/>
                      <a:pt x="43148" y="15907"/>
                      <a:pt x="43148" y="15907"/>
                    </a:cubicBezTo>
                    <a:cubicBezTo>
                      <a:pt x="43148" y="15907"/>
                      <a:pt x="43244" y="15907"/>
                      <a:pt x="43339" y="15907"/>
                    </a:cubicBezTo>
                    <a:cubicBezTo>
                      <a:pt x="50864" y="18764"/>
                      <a:pt x="58769" y="21050"/>
                      <a:pt x="67342" y="21717"/>
                    </a:cubicBezTo>
                    <a:cubicBezTo>
                      <a:pt x="82582" y="22860"/>
                      <a:pt x="99917" y="18669"/>
                      <a:pt x="121349" y="3239"/>
                    </a:cubicBezTo>
                    <a:cubicBezTo>
                      <a:pt x="119063" y="20860"/>
                      <a:pt x="112776" y="38005"/>
                      <a:pt x="103061" y="52864"/>
                    </a:cubicBezTo>
                    <a:cubicBezTo>
                      <a:pt x="106966" y="50673"/>
                      <a:pt x="110871" y="48482"/>
                      <a:pt x="114871" y="46292"/>
                    </a:cubicBezTo>
                    <a:cubicBezTo>
                      <a:pt x="109633" y="65818"/>
                      <a:pt x="98203" y="83630"/>
                      <a:pt x="82582" y="96488"/>
                    </a:cubicBezTo>
                    <a:close/>
                  </a:path>
                </a:pathLst>
              </a:custGeom>
              <a:solidFill>
                <a:schemeClr val="bg1"/>
              </a:solidFill>
              <a:ln w="0" cap="flat">
                <a:noFill/>
                <a:prstDash val="solid"/>
                <a:miter/>
              </a:ln>
            </p:spPr>
            <p:txBody>
              <a:bodyPr rtlCol="0" anchor="ctr"/>
              <a:lstStyle/>
              <a:p>
                <a:endParaRPr lang="en-IN"/>
              </a:p>
            </p:txBody>
          </p:sp>
          <p:sp>
            <p:nvSpPr>
              <p:cNvPr id="1446" name="Freeform: Shape 1445">
                <a:extLst>
                  <a:ext uri="{FF2B5EF4-FFF2-40B4-BE49-F238E27FC236}">
                    <a16:creationId xmlns:a16="http://schemas.microsoft.com/office/drawing/2014/main" id="{D0A81897-E920-1411-A52F-458D517C65D4}"/>
                  </a:ext>
                </a:extLst>
              </p:cNvPr>
              <p:cNvSpPr/>
              <p:nvPr/>
            </p:nvSpPr>
            <p:spPr>
              <a:xfrm>
                <a:off x="7788171" y="1383992"/>
                <a:ext cx="152895" cy="97704"/>
              </a:xfrm>
              <a:custGeom>
                <a:avLst/>
                <a:gdLst>
                  <a:gd name="connsiteX0" fmla="*/ 131655 w 152895"/>
                  <a:gd name="connsiteY0" fmla="*/ 38955 h 97704"/>
                  <a:gd name="connsiteX1" fmla="*/ 149848 w 152895"/>
                  <a:gd name="connsiteY1" fmla="*/ 13333 h 97704"/>
                  <a:gd name="connsiteX2" fmla="*/ 41072 w 152895"/>
                  <a:gd name="connsiteY2" fmla="*/ 283 h 97704"/>
                  <a:gd name="connsiteX3" fmla="*/ 35167 w 152895"/>
                  <a:gd name="connsiteY3" fmla="*/ 87818 h 97704"/>
                  <a:gd name="connsiteX4" fmla="*/ 152896 w 152895"/>
                  <a:gd name="connsiteY4" fmla="*/ 27906 h 97704"/>
                  <a:gd name="connsiteX5" fmla="*/ 131560 w 152895"/>
                  <a:gd name="connsiteY5" fmla="*/ 38955 h 97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95" h="97704">
                    <a:moveTo>
                      <a:pt x="131655" y="38955"/>
                    </a:moveTo>
                    <a:cubicBezTo>
                      <a:pt x="140037" y="34097"/>
                      <a:pt x="147181" y="23239"/>
                      <a:pt x="149848" y="13333"/>
                    </a:cubicBezTo>
                    <a:cubicBezTo>
                      <a:pt x="113462" y="27525"/>
                      <a:pt x="76600" y="3712"/>
                      <a:pt x="41072" y="283"/>
                    </a:cubicBezTo>
                    <a:cubicBezTo>
                      <a:pt x="-10934" y="-4765"/>
                      <a:pt x="-14268" y="58957"/>
                      <a:pt x="35167" y="87818"/>
                    </a:cubicBezTo>
                    <a:cubicBezTo>
                      <a:pt x="81934" y="115060"/>
                      <a:pt x="138799" y="83056"/>
                      <a:pt x="152896" y="27906"/>
                    </a:cubicBezTo>
                    <a:cubicBezTo>
                      <a:pt x="150800" y="36193"/>
                      <a:pt x="140132" y="39336"/>
                      <a:pt x="131560" y="38955"/>
                    </a:cubicBezTo>
                    <a:close/>
                  </a:path>
                </a:pathLst>
              </a:custGeom>
              <a:solidFill>
                <a:schemeClr val="bg1">
                  <a:lumMod val="75000"/>
                </a:schemeClr>
              </a:solidFill>
              <a:ln w="0" cap="flat">
                <a:noFill/>
                <a:prstDash val="solid"/>
                <a:miter/>
              </a:ln>
            </p:spPr>
            <p:txBody>
              <a:bodyPr rtlCol="0" anchor="ctr"/>
              <a:lstStyle/>
              <a:p>
                <a:endParaRPr lang="en-IN"/>
              </a:p>
            </p:txBody>
          </p:sp>
          <p:sp>
            <p:nvSpPr>
              <p:cNvPr id="1447" name="Freeform: Shape 1446">
                <a:extLst>
                  <a:ext uri="{FF2B5EF4-FFF2-40B4-BE49-F238E27FC236}">
                    <a16:creationId xmlns:a16="http://schemas.microsoft.com/office/drawing/2014/main" id="{77D9A27D-3DEA-907C-F944-1CCDCE15D41B}"/>
                  </a:ext>
                </a:extLst>
              </p:cNvPr>
              <p:cNvSpPr/>
              <p:nvPr/>
            </p:nvSpPr>
            <p:spPr>
              <a:xfrm>
                <a:off x="7784354" y="1377034"/>
                <a:ext cx="156808" cy="97407"/>
              </a:xfrm>
              <a:custGeom>
                <a:avLst/>
                <a:gdLst>
                  <a:gd name="connsiteX0" fmla="*/ 156809 w 156808"/>
                  <a:gd name="connsiteY0" fmla="*/ 34864 h 97407"/>
                  <a:gd name="connsiteX1" fmla="*/ 35174 w 156808"/>
                  <a:gd name="connsiteY1" fmla="*/ 87823 h 97407"/>
                  <a:gd name="connsiteX2" fmla="*/ 6314 w 156808"/>
                  <a:gd name="connsiteY2" fmla="*/ 13052 h 97407"/>
                  <a:gd name="connsiteX3" fmla="*/ 41080 w 156808"/>
                  <a:gd name="connsiteY3" fmla="*/ 288 h 97407"/>
                  <a:gd name="connsiteX4" fmla="*/ 135473 w 156808"/>
                  <a:gd name="connsiteY4" fmla="*/ 24005 h 97407"/>
                  <a:gd name="connsiteX5" fmla="*/ 153761 w 156808"/>
                  <a:gd name="connsiteY5" fmla="*/ 20291 h 97407"/>
                  <a:gd name="connsiteX6" fmla="*/ 131663 w 156808"/>
                  <a:gd name="connsiteY6" fmla="*/ 38864 h 97407"/>
                  <a:gd name="connsiteX7" fmla="*/ 156809 w 156808"/>
                  <a:gd name="connsiteY7" fmla="*/ 34769 h 9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808" h="97407">
                    <a:moveTo>
                      <a:pt x="156809" y="34864"/>
                    </a:moveTo>
                    <a:cubicBezTo>
                      <a:pt x="138044" y="80393"/>
                      <a:pt x="82037" y="114969"/>
                      <a:pt x="35174" y="87823"/>
                    </a:cubicBezTo>
                    <a:cubicBezTo>
                      <a:pt x="1456" y="68201"/>
                      <a:pt x="-7688" y="32292"/>
                      <a:pt x="6314" y="13052"/>
                    </a:cubicBezTo>
                    <a:cubicBezTo>
                      <a:pt x="12886" y="4003"/>
                      <a:pt x="24506" y="-1331"/>
                      <a:pt x="41080" y="288"/>
                    </a:cubicBezTo>
                    <a:cubicBezTo>
                      <a:pt x="70798" y="3146"/>
                      <a:pt x="104040" y="25148"/>
                      <a:pt x="135473" y="24005"/>
                    </a:cubicBezTo>
                    <a:cubicBezTo>
                      <a:pt x="141664" y="23815"/>
                      <a:pt x="147760" y="22672"/>
                      <a:pt x="153761" y="20291"/>
                    </a:cubicBezTo>
                    <a:cubicBezTo>
                      <a:pt x="147569" y="27720"/>
                      <a:pt x="140045" y="34007"/>
                      <a:pt x="131663" y="38864"/>
                    </a:cubicBezTo>
                    <a:cubicBezTo>
                      <a:pt x="140235" y="39245"/>
                      <a:pt x="148808" y="37817"/>
                      <a:pt x="156809" y="34769"/>
                    </a:cubicBezTo>
                    <a:close/>
                  </a:path>
                </a:pathLst>
              </a:custGeom>
              <a:solidFill>
                <a:schemeClr val="bg1">
                  <a:lumMod val="85000"/>
                </a:schemeClr>
              </a:solidFill>
              <a:ln w="0" cap="flat">
                <a:noFill/>
                <a:prstDash val="solid"/>
                <a:miter/>
              </a:ln>
            </p:spPr>
            <p:txBody>
              <a:bodyPr rtlCol="0" anchor="ctr"/>
              <a:lstStyle/>
              <a:p>
                <a:endParaRPr lang="en-IN"/>
              </a:p>
            </p:txBody>
          </p:sp>
          <p:sp>
            <p:nvSpPr>
              <p:cNvPr id="1449" name="Freeform: Shape 1448">
                <a:extLst>
                  <a:ext uri="{FF2B5EF4-FFF2-40B4-BE49-F238E27FC236}">
                    <a16:creationId xmlns:a16="http://schemas.microsoft.com/office/drawing/2014/main" id="{A2603F80-4002-6BB8-3CAC-796171A045F4}"/>
                  </a:ext>
                </a:extLst>
              </p:cNvPr>
              <p:cNvSpPr/>
              <p:nvPr/>
            </p:nvSpPr>
            <p:spPr>
              <a:xfrm>
                <a:off x="7703770" y="1367416"/>
                <a:ext cx="316258" cy="170110"/>
              </a:xfrm>
              <a:custGeom>
                <a:avLst/>
                <a:gdLst>
                  <a:gd name="connsiteX0" fmla="*/ 277492 w 316258"/>
                  <a:gd name="connsiteY0" fmla="*/ 93536 h 170110"/>
                  <a:gd name="connsiteX1" fmla="*/ 290827 w 316258"/>
                  <a:gd name="connsiteY1" fmla="*/ 89249 h 170110"/>
                  <a:gd name="connsiteX2" fmla="*/ 219294 w 316258"/>
                  <a:gd name="connsiteY2" fmla="*/ 156020 h 170110"/>
                  <a:gd name="connsiteX3" fmla="*/ 218532 w 316258"/>
                  <a:gd name="connsiteY3" fmla="*/ 156305 h 170110"/>
                  <a:gd name="connsiteX4" fmla="*/ 17841 w 316258"/>
                  <a:gd name="connsiteY4" fmla="*/ 114872 h 170110"/>
                  <a:gd name="connsiteX5" fmla="*/ 11649 w 316258"/>
                  <a:gd name="connsiteY5" fmla="*/ 88297 h 170110"/>
                  <a:gd name="connsiteX6" fmla="*/ 7458 w 316258"/>
                  <a:gd name="connsiteY6" fmla="*/ 103727 h 170110"/>
                  <a:gd name="connsiteX7" fmla="*/ 219 w 316258"/>
                  <a:gd name="connsiteY7" fmla="*/ 52197 h 170110"/>
                  <a:gd name="connsiteX8" fmla="*/ 13078 w 316258"/>
                  <a:gd name="connsiteY8" fmla="*/ 5715 h 170110"/>
                  <a:gd name="connsiteX9" fmla="*/ 16602 w 316258"/>
                  <a:gd name="connsiteY9" fmla="*/ 667 h 170110"/>
                  <a:gd name="connsiteX10" fmla="*/ 16793 w 316258"/>
                  <a:gd name="connsiteY10" fmla="*/ 60770 h 170110"/>
                  <a:gd name="connsiteX11" fmla="*/ 22603 w 316258"/>
                  <a:gd name="connsiteY11" fmla="*/ 45815 h 170110"/>
                  <a:gd name="connsiteX12" fmla="*/ 43844 w 316258"/>
                  <a:gd name="connsiteY12" fmla="*/ 137255 h 170110"/>
                  <a:gd name="connsiteX13" fmla="*/ 43463 w 316258"/>
                  <a:gd name="connsiteY13" fmla="*/ 115729 h 170110"/>
                  <a:gd name="connsiteX14" fmla="*/ 95946 w 316258"/>
                  <a:gd name="connsiteY14" fmla="*/ 145542 h 170110"/>
                  <a:gd name="connsiteX15" fmla="*/ 93850 w 316258"/>
                  <a:gd name="connsiteY15" fmla="*/ 138398 h 170110"/>
                  <a:gd name="connsiteX16" fmla="*/ 129188 w 316258"/>
                  <a:gd name="connsiteY16" fmla="*/ 153162 h 170110"/>
                  <a:gd name="connsiteX17" fmla="*/ 141951 w 316258"/>
                  <a:gd name="connsiteY17" fmla="*/ 153448 h 170110"/>
                  <a:gd name="connsiteX18" fmla="*/ 148905 w 316258"/>
                  <a:gd name="connsiteY18" fmla="*/ 140494 h 170110"/>
                  <a:gd name="connsiteX19" fmla="*/ 175956 w 316258"/>
                  <a:gd name="connsiteY19" fmla="*/ 151257 h 170110"/>
                  <a:gd name="connsiteX20" fmla="*/ 195958 w 316258"/>
                  <a:gd name="connsiteY20" fmla="*/ 130588 h 170110"/>
                  <a:gd name="connsiteX21" fmla="*/ 209198 w 316258"/>
                  <a:gd name="connsiteY21" fmla="*/ 142208 h 170110"/>
                  <a:gd name="connsiteX22" fmla="*/ 216437 w 316258"/>
                  <a:gd name="connsiteY22" fmla="*/ 142208 h 170110"/>
                  <a:gd name="connsiteX23" fmla="*/ 230629 w 316258"/>
                  <a:gd name="connsiteY23" fmla="*/ 135255 h 170110"/>
                  <a:gd name="connsiteX24" fmla="*/ 245012 w 316258"/>
                  <a:gd name="connsiteY24" fmla="*/ 117062 h 170110"/>
                  <a:gd name="connsiteX25" fmla="*/ 230248 w 316258"/>
                  <a:gd name="connsiteY25" fmla="*/ 124206 h 170110"/>
                  <a:gd name="connsiteX26" fmla="*/ 253203 w 316258"/>
                  <a:gd name="connsiteY26" fmla="*/ 96964 h 170110"/>
                  <a:gd name="connsiteX27" fmla="*/ 235106 w 316258"/>
                  <a:gd name="connsiteY27" fmla="*/ 104013 h 170110"/>
                  <a:gd name="connsiteX28" fmla="*/ 283683 w 316258"/>
                  <a:gd name="connsiteY28" fmla="*/ 43910 h 170110"/>
                  <a:gd name="connsiteX29" fmla="*/ 253775 w 316258"/>
                  <a:gd name="connsiteY29" fmla="*/ 44672 h 170110"/>
                  <a:gd name="connsiteX30" fmla="*/ 281397 w 316258"/>
                  <a:gd name="connsiteY30" fmla="*/ 26956 h 170110"/>
                  <a:gd name="connsiteX31" fmla="*/ 249679 w 316258"/>
                  <a:gd name="connsiteY31" fmla="*/ 21717 h 170110"/>
                  <a:gd name="connsiteX32" fmla="*/ 238059 w 316258"/>
                  <a:gd name="connsiteY32" fmla="*/ 12668 h 170110"/>
                  <a:gd name="connsiteX33" fmla="*/ 238249 w 316258"/>
                  <a:gd name="connsiteY33" fmla="*/ 12668 h 170110"/>
                  <a:gd name="connsiteX34" fmla="*/ 262252 w 316258"/>
                  <a:gd name="connsiteY34" fmla="*/ 18478 h 170110"/>
                  <a:gd name="connsiteX35" fmla="*/ 316259 w 316258"/>
                  <a:gd name="connsiteY35" fmla="*/ 0 h 170110"/>
                  <a:gd name="connsiteX36" fmla="*/ 297971 w 316258"/>
                  <a:gd name="connsiteY36" fmla="*/ 49625 h 170110"/>
                  <a:gd name="connsiteX37" fmla="*/ 309782 w 316258"/>
                  <a:gd name="connsiteY37" fmla="*/ 43053 h 170110"/>
                  <a:gd name="connsiteX38" fmla="*/ 277492 w 316258"/>
                  <a:gd name="connsiteY38" fmla="*/ 93250 h 170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6258" h="170110">
                    <a:moveTo>
                      <a:pt x="277492" y="93536"/>
                    </a:moveTo>
                    <a:cubicBezTo>
                      <a:pt x="281969" y="92107"/>
                      <a:pt x="286350" y="90678"/>
                      <a:pt x="290827" y="89249"/>
                    </a:cubicBezTo>
                    <a:cubicBezTo>
                      <a:pt x="276063" y="114872"/>
                      <a:pt x="254442" y="139922"/>
                      <a:pt x="219294" y="156020"/>
                    </a:cubicBezTo>
                    <a:cubicBezTo>
                      <a:pt x="219009" y="156115"/>
                      <a:pt x="218818" y="156210"/>
                      <a:pt x="218532" y="156305"/>
                    </a:cubicBezTo>
                    <a:cubicBezTo>
                      <a:pt x="157668" y="186023"/>
                      <a:pt x="40224" y="165735"/>
                      <a:pt x="17841" y="114872"/>
                    </a:cubicBezTo>
                    <a:cubicBezTo>
                      <a:pt x="11173" y="99632"/>
                      <a:pt x="11649" y="88297"/>
                      <a:pt x="11649" y="88297"/>
                    </a:cubicBezTo>
                    <a:cubicBezTo>
                      <a:pt x="7077" y="93155"/>
                      <a:pt x="9363" y="108109"/>
                      <a:pt x="7458" y="103727"/>
                    </a:cubicBezTo>
                    <a:cubicBezTo>
                      <a:pt x="410" y="88106"/>
                      <a:pt x="-543" y="70675"/>
                      <a:pt x="219" y="52197"/>
                    </a:cubicBezTo>
                    <a:cubicBezTo>
                      <a:pt x="886" y="36576"/>
                      <a:pt x="5172" y="20288"/>
                      <a:pt x="13078" y="5715"/>
                    </a:cubicBezTo>
                    <a:cubicBezTo>
                      <a:pt x="14316" y="4001"/>
                      <a:pt x="15459" y="2381"/>
                      <a:pt x="16602" y="667"/>
                    </a:cubicBezTo>
                    <a:cubicBezTo>
                      <a:pt x="10316" y="20098"/>
                      <a:pt x="10411" y="41434"/>
                      <a:pt x="16793" y="60770"/>
                    </a:cubicBezTo>
                    <a:cubicBezTo>
                      <a:pt x="18698" y="55816"/>
                      <a:pt x="20698" y="50768"/>
                      <a:pt x="22603" y="45815"/>
                    </a:cubicBezTo>
                    <a:cubicBezTo>
                      <a:pt x="17460" y="77534"/>
                      <a:pt x="25270" y="111061"/>
                      <a:pt x="43844" y="137255"/>
                    </a:cubicBezTo>
                    <a:cubicBezTo>
                      <a:pt x="43749" y="130111"/>
                      <a:pt x="43558" y="122873"/>
                      <a:pt x="43463" y="115729"/>
                    </a:cubicBezTo>
                    <a:cubicBezTo>
                      <a:pt x="56417" y="131731"/>
                      <a:pt x="75562" y="142685"/>
                      <a:pt x="95946" y="145542"/>
                    </a:cubicBezTo>
                    <a:cubicBezTo>
                      <a:pt x="95279" y="143161"/>
                      <a:pt x="94517" y="140780"/>
                      <a:pt x="93850" y="138398"/>
                    </a:cubicBezTo>
                    <a:cubicBezTo>
                      <a:pt x="104423" y="145733"/>
                      <a:pt x="116901" y="149447"/>
                      <a:pt x="129188" y="153162"/>
                    </a:cubicBezTo>
                    <a:cubicBezTo>
                      <a:pt x="133379" y="154400"/>
                      <a:pt x="138141" y="155543"/>
                      <a:pt x="141951" y="153448"/>
                    </a:cubicBezTo>
                    <a:cubicBezTo>
                      <a:pt x="144999" y="151638"/>
                      <a:pt x="151095" y="142780"/>
                      <a:pt x="148905" y="140494"/>
                    </a:cubicBezTo>
                    <a:cubicBezTo>
                      <a:pt x="159001" y="145447"/>
                      <a:pt x="164907" y="153353"/>
                      <a:pt x="175956" y="151257"/>
                    </a:cubicBezTo>
                    <a:cubicBezTo>
                      <a:pt x="186147" y="149447"/>
                      <a:pt x="195577" y="140494"/>
                      <a:pt x="195958" y="130588"/>
                    </a:cubicBezTo>
                    <a:cubicBezTo>
                      <a:pt x="197577" y="136398"/>
                      <a:pt x="203102" y="141065"/>
                      <a:pt x="209198" y="142208"/>
                    </a:cubicBezTo>
                    <a:cubicBezTo>
                      <a:pt x="211579" y="142685"/>
                      <a:pt x="214056" y="142589"/>
                      <a:pt x="216437" y="142208"/>
                    </a:cubicBezTo>
                    <a:cubicBezTo>
                      <a:pt x="221580" y="141351"/>
                      <a:pt x="226629" y="138684"/>
                      <a:pt x="230629" y="135255"/>
                    </a:cubicBezTo>
                    <a:cubicBezTo>
                      <a:pt x="236535" y="130207"/>
                      <a:pt x="240821" y="123635"/>
                      <a:pt x="245012" y="117062"/>
                    </a:cubicBezTo>
                    <a:cubicBezTo>
                      <a:pt x="240249" y="119253"/>
                      <a:pt x="235011" y="122015"/>
                      <a:pt x="230248" y="124206"/>
                    </a:cubicBezTo>
                    <a:cubicBezTo>
                      <a:pt x="240154" y="117443"/>
                      <a:pt x="248155" y="107918"/>
                      <a:pt x="253203" y="96964"/>
                    </a:cubicBezTo>
                    <a:cubicBezTo>
                      <a:pt x="247203" y="99346"/>
                      <a:pt x="241107" y="101632"/>
                      <a:pt x="235106" y="104013"/>
                    </a:cubicBezTo>
                    <a:cubicBezTo>
                      <a:pt x="252822" y="86106"/>
                      <a:pt x="276159" y="67913"/>
                      <a:pt x="283683" y="43910"/>
                    </a:cubicBezTo>
                    <a:cubicBezTo>
                      <a:pt x="277873" y="47911"/>
                      <a:pt x="260728" y="45625"/>
                      <a:pt x="253775" y="44672"/>
                    </a:cubicBezTo>
                    <a:cubicBezTo>
                      <a:pt x="262919" y="38767"/>
                      <a:pt x="272158" y="32861"/>
                      <a:pt x="281397" y="26956"/>
                    </a:cubicBezTo>
                    <a:cubicBezTo>
                      <a:pt x="270634" y="26765"/>
                      <a:pt x="259490" y="26289"/>
                      <a:pt x="249679" y="21717"/>
                    </a:cubicBezTo>
                    <a:cubicBezTo>
                      <a:pt x="245202" y="19622"/>
                      <a:pt x="241107" y="16478"/>
                      <a:pt x="238059" y="12668"/>
                    </a:cubicBezTo>
                    <a:cubicBezTo>
                      <a:pt x="238059" y="12668"/>
                      <a:pt x="238154" y="12668"/>
                      <a:pt x="238249" y="12668"/>
                    </a:cubicBezTo>
                    <a:cubicBezTo>
                      <a:pt x="247393" y="15240"/>
                      <a:pt x="255204" y="17145"/>
                      <a:pt x="262252" y="18478"/>
                    </a:cubicBezTo>
                    <a:cubicBezTo>
                      <a:pt x="277492" y="19622"/>
                      <a:pt x="294828" y="15430"/>
                      <a:pt x="316259" y="0"/>
                    </a:cubicBezTo>
                    <a:cubicBezTo>
                      <a:pt x="313973" y="17621"/>
                      <a:pt x="307686" y="34766"/>
                      <a:pt x="297971" y="49625"/>
                    </a:cubicBezTo>
                    <a:cubicBezTo>
                      <a:pt x="301876" y="47435"/>
                      <a:pt x="305781" y="45244"/>
                      <a:pt x="309782" y="43053"/>
                    </a:cubicBezTo>
                    <a:cubicBezTo>
                      <a:pt x="304543" y="62579"/>
                      <a:pt x="293113" y="80391"/>
                      <a:pt x="277492" y="93250"/>
                    </a:cubicBezTo>
                    <a:close/>
                  </a:path>
                </a:pathLst>
              </a:custGeom>
              <a:solidFill>
                <a:schemeClr val="bg1">
                  <a:lumMod val="85000"/>
                </a:schemeClr>
              </a:solidFill>
              <a:ln w="0" cap="flat">
                <a:noFill/>
                <a:prstDash val="solid"/>
                <a:miter/>
              </a:ln>
            </p:spPr>
            <p:txBody>
              <a:bodyPr rtlCol="0" anchor="ctr"/>
              <a:lstStyle/>
              <a:p>
                <a:endParaRPr lang="en-IN"/>
              </a:p>
            </p:txBody>
          </p:sp>
          <p:sp>
            <p:nvSpPr>
              <p:cNvPr id="1450" name="Freeform: Shape 1449">
                <a:extLst>
                  <a:ext uri="{FF2B5EF4-FFF2-40B4-BE49-F238E27FC236}">
                    <a16:creationId xmlns:a16="http://schemas.microsoft.com/office/drawing/2014/main" id="{DF24E8F4-AF82-EAC4-A07F-908F9E848870}"/>
                  </a:ext>
                </a:extLst>
              </p:cNvPr>
              <p:cNvSpPr/>
              <p:nvPr/>
            </p:nvSpPr>
            <p:spPr>
              <a:xfrm>
                <a:off x="7848280" y="1528674"/>
                <a:ext cx="50800" cy="97765"/>
              </a:xfrm>
              <a:custGeom>
                <a:avLst/>
                <a:gdLst>
                  <a:gd name="connsiteX0" fmla="*/ 32780 w 50800"/>
                  <a:gd name="connsiteY0" fmla="*/ 74105 h 97765"/>
                  <a:gd name="connsiteX1" fmla="*/ 22397 w 50800"/>
                  <a:gd name="connsiteY1" fmla="*/ 97727 h 97765"/>
                  <a:gd name="connsiteX2" fmla="*/ 25255 w 50800"/>
                  <a:gd name="connsiteY2" fmla="*/ 77724 h 97765"/>
                  <a:gd name="connsiteX3" fmla="*/ 5157 w 50800"/>
                  <a:gd name="connsiteY3" fmla="*/ 95631 h 97765"/>
                  <a:gd name="connsiteX4" fmla="*/ 18397 w 50800"/>
                  <a:gd name="connsiteY4" fmla="*/ 74581 h 97765"/>
                  <a:gd name="connsiteX5" fmla="*/ 871 w 50800"/>
                  <a:gd name="connsiteY5" fmla="*/ 82010 h 97765"/>
                  <a:gd name="connsiteX6" fmla="*/ 28493 w 50800"/>
                  <a:gd name="connsiteY6" fmla="*/ 64770 h 97765"/>
                  <a:gd name="connsiteX7" fmla="*/ 27065 w 50800"/>
                  <a:gd name="connsiteY7" fmla="*/ 11144 h 97765"/>
                  <a:gd name="connsiteX8" fmla="*/ 39828 w 50800"/>
                  <a:gd name="connsiteY8" fmla="*/ 0 h 97765"/>
                  <a:gd name="connsiteX9" fmla="*/ 39161 w 50800"/>
                  <a:gd name="connsiteY9" fmla="*/ 45244 h 97765"/>
                  <a:gd name="connsiteX10" fmla="*/ 35447 w 50800"/>
                  <a:gd name="connsiteY10" fmla="*/ 65627 h 97765"/>
                  <a:gd name="connsiteX11" fmla="*/ 50115 w 50800"/>
                  <a:gd name="connsiteY11" fmla="*/ 75533 h 97765"/>
                  <a:gd name="connsiteX12" fmla="*/ 32875 w 50800"/>
                  <a:gd name="connsiteY12" fmla="*/ 74105 h 97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800" h="97765">
                    <a:moveTo>
                      <a:pt x="32780" y="74105"/>
                    </a:moveTo>
                    <a:cubicBezTo>
                      <a:pt x="31541" y="77534"/>
                      <a:pt x="24874" y="97155"/>
                      <a:pt x="22397" y="97727"/>
                    </a:cubicBezTo>
                    <a:cubicBezTo>
                      <a:pt x="17825" y="98774"/>
                      <a:pt x="25160" y="78295"/>
                      <a:pt x="25255" y="77724"/>
                    </a:cubicBezTo>
                    <a:cubicBezTo>
                      <a:pt x="24779" y="78295"/>
                      <a:pt x="9062" y="98774"/>
                      <a:pt x="5157" y="95631"/>
                    </a:cubicBezTo>
                    <a:cubicBezTo>
                      <a:pt x="3538" y="94393"/>
                      <a:pt x="18397" y="74581"/>
                      <a:pt x="18397" y="74581"/>
                    </a:cubicBezTo>
                    <a:cubicBezTo>
                      <a:pt x="13634" y="76200"/>
                      <a:pt x="2014" y="82963"/>
                      <a:pt x="871" y="82010"/>
                    </a:cubicBezTo>
                    <a:cubicBezTo>
                      <a:pt x="-5511" y="76581"/>
                      <a:pt x="25160" y="67628"/>
                      <a:pt x="28493" y="64770"/>
                    </a:cubicBezTo>
                    <a:cubicBezTo>
                      <a:pt x="31732" y="61913"/>
                      <a:pt x="27065" y="11144"/>
                      <a:pt x="27065" y="11144"/>
                    </a:cubicBezTo>
                    <a:lnTo>
                      <a:pt x="39828" y="0"/>
                    </a:lnTo>
                    <a:cubicBezTo>
                      <a:pt x="39828" y="0"/>
                      <a:pt x="40114" y="34004"/>
                      <a:pt x="39161" y="45244"/>
                    </a:cubicBezTo>
                    <a:cubicBezTo>
                      <a:pt x="38590" y="51244"/>
                      <a:pt x="36875" y="59341"/>
                      <a:pt x="35447" y="65627"/>
                    </a:cubicBezTo>
                    <a:cubicBezTo>
                      <a:pt x="37447" y="67818"/>
                      <a:pt x="48591" y="72009"/>
                      <a:pt x="50115" y="75533"/>
                    </a:cubicBezTo>
                    <a:cubicBezTo>
                      <a:pt x="54401" y="85439"/>
                      <a:pt x="37352" y="71438"/>
                      <a:pt x="32875" y="74105"/>
                    </a:cubicBezTo>
                    <a:close/>
                  </a:path>
                </a:pathLst>
              </a:custGeom>
              <a:solidFill>
                <a:schemeClr val="tx1"/>
              </a:solidFill>
              <a:ln w="0" cap="flat">
                <a:noFill/>
                <a:prstDash val="solid"/>
                <a:miter/>
              </a:ln>
            </p:spPr>
            <p:txBody>
              <a:bodyPr rtlCol="0" anchor="ctr"/>
              <a:lstStyle/>
              <a:p>
                <a:endParaRPr lang="en-IN"/>
              </a:p>
            </p:txBody>
          </p:sp>
          <p:sp>
            <p:nvSpPr>
              <p:cNvPr id="1451" name="Freeform: Shape 1450">
                <a:extLst>
                  <a:ext uri="{FF2B5EF4-FFF2-40B4-BE49-F238E27FC236}">
                    <a16:creationId xmlns:a16="http://schemas.microsoft.com/office/drawing/2014/main" id="{BCC1DBC7-3DB3-8CE3-4A06-92ACDE4AFE9D}"/>
                  </a:ext>
                </a:extLst>
              </p:cNvPr>
              <p:cNvSpPr/>
              <p:nvPr/>
            </p:nvSpPr>
            <p:spPr>
              <a:xfrm>
                <a:off x="7876202" y="1551153"/>
                <a:ext cx="12096" cy="15811"/>
              </a:xfrm>
              <a:custGeom>
                <a:avLst/>
                <a:gdLst>
                  <a:gd name="connsiteX0" fmla="*/ 0 w 12096"/>
                  <a:gd name="connsiteY0" fmla="*/ 1429 h 15811"/>
                  <a:gd name="connsiteX1" fmla="*/ 12097 w 12096"/>
                  <a:gd name="connsiteY1" fmla="*/ 0 h 15811"/>
                  <a:gd name="connsiteX2" fmla="*/ 11906 w 12096"/>
                  <a:gd name="connsiteY2" fmla="*/ 5048 h 15811"/>
                  <a:gd name="connsiteX3" fmla="*/ 11621 w 12096"/>
                  <a:gd name="connsiteY3" fmla="*/ 15811 h 15811"/>
                  <a:gd name="connsiteX4" fmla="*/ 572 w 12096"/>
                  <a:gd name="connsiteY4" fmla="*/ 8096 h 15811"/>
                  <a:gd name="connsiteX5" fmla="*/ 0 w 12096"/>
                  <a:gd name="connsiteY5" fmla="*/ 1429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6" h="15811">
                    <a:moveTo>
                      <a:pt x="0" y="1429"/>
                    </a:moveTo>
                    <a:lnTo>
                      <a:pt x="12097" y="0"/>
                    </a:lnTo>
                    <a:lnTo>
                      <a:pt x="11906" y="5048"/>
                    </a:lnTo>
                    <a:lnTo>
                      <a:pt x="11621" y="15811"/>
                    </a:lnTo>
                    <a:cubicBezTo>
                      <a:pt x="11621" y="15811"/>
                      <a:pt x="10192" y="7239"/>
                      <a:pt x="572" y="8096"/>
                    </a:cubicBezTo>
                    <a:lnTo>
                      <a:pt x="0" y="1429"/>
                    </a:lnTo>
                    <a:close/>
                  </a:path>
                </a:pathLst>
              </a:custGeom>
              <a:solidFill>
                <a:srgbClr val="E6D3BA"/>
              </a:solidFill>
              <a:ln w="0" cap="flat">
                <a:noFill/>
                <a:prstDash val="solid"/>
                <a:miter/>
              </a:ln>
            </p:spPr>
            <p:txBody>
              <a:bodyPr rtlCol="0" anchor="ctr"/>
              <a:lstStyle/>
              <a:p>
                <a:endParaRPr lang="en-IN"/>
              </a:p>
            </p:txBody>
          </p:sp>
          <p:sp>
            <p:nvSpPr>
              <p:cNvPr id="1452" name="Freeform: Shape 1451">
                <a:extLst>
                  <a:ext uri="{FF2B5EF4-FFF2-40B4-BE49-F238E27FC236}">
                    <a16:creationId xmlns:a16="http://schemas.microsoft.com/office/drawing/2014/main" id="{C157EA12-77A3-ABB5-2EDC-607F5A39CBCA}"/>
                  </a:ext>
                </a:extLst>
              </p:cNvPr>
              <p:cNvSpPr/>
              <p:nvPr/>
            </p:nvSpPr>
            <p:spPr>
              <a:xfrm>
                <a:off x="7852740" y="1496384"/>
                <a:ext cx="49940" cy="61400"/>
              </a:xfrm>
              <a:custGeom>
                <a:avLst/>
                <a:gdLst>
                  <a:gd name="connsiteX0" fmla="*/ 1174 w 49940"/>
                  <a:gd name="connsiteY0" fmla="*/ 9620 h 61400"/>
                  <a:gd name="connsiteX1" fmla="*/ 46227 w 49940"/>
                  <a:gd name="connsiteY1" fmla="*/ 0 h 61400"/>
                  <a:gd name="connsiteX2" fmla="*/ 36702 w 49940"/>
                  <a:gd name="connsiteY2" fmla="*/ 59245 h 61400"/>
                  <a:gd name="connsiteX3" fmla="*/ 16128 w 49940"/>
                  <a:gd name="connsiteY3" fmla="*/ 60769 h 61400"/>
                  <a:gd name="connsiteX4" fmla="*/ 1078 w 49940"/>
                  <a:gd name="connsiteY4" fmla="*/ 9525 h 61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40" h="61400">
                    <a:moveTo>
                      <a:pt x="1174" y="9620"/>
                    </a:moveTo>
                    <a:lnTo>
                      <a:pt x="46227" y="0"/>
                    </a:lnTo>
                    <a:cubicBezTo>
                      <a:pt x="46227" y="0"/>
                      <a:pt x="59181" y="55245"/>
                      <a:pt x="36702" y="59245"/>
                    </a:cubicBezTo>
                    <a:cubicBezTo>
                      <a:pt x="22795" y="61722"/>
                      <a:pt x="18128" y="61817"/>
                      <a:pt x="16128" y="60769"/>
                    </a:cubicBezTo>
                    <a:cubicBezTo>
                      <a:pt x="14128" y="59817"/>
                      <a:pt x="-4637" y="30290"/>
                      <a:pt x="1078" y="9525"/>
                    </a:cubicBezTo>
                    <a:close/>
                  </a:path>
                </a:pathLst>
              </a:custGeom>
              <a:solidFill>
                <a:schemeClr val="bg1">
                  <a:lumMod val="85000"/>
                </a:schemeClr>
              </a:solidFill>
              <a:ln w="0" cap="flat">
                <a:noFill/>
                <a:prstDash val="solid"/>
                <a:miter/>
              </a:ln>
            </p:spPr>
            <p:txBody>
              <a:bodyPr rtlCol="0" anchor="ctr"/>
              <a:lstStyle/>
              <a:p>
                <a:endParaRPr lang="en-IN"/>
              </a:p>
            </p:txBody>
          </p:sp>
          <p:sp>
            <p:nvSpPr>
              <p:cNvPr id="1453" name="Freeform: Shape 1452">
                <a:extLst>
                  <a:ext uri="{FF2B5EF4-FFF2-40B4-BE49-F238E27FC236}">
                    <a16:creationId xmlns:a16="http://schemas.microsoft.com/office/drawing/2014/main" id="{93B37C2F-187C-075B-EE00-5A21FFD50C5B}"/>
                  </a:ext>
                </a:extLst>
              </p:cNvPr>
              <p:cNvSpPr/>
              <p:nvPr/>
            </p:nvSpPr>
            <p:spPr>
              <a:xfrm>
                <a:off x="7790479" y="1376942"/>
                <a:ext cx="129347" cy="68007"/>
              </a:xfrm>
              <a:custGeom>
                <a:avLst/>
                <a:gdLst>
                  <a:gd name="connsiteX0" fmla="*/ 76674 w 129347"/>
                  <a:gd name="connsiteY0" fmla="*/ 44957 h 68007"/>
                  <a:gd name="connsiteX1" fmla="*/ 93343 w 129347"/>
                  <a:gd name="connsiteY1" fmla="*/ 54958 h 68007"/>
                  <a:gd name="connsiteX2" fmla="*/ 36574 w 129347"/>
                  <a:gd name="connsiteY2" fmla="*/ 48386 h 68007"/>
                  <a:gd name="connsiteX3" fmla="*/ 38955 w 129347"/>
                  <a:gd name="connsiteY3" fmla="*/ 68007 h 68007"/>
                  <a:gd name="connsiteX4" fmla="*/ 11237 w 129347"/>
                  <a:gd name="connsiteY4" fmla="*/ 35432 h 68007"/>
                  <a:gd name="connsiteX5" fmla="*/ 11618 w 129347"/>
                  <a:gd name="connsiteY5" fmla="*/ 54672 h 68007"/>
                  <a:gd name="connsiteX6" fmla="*/ 188 w 129347"/>
                  <a:gd name="connsiteY6" fmla="*/ 13143 h 68007"/>
                  <a:gd name="connsiteX7" fmla="*/ 188 w 129347"/>
                  <a:gd name="connsiteY7" fmla="*/ 13143 h 68007"/>
                  <a:gd name="connsiteX8" fmla="*/ 34954 w 129347"/>
                  <a:gd name="connsiteY8" fmla="*/ 284 h 68007"/>
                  <a:gd name="connsiteX9" fmla="*/ 129347 w 129347"/>
                  <a:gd name="connsiteY9" fmla="*/ 24002 h 68007"/>
                  <a:gd name="connsiteX10" fmla="*/ 76674 w 129347"/>
                  <a:gd name="connsiteY10" fmla="*/ 44861 h 68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347" h="68007">
                    <a:moveTo>
                      <a:pt x="76674" y="44957"/>
                    </a:moveTo>
                    <a:cubicBezTo>
                      <a:pt x="83151" y="46385"/>
                      <a:pt x="77912" y="51624"/>
                      <a:pt x="93343" y="54958"/>
                    </a:cubicBezTo>
                    <a:cubicBezTo>
                      <a:pt x="74578" y="60387"/>
                      <a:pt x="53623" y="58006"/>
                      <a:pt x="36574" y="48386"/>
                    </a:cubicBezTo>
                    <a:cubicBezTo>
                      <a:pt x="37336" y="54958"/>
                      <a:pt x="38193" y="61435"/>
                      <a:pt x="38955" y="68007"/>
                    </a:cubicBezTo>
                    <a:cubicBezTo>
                      <a:pt x="26858" y="60101"/>
                      <a:pt x="17143" y="48671"/>
                      <a:pt x="11237" y="35432"/>
                    </a:cubicBezTo>
                    <a:cubicBezTo>
                      <a:pt x="11428" y="41813"/>
                      <a:pt x="11523" y="48195"/>
                      <a:pt x="11618" y="54672"/>
                    </a:cubicBezTo>
                    <a:cubicBezTo>
                      <a:pt x="3141" y="42766"/>
                      <a:pt x="-955" y="27716"/>
                      <a:pt x="188" y="13143"/>
                    </a:cubicBezTo>
                    <a:lnTo>
                      <a:pt x="188" y="13143"/>
                    </a:lnTo>
                    <a:cubicBezTo>
                      <a:pt x="6760" y="4094"/>
                      <a:pt x="18381" y="-1335"/>
                      <a:pt x="34954" y="284"/>
                    </a:cubicBezTo>
                    <a:cubicBezTo>
                      <a:pt x="64672" y="3142"/>
                      <a:pt x="97915" y="25145"/>
                      <a:pt x="129347" y="24002"/>
                    </a:cubicBezTo>
                    <a:cubicBezTo>
                      <a:pt x="117155" y="39527"/>
                      <a:pt x="96200" y="48005"/>
                      <a:pt x="76674" y="44861"/>
                    </a:cubicBezTo>
                    <a:close/>
                  </a:path>
                </a:pathLst>
              </a:custGeom>
              <a:solidFill>
                <a:schemeClr val="bg1">
                  <a:lumMod val="75000"/>
                </a:schemeClr>
              </a:solidFill>
              <a:ln w="0" cap="flat">
                <a:noFill/>
                <a:prstDash val="solid"/>
                <a:miter/>
              </a:ln>
            </p:spPr>
            <p:txBody>
              <a:bodyPr rtlCol="0" anchor="ctr"/>
              <a:lstStyle/>
              <a:p>
                <a:endParaRPr lang="en-IN"/>
              </a:p>
            </p:txBody>
          </p:sp>
        </p:grpSp>
        <p:sp>
          <p:nvSpPr>
            <p:cNvPr id="1533" name="Freeform: Shape 1532">
              <a:extLst>
                <a:ext uri="{FF2B5EF4-FFF2-40B4-BE49-F238E27FC236}">
                  <a16:creationId xmlns:a16="http://schemas.microsoft.com/office/drawing/2014/main" id="{CDBFE6AC-89EC-71F8-0881-21FF471D4294}"/>
                </a:ext>
              </a:extLst>
            </p:cNvPr>
            <p:cNvSpPr/>
            <p:nvPr/>
          </p:nvSpPr>
          <p:spPr>
            <a:xfrm>
              <a:off x="5843183" y="5854640"/>
              <a:ext cx="884926" cy="115026"/>
            </a:xfrm>
            <a:custGeom>
              <a:avLst/>
              <a:gdLst>
                <a:gd name="connsiteX0" fmla="*/ 0 w 444245"/>
                <a:gd name="connsiteY0" fmla="*/ 51149 h 102298"/>
                <a:gd name="connsiteX1" fmla="*/ 222123 w 444245"/>
                <a:gd name="connsiteY1" fmla="*/ 102298 h 102298"/>
                <a:gd name="connsiteX2" fmla="*/ 444246 w 444245"/>
                <a:gd name="connsiteY2" fmla="*/ 51149 h 102298"/>
                <a:gd name="connsiteX3" fmla="*/ 222123 w 444245"/>
                <a:gd name="connsiteY3" fmla="*/ 0 h 102298"/>
                <a:gd name="connsiteX4" fmla="*/ 0 w 444245"/>
                <a:gd name="connsiteY4" fmla="*/ 51149 h 10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245" h="102298">
                  <a:moveTo>
                    <a:pt x="0" y="51149"/>
                  </a:moveTo>
                  <a:cubicBezTo>
                    <a:pt x="0" y="79438"/>
                    <a:pt x="99441" y="102298"/>
                    <a:pt x="222123" y="102298"/>
                  </a:cubicBezTo>
                  <a:cubicBezTo>
                    <a:pt x="344805" y="102298"/>
                    <a:pt x="444246" y="79438"/>
                    <a:pt x="444246" y="51149"/>
                  </a:cubicBezTo>
                  <a:cubicBezTo>
                    <a:pt x="444246" y="22860"/>
                    <a:pt x="344805" y="0"/>
                    <a:pt x="222123" y="0"/>
                  </a:cubicBezTo>
                  <a:cubicBezTo>
                    <a:pt x="99441" y="0"/>
                    <a:pt x="0" y="22860"/>
                    <a:pt x="0" y="51149"/>
                  </a:cubicBezTo>
                  <a:close/>
                </a:path>
              </a:pathLst>
            </a:custGeom>
            <a:solidFill>
              <a:schemeClr val="tx1">
                <a:alpha val="10000"/>
              </a:schemeClr>
            </a:solidFill>
            <a:ln w="0" cap="flat">
              <a:noFill/>
              <a:prstDash val="solid"/>
              <a:miter/>
            </a:ln>
          </p:spPr>
          <p:txBody>
            <a:bodyPr rtlCol="0" anchor="ctr"/>
            <a:lstStyle/>
            <a:p>
              <a:endParaRPr lang="en-IN"/>
            </a:p>
          </p:txBody>
        </p:sp>
        <p:grpSp>
          <p:nvGrpSpPr>
            <p:cNvPr id="1394" name="Group 1393">
              <a:extLst>
                <a:ext uri="{FF2B5EF4-FFF2-40B4-BE49-F238E27FC236}">
                  <a16:creationId xmlns:a16="http://schemas.microsoft.com/office/drawing/2014/main" id="{95AAE052-ED84-9D7A-00DF-9690A4108DD3}"/>
                </a:ext>
              </a:extLst>
            </p:cNvPr>
            <p:cNvGrpSpPr/>
            <p:nvPr/>
          </p:nvGrpSpPr>
          <p:grpSpPr>
            <a:xfrm>
              <a:off x="5653699" y="4994333"/>
              <a:ext cx="1024637" cy="952840"/>
              <a:chOff x="6700816" y="754478"/>
              <a:chExt cx="1142652" cy="1062585"/>
            </a:xfrm>
          </p:grpSpPr>
          <p:sp>
            <p:nvSpPr>
              <p:cNvPr id="1360" name="Freeform: Shape 1359">
                <a:extLst>
                  <a:ext uri="{FF2B5EF4-FFF2-40B4-BE49-F238E27FC236}">
                    <a16:creationId xmlns:a16="http://schemas.microsoft.com/office/drawing/2014/main" id="{8D1F0665-7A89-D0DD-B8FA-56A2B60B8564}"/>
                  </a:ext>
                </a:extLst>
              </p:cNvPr>
              <p:cNvSpPr/>
              <p:nvPr/>
            </p:nvSpPr>
            <p:spPr>
              <a:xfrm>
                <a:off x="7410841" y="1756134"/>
                <a:ext cx="19872" cy="12892"/>
              </a:xfrm>
              <a:custGeom>
                <a:avLst/>
                <a:gdLst>
                  <a:gd name="connsiteX0" fmla="*/ 82 w 19872"/>
                  <a:gd name="connsiteY0" fmla="*/ 12892 h 12892"/>
                  <a:gd name="connsiteX1" fmla="*/ 18312 w 19872"/>
                  <a:gd name="connsiteY1" fmla="*/ 5502 h 12892"/>
                  <a:gd name="connsiteX2" fmla="*/ 19872 w 19872"/>
                  <a:gd name="connsiteY2" fmla="*/ 0 h 12892"/>
                  <a:gd name="connsiteX3" fmla="*/ 0 w 19872"/>
                  <a:gd name="connsiteY3" fmla="*/ 12892 h 12892"/>
                </a:gdLst>
                <a:ahLst/>
                <a:cxnLst>
                  <a:cxn ang="0">
                    <a:pos x="connsiteX0" y="connsiteY0"/>
                  </a:cxn>
                  <a:cxn ang="0">
                    <a:pos x="connsiteX1" y="connsiteY1"/>
                  </a:cxn>
                  <a:cxn ang="0">
                    <a:pos x="connsiteX2" y="connsiteY2"/>
                  </a:cxn>
                  <a:cxn ang="0">
                    <a:pos x="connsiteX3" y="connsiteY3"/>
                  </a:cxn>
                </a:cxnLst>
                <a:rect l="l" t="t" r="r" b="b"/>
                <a:pathLst>
                  <a:path w="19872" h="12892">
                    <a:moveTo>
                      <a:pt x="82" y="12892"/>
                    </a:moveTo>
                    <a:cubicBezTo>
                      <a:pt x="5748" y="9033"/>
                      <a:pt x="11578" y="6651"/>
                      <a:pt x="18312" y="5502"/>
                    </a:cubicBezTo>
                    <a:cubicBezTo>
                      <a:pt x="18887" y="3695"/>
                      <a:pt x="19379" y="1807"/>
                      <a:pt x="19872" y="0"/>
                    </a:cubicBezTo>
                    <a:cubicBezTo>
                      <a:pt x="10921" y="1067"/>
                      <a:pt x="4681" y="5173"/>
                      <a:pt x="0" y="12892"/>
                    </a:cubicBezTo>
                    <a:close/>
                  </a:path>
                </a:pathLst>
              </a:custGeom>
              <a:solidFill>
                <a:schemeClr val="tx1"/>
              </a:solidFill>
              <a:ln w="0" cap="flat">
                <a:noFill/>
                <a:prstDash val="solid"/>
                <a:miter/>
              </a:ln>
            </p:spPr>
            <p:txBody>
              <a:bodyPr rtlCol="0" anchor="ctr"/>
              <a:lstStyle/>
              <a:p>
                <a:endParaRPr lang="en-IN"/>
              </a:p>
            </p:txBody>
          </p:sp>
          <p:sp>
            <p:nvSpPr>
              <p:cNvPr id="1361" name="Freeform: Shape 1360">
                <a:extLst>
                  <a:ext uri="{FF2B5EF4-FFF2-40B4-BE49-F238E27FC236}">
                    <a16:creationId xmlns:a16="http://schemas.microsoft.com/office/drawing/2014/main" id="{4F6A5449-69CA-0FFD-06EA-D7386918EF6C}"/>
                  </a:ext>
                </a:extLst>
              </p:cNvPr>
              <p:cNvSpPr/>
              <p:nvPr/>
            </p:nvSpPr>
            <p:spPr>
              <a:xfrm>
                <a:off x="7429892" y="1783396"/>
                <a:ext cx="16505" cy="16998"/>
              </a:xfrm>
              <a:custGeom>
                <a:avLst/>
                <a:gdLst>
                  <a:gd name="connsiteX0" fmla="*/ 0 w 16505"/>
                  <a:gd name="connsiteY0" fmla="*/ 16998 h 16998"/>
                  <a:gd name="connsiteX1" fmla="*/ 16177 w 16505"/>
                  <a:gd name="connsiteY1" fmla="*/ 5748 h 16998"/>
                  <a:gd name="connsiteX2" fmla="*/ 16505 w 16505"/>
                  <a:gd name="connsiteY2" fmla="*/ 0 h 16998"/>
                  <a:gd name="connsiteX3" fmla="*/ 0 w 16505"/>
                  <a:gd name="connsiteY3" fmla="*/ 16998 h 16998"/>
                </a:gdLst>
                <a:ahLst/>
                <a:cxnLst>
                  <a:cxn ang="0">
                    <a:pos x="connsiteX0" y="connsiteY0"/>
                  </a:cxn>
                  <a:cxn ang="0">
                    <a:pos x="connsiteX1" y="connsiteY1"/>
                  </a:cxn>
                  <a:cxn ang="0">
                    <a:pos x="connsiteX2" y="connsiteY2"/>
                  </a:cxn>
                  <a:cxn ang="0">
                    <a:pos x="connsiteX3" y="connsiteY3"/>
                  </a:cxn>
                </a:cxnLst>
                <a:rect l="l" t="t" r="r" b="b"/>
                <a:pathLst>
                  <a:path w="16505" h="16998">
                    <a:moveTo>
                      <a:pt x="0" y="16998"/>
                    </a:moveTo>
                    <a:cubicBezTo>
                      <a:pt x="4681" y="11989"/>
                      <a:pt x="9854" y="8376"/>
                      <a:pt x="16177" y="5748"/>
                    </a:cubicBezTo>
                    <a:cubicBezTo>
                      <a:pt x="16259" y="3859"/>
                      <a:pt x="16423" y="1889"/>
                      <a:pt x="16505" y="0"/>
                    </a:cubicBezTo>
                    <a:cubicBezTo>
                      <a:pt x="8047" y="3038"/>
                      <a:pt x="2792" y="8376"/>
                      <a:pt x="0" y="16998"/>
                    </a:cubicBezTo>
                    <a:close/>
                  </a:path>
                </a:pathLst>
              </a:custGeom>
              <a:solidFill>
                <a:schemeClr val="tx1"/>
              </a:solidFill>
              <a:ln w="0" cap="flat">
                <a:noFill/>
                <a:prstDash val="solid"/>
                <a:miter/>
              </a:ln>
            </p:spPr>
            <p:txBody>
              <a:bodyPr rtlCol="0" anchor="ctr"/>
              <a:lstStyle/>
              <a:p>
                <a:endParaRPr lang="en-IN"/>
              </a:p>
            </p:txBody>
          </p:sp>
          <p:sp>
            <p:nvSpPr>
              <p:cNvPr id="1362" name="Freeform: Shape 1361">
                <a:extLst>
                  <a:ext uri="{FF2B5EF4-FFF2-40B4-BE49-F238E27FC236}">
                    <a16:creationId xmlns:a16="http://schemas.microsoft.com/office/drawing/2014/main" id="{4DE9A929-8BB2-C002-0EE0-3D6D337341FC}"/>
                  </a:ext>
                </a:extLst>
              </p:cNvPr>
              <p:cNvSpPr/>
              <p:nvPr/>
            </p:nvSpPr>
            <p:spPr>
              <a:xfrm>
                <a:off x="7463806" y="1796781"/>
                <a:ext cx="13302" cy="20282"/>
              </a:xfrm>
              <a:custGeom>
                <a:avLst/>
                <a:gdLst>
                  <a:gd name="connsiteX0" fmla="*/ 0 w 13302"/>
                  <a:gd name="connsiteY0" fmla="*/ 20201 h 20282"/>
                  <a:gd name="connsiteX1" fmla="*/ 13303 w 13302"/>
                  <a:gd name="connsiteY1" fmla="*/ 5666 h 20282"/>
                  <a:gd name="connsiteX2" fmla="*/ 12317 w 13302"/>
                  <a:gd name="connsiteY2" fmla="*/ 0 h 20282"/>
                  <a:gd name="connsiteX3" fmla="*/ 0 w 13302"/>
                  <a:gd name="connsiteY3" fmla="*/ 20283 h 20282"/>
                </a:gdLst>
                <a:ahLst/>
                <a:cxnLst>
                  <a:cxn ang="0">
                    <a:pos x="connsiteX0" y="connsiteY0"/>
                  </a:cxn>
                  <a:cxn ang="0">
                    <a:pos x="connsiteX1" y="connsiteY1"/>
                  </a:cxn>
                  <a:cxn ang="0">
                    <a:pos x="connsiteX2" y="connsiteY2"/>
                  </a:cxn>
                  <a:cxn ang="0">
                    <a:pos x="connsiteX3" y="connsiteY3"/>
                  </a:cxn>
                </a:cxnLst>
                <a:rect l="l" t="t" r="r" b="b"/>
                <a:pathLst>
                  <a:path w="13302" h="20282">
                    <a:moveTo>
                      <a:pt x="0" y="20201"/>
                    </a:moveTo>
                    <a:cubicBezTo>
                      <a:pt x="3449" y="14206"/>
                      <a:pt x="7637" y="9608"/>
                      <a:pt x="13303" y="5666"/>
                    </a:cubicBezTo>
                    <a:cubicBezTo>
                      <a:pt x="12974" y="3777"/>
                      <a:pt x="12646" y="1889"/>
                      <a:pt x="12317" y="0"/>
                    </a:cubicBezTo>
                    <a:cubicBezTo>
                      <a:pt x="4681" y="4845"/>
                      <a:pt x="821" y="11250"/>
                      <a:pt x="0" y="20283"/>
                    </a:cubicBezTo>
                    <a:close/>
                  </a:path>
                </a:pathLst>
              </a:custGeom>
              <a:solidFill>
                <a:schemeClr val="tx1"/>
              </a:solidFill>
              <a:ln w="0" cap="flat">
                <a:noFill/>
                <a:prstDash val="solid"/>
                <a:miter/>
              </a:ln>
            </p:spPr>
            <p:txBody>
              <a:bodyPr rtlCol="0" anchor="ctr"/>
              <a:lstStyle/>
              <a:p>
                <a:endParaRPr lang="en-IN"/>
              </a:p>
            </p:txBody>
          </p:sp>
          <p:sp>
            <p:nvSpPr>
              <p:cNvPr id="1363" name="Freeform: Shape 1362">
                <a:extLst>
                  <a:ext uri="{FF2B5EF4-FFF2-40B4-BE49-F238E27FC236}">
                    <a16:creationId xmlns:a16="http://schemas.microsoft.com/office/drawing/2014/main" id="{ECC26151-2BB3-8347-AFB8-5306BFBB1AE0}"/>
                  </a:ext>
                </a:extLst>
              </p:cNvPr>
              <p:cNvSpPr/>
              <p:nvPr/>
            </p:nvSpPr>
            <p:spPr>
              <a:xfrm>
                <a:off x="7572774" y="1764428"/>
                <a:ext cx="19707" cy="13056"/>
              </a:xfrm>
              <a:custGeom>
                <a:avLst/>
                <a:gdLst>
                  <a:gd name="connsiteX0" fmla="*/ 19626 w 19707"/>
                  <a:gd name="connsiteY0" fmla="*/ 13057 h 13056"/>
                  <a:gd name="connsiteX1" fmla="*/ 1478 w 19707"/>
                  <a:gd name="connsiteY1" fmla="*/ 5584 h 13056"/>
                  <a:gd name="connsiteX2" fmla="*/ 0 w 19707"/>
                  <a:gd name="connsiteY2" fmla="*/ 0 h 13056"/>
                  <a:gd name="connsiteX3" fmla="*/ 19708 w 19707"/>
                  <a:gd name="connsiteY3" fmla="*/ 13057 h 13056"/>
                </a:gdLst>
                <a:ahLst/>
                <a:cxnLst>
                  <a:cxn ang="0">
                    <a:pos x="connsiteX0" y="connsiteY0"/>
                  </a:cxn>
                  <a:cxn ang="0">
                    <a:pos x="connsiteX1" y="connsiteY1"/>
                  </a:cxn>
                  <a:cxn ang="0">
                    <a:pos x="connsiteX2" y="connsiteY2"/>
                  </a:cxn>
                  <a:cxn ang="0">
                    <a:pos x="connsiteX3" y="connsiteY3"/>
                  </a:cxn>
                </a:cxnLst>
                <a:rect l="l" t="t" r="r" b="b"/>
                <a:pathLst>
                  <a:path w="19707" h="13056">
                    <a:moveTo>
                      <a:pt x="19626" y="13057"/>
                    </a:moveTo>
                    <a:cubicBezTo>
                      <a:pt x="13960" y="9115"/>
                      <a:pt x="8212" y="6734"/>
                      <a:pt x="1478" y="5584"/>
                    </a:cubicBezTo>
                    <a:cubicBezTo>
                      <a:pt x="985" y="3777"/>
                      <a:pt x="493" y="1889"/>
                      <a:pt x="0" y="0"/>
                    </a:cubicBezTo>
                    <a:cubicBezTo>
                      <a:pt x="8951" y="1150"/>
                      <a:pt x="15192" y="5255"/>
                      <a:pt x="19708" y="13057"/>
                    </a:cubicBezTo>
                    <a:close/>
                  </a:path>
                </a:pathLst>
              </a:custGeom>
              <a:solidFill>
                <a:schemeClr val="tx1"/>
              </a:solidFill>
              <a:ln w="0" cap="flat">
                <a:noFill/>
                <a:prstDash val="solid"/>
                <a:miter/>
              </a:ln>
            </p:spPr>
            <p:txBody>
              <a:bodyPr rtlCol="0" anchor="ctr"/>
              <a:lstStyle/>
              <a:p>
                <a:endParaRPr lang="en-IN"/>
              </a:p>
            </p:txBody>
          </p:sp>
          <p:sp>
            <p:nvSpPr>
              <p:cNvPr id="1364" name="Freeform: Shape 1363">
                <a:extLst>
                  <a:ext uri="{FF2B5EF4-FFF2-40B4-BE49-F238E27FC236}">
                    <a16:creationId xmlns:a16="http://schemas.microsoft.com/office/drawing/2014/main" id="{3359C78F-CDB2-D465-6680-9FD4E46E2C8A}"/>
                  </a:ext>
                </a:extLst>
              </p:cNvPr>
              <p:cNvSpPr/>
              <p:nvPr/>
            </p:nvSpPr>
            <p:spPr>
              <a:xfrm>
                <a:off x="7427143" y="1577613"/>
                <a:ext cx="152262" cy="227850"/>
              </a:xfrm>
              <a:custGeom>
                <a:avLst/>
                <a:gdLst>
                  <a:gd name="connsiteX0" fmla="*/ 122639 w 152262"/>
                  <a:gd name="connsiteY0" fmla="*/ 166122 h 227850"/>
                  <a:gd name="connsiteX1" fmla="*/ 131754 w 152262"/>
                  <a:gd name="connsiteY1" fmla="*/ 0 h 227850"/>
                  <a:gd name="connsiteX2" fmla="*/ 85194 w 152262"/>
                  <a:gd name="connsiteY2" fmla="*/ 15848 h 227850"/>
                  <a:gd name="connsiteX3" fmla="*/ 88643 w 152262"/>
                  <a:gd name="connsiteY3" fmla="*/ 150355 h 227850"/>
                  <a:gd name="connsiteX4" fmla="*/ 2667 w 152262"/>
                  <a:gd name="connsiteY4" fmla="*/ 179014 h 227850"/>
                  <a:gd name="connsiteX5" fmla="*/ 55468 w 152262"/>
                  <a:gd name="connsiteY5" fmla="*/ 178439 h 227850"/>
                  <a:gd name="connsiteX6" fmla="*/ 13424 w 152262"/>
                  <a:gd name="connsiteY6" fmla="*/ 212517 h 227850"/>
                  <a:gd name="connsiteX7" fmla="*/ 64500 w 152262"/>
                  <a:gd name="connsiteY7" fmla="*/ 185994 h 227850"/>
                  <a:gd name="connsiteX8" fmla="*/ 45285 w 152262"/>
                  <a:gd name="connsiteY8" fmla="*/ 227545 h 227850"/>
                  <a:gd name="connsiteX9" fmla="*/ 75093 w 152262"/>
                  <a:gd name="connsiteY9" fmla="*/ 196751 h 227850"/>
                  <a:gd name="connsiteX10" fmla="*/ 151133 w 152262"/>
                  <a:gd name="connsiteY10" fmla="*/ 186979 h 227850"/>
                  <a:gd name="connsiteX11" fmla="*/ 122557 w 152262"/>
                  <a:gd name="connsiteY11" fmla="*/ 166039 h 22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262" h="227850">
                    <a:moveTo>
                      <a:pt x="122639" y="166122"/>
                    </a:moveTo>
                    <a:cubicBezTo>
                      <a:pt x="86672" y="123749"/>
                      <a:pt x="144071" y="54607"/>
                      <a:pt x="131754" y="0"/>
                    </a:cubicBezTo>
                    <a:cubicBezTo>
                      <a:pt x="116070" y="4927"/>
                      <a:pt x="100796" y="10675"/>
                      <a:pt x="85194" y="15848"/>
                    </a:cubicBezTo>
                    <a:cubicBezTo>
                      <a:pt x="89135" y="61587"/>
                      <a:pt x="101289" y="104945"/>
                      <a:pt x="88643" y="150355"/>
                    </a:cubicBezTo>
                    <a:cubicBezTo>
                      <a:pt x="66307" y="170392"/>
                      <a:pt x="22293" y="161523"/>
                      <a:pt x="2667" y="179014"/>
                    </a:cubicBezTo>
                    <a:cubicBezTo>
                      <a:pt x="-13674" y="193548"/>
                      <a:pt x="50212" y="177536"/>
                      <a:pt x="55468" y="178439"/>
                    </a:cubicBezTo>
                    <a:cubicBezTo>
                      <a:pt x="42411" y="188950"/>
                      <a:pt x="18597" y="194534"/>
                      <a:pt x="13424" y="212517"/>
                    </a:cubicBezTo>
                    <a:cubicBezTo>
                      <a:pt x="33214" y="214078"/>
                      <a:pt x="48652" y="194452"/>
                      <a:pt x="64500" y="185994"/>
                    </a:cubicBezTo>
                    <a:cubicBezTo>
                      <a:pt x="67457" y="196751"/>
                      <a:pt x="28698" y="219661"/>
                      <a:pt x="45285" y="227545"/>
                    </a:cubicBezTo>
                    <a:cubicBezTo>
                      <a:pt x="51444" y="230501"/>
                      <a:pt x="65486" y="211450"/>
                      <a:pt x="75093" y="196751"/>
                    </a:cubicBezTo>
                    <a:cubicBezTo>
                      <a:pt x="91845" y="171049"/>
                      <a:pt x="132164" y="208658"/>
                      <a:pt x="151133" y="186979"/>
                    </a:cubicBezTo>
                    <a:cubicBezTo>
                      <a:pt x="158031" y="179096"/>
                      <a:pt x="131425" y="176468"/>
                      <a:pt x="122557" y="166039"/>
                    </a:cubicBezTo>
                    <a:close/>
                  </a:path>
                </a:pathLst>
              </a:custGeom>
              <a:solidFill>
                <a:schemeClr val="accent5"/>
              </a:solidFill>
              <a:ln w="0" cap="flat">
                <a:noFill/>
                <a:prstDash val="solid"/>
                <a:miter/>
              </a:ln>
            </p:spPr>
            <p:txBody>
              <a:bodyPr rtlCol="0" anchor="ctr"/>
              <a:lstStyle/>
              <a:p>
                <a:endParaRPr lang="en-IN"/>
              </a:p>
            </p:txBody>
          </p:sp>
          <p:sp>
            <p:nvSpPr>
              <p:cNvPr id="1366" name="Freeform: Shape 1365">
                <a:extLst>
                  <a:ext uri="{FF2B5EF4-FFF2-40B4-BE49-F238E27FC236}">
                    <a16:creationId xmlns:a16="http://schemas.microsoft.com/office/drawing/2014/main" id="{F43F83DC-C8DB-985E-B08E-D48ECD4394F8}"/>
                  </a:ext>
                </a:extLst>
              </p:cNvPr>
              <p:cNvSpPr/>
              <p:nvPr/>
            </p:nvSpPr>
            <p:spPr>
              <a:xfrm>
                <a:off x="7208424" y="1752110"/>
                <a:ext cx="19707" cy="13467"/>
              </a:xfrm>
              <a:custGeom>
                <a:avLst/>
                <a:gdLst>
                  <a:gd name="connsiteX0" fmla="*/ 0 w 19707"/>
                  <a:gd name="connsiteY0" fmla="*/ 13467 h 13467"/>
                  <a:gd name="connsiteX1" fmla="*/ 18230 w 19707"/>
                  <a:gd name="connsiteY1" fmla="*/ 5584 h 13467"/>
                  <a:gd name="connsiteX2" fmla="*/ 19708 w 19707"/>
                  <a:gd name="connsiteY2" fmla="*/ 0 h 13467"/>
                  <a:gd name="connsiteX3" fmla="*/ 82 w 19707"/>
                  <a:gd name="connsiteY3" fmla="*/ 13385 h 13467"/>
                </a:gdLst>
                <a:ahLst/>
                <a:cxnLst>
                  <a:cxn ang="0">
                    <a:pos x="connsiteX0" y="connsiteY0"/>
                  </a:cxn>
                  <a:cxn ang="0">
                    <a:pos x="connsiteX1" y="connsiteY1"/>
                  </a:cxn>
                  <a:cxn ang="0">
                    <a:pos x="connsiteX2" y="connsiteY2"/>
                  </a:cxn>
                  <a:cxn ang="0">
                    <a:pos x="connsiteX3" y="connsiteY3"/>
                  </a:cxn>
                </a:cxnLst>
                <a:rect l="l" t="t" r="r" b="b"/>
                <a:pathLst>
                  <a:path w="19707" h="13467">
                    <a:moveTo>
                      <a:pt x="0" y="13467"/>
                    </a:moveTo>
                    <a:cubicBezTo>
                      <a:pt x="5584" y="9443"/>
                      <a:pt x="11414" y="6898"/>
                      <a:pt x="18230" y="5584"/>
                    </a:cubicBezTo>
                    <a:cubicBezTo>
                      <a:pt x="18722" y="3695"/>
                      <a:pt x="19215" y="1889"/>
                      <a:pt x="19708" y="0"/>
                    </a:cubicBezTo>
                    <a:cubicBezTo>
                      <a:pt x="10757" y="1314"/>
                      <a:pt x="4516" y="5502"/>
                      <a:pt x="82" y="13385"/>
                    </a:cubicBezTo>
                    <a:close/>
                  </a:path>
                </a:pathLst>
              </a:custGeom>
              <a:solidFill>
                <a:schemeClr val="tx1"/>
              </a:solidFill>
              <a:ln w="0" cap="flat">
                <a:noFill/>
                <a:prstDash val="solid"/>
                <a:miter/>
              </a:ln>
            </p:spPr>
            <p:txBody>
              <a:bodyPr rtlCol="0" anchor="ctr"/>
              <a:lstStyle/>
              <a:p>
                <a:endParaRPr lang="en-IN"/>
              </a:p>
            </p:txBody>
          </p:sp>
          <p:sp>
            <p:nvSpPr>
              <p:cNvPr id="1367" name="Freeform: Shape 1366">
                <a:extLst>
                  <a:ext uri="{FF2B5EF4-FFF2-40B4-BE49-F238E27FC236}">
                    <a16:creationId xmlns:a16="http://schemas.microsoft.com/office/drawing/2014/main" id="{5302B4CD-06AA-1225-C7B7-77B4E7915982}"/>
                  </a:ext>
                </a:extLst>
              </p:cNvPr>
              <p:cNvSpPr/>
              <p:nvPr/>
            </p:nvSpPr>
            <p:spPr>
              <a:xfrm>
                <a:off x="7228296" y="1778798"/>
                <a:ext cx="16176" cy="17408"/>
              </a:xfrm>
              <a:custGeom>
                <a:avLst/>
                <a:gdLst>
                  <a:gd name="connsiteX0" fmla="*/ 0 w 16176"/>
                  <a:gd name="connsiteY0" fmla="*/ 17409 h 17408"/>
                  <a:gd name="connsiteX1" fmla="*/ 16013 w 16176"/>
                  <a:gd name="connsiteY1" fmla="*/ 5748 h 17408"/>
                  <a:gd name="connsiteX2" fmla="*/ 16177 w 16176"/>
                  <a:gd name="connsiteY2" fmla="*/ 0 h 17408"/>
                  <a:gd name="connsiteX3" fmla="*/ 0 w 16176"/>
                  <a:gd name="connsiteY3" fmla="*/ 17409 h 17408"/>
                </a:gdLst>
                <a:ahLst/>
                <a:cxnLst>
                  <a:cxn ang="0">
                    <a:pos x="connsiteX0" y="connsiteY0"/>
                  </a:cxn>
                  <a:cxn ang="0">
                    <a:pos x="connsiteX1" y="connsiteY1"/>
                  </a:cxn>
                  <a:cxn ang="0">
                    <a:pos x="connsiteX2" y="connsiteY2"/>
                  </a:cxn>
                  <a:cxn ang="0">
                    <a:pos x="connsiteX3" y="connsiteY3"/>
                  </a:cxn>
                </a:cxnLst>
                <a:rect l="l" t="t" r="r" b="b"/>
                <a:pathLst>
                  <a:path w="16176" h="17408">
                    <a:moveTo>
                      <a:pt x="0" y="17409"/>
                    </a:moveTo>
                    <a:cubicBezTo>
                      <a:pt x="4598" y="12235"/>
                      <a:pt x="9690" y="8540"/>
                      <a:pt x="16013" y="5748"/>
                    </a:cubicBezTo>
                    <a:cubicBezTo>
                      <a:pt x="16013" y="3859"/>
                      <a:pt x="16095" y="1889"/>
                      <a:pt x="16177" y="0"/>
                    </a:cubicBezTo>
                    <a:cubicBezTo>
                      <a:pt x="7719" y="3203"/>
                      <a:pt x="2546" y="8704"/>
                      <a:pt x="0" y="17409"/>
                    </a:cubicBezTo>
                    <a:close/>
                  </a:path>
                </a:pathLst>
              </a:custGeom>
              <a:solidFill>
                <a:schemeClr val="tx1"/>
              </a:solidFill>
              <a:ln w="0" cap="flat">
                <a:noFill/>
                <a:prstDash val="solid"/>
                <a:miter/>
              </a:ln>
            </p:spPr>
            <p:txBody>
              <a:bodyPr rtlCol="0" anchor="ctr"/>
              <a:lstStyle/>
              <a:p>
                <a:endParaRPr lang="en-IN"/>
              </a:p>
            </p:txBody>
          </p:sp>
          <p:sp>
            <p:nvSpPr>
              <p:cNvPr id="1368" name="Freeform: Shape 1367">
                <a:extLst>
                  <a:ext uri="{FF2B5EF4-FFF2-40B4-BE49-F238E27FC236}">
                    <a16:creationId xmlns:a16="http://schemas.microsoft.com/office/drawing/2014/main" id="{42BBF952-8BF3-DE54-EAB3-698CCB65DC97}"/>
                  </a:ext>
                </a:extLst>
              </p:cNvPr>
              <p:cNvSpPr/>
              <p:nvPr/>
            </p:nvSpPr>
            <p:spPr>
              <a:xfrm>
                <a:off x="7262867" y="1791362"/>
                <a:ext cx="13056" cy="20529"/>
              </a:xfrm>
              <a:custGeom>
                <a:avLst/>
                <a:gdLst>
                  <a:gd name="connsiteX0" fmla="*/ 0 w 13056"/>
                  <a:gd name="connsiteY0" fmla="*/ 20447 h 20529"/>
                  <a:gd name="connsiteX1" fmla="*/ 13056 w 13056"/>
                  <a:gd name="connsiteY1" fmla="*/ 5584 h 20529"/>
                  <a:gd name="connsiteX2" fmla="*/ 11907 w 13056"/>
                  <a:gd name="connsiteY2" fmla="*/ 0 h 20529"/>
                  <a:gd name="connsiteX3" fmla="*/ 0 w 13056"/>
                  <a:gd name="connsiteY3" fmla="*/ 20529 h 20529"/>
                </a:gdLst>
                <a:ahLst/>
                <a:cxnLst>
                  <a:cxn ang="0">
                    <a:pos x="connsiteX0" y="connsiteY0"/>
                  </a:cxn>
                  <a:cxn ang="0">
                    <a:pos x="connsiteX1" y="connsiteY1"/>
                  </a:cxn>
                  <a:cxn ang="0">
                    <a:pos x="connsiteX2" y="connsiteY2"/>
                  </a:cxn>
                  <a:cxn ang="0">
                    <a:pos x="connsiteX3" y="connsiteY3"/>
                  </a:cxn>
                </a:cxnLst>
                <a:rect l="l" t="t" r="r" b="b"/>
                <a:pathLst>
                  <a:path w="13056" h="20529">
                    <a:moveTo>
                      <a:pt x="0" y="20447"/>
                    </a:moveTo>
                    <a:cubicBezTo>
                      <a:pt x="3285" y="14370"/>
                      <a:pt x="7473" y="9690"/>
                      <a:pt x="13056" y="5584"/>
                    </a:cubicBezTo>
                    <a:cubicBezTo>
                      <a:pt x="12646" y="3695"/>
                      <a:pt x="12317" y="1807"/>
                      <a:pt x="11907" y="0"/>
                    </a:cubicBezTo>
                    <a:cubicBezTo>
                      <a:pt x="4434" y="5009"/>
                      <a:pt x="575" y="11496"/>
                      <a:pt x="0" y="20529"/>
                    </a:cubicBezTo>
                    <a:close/>
                  </a:path>
                </a:pathLst>
              </a:custGeom>
              <a:solidFill>
                <a:schemeClr val="tx1"/>
              </a:solidFill>
              <a:ln w="0" cap="flat">
                <a:noFill/>
                <a:prstDash val="solid"/>
                <a:miter/>
              </a:ln>
            </p:spPr>
            <p:txBody>
              <a:bodyPr rtlCol="0" anchor="ctr"/>
              <a:lstStyle/>
              <a:p>
                <a:endParaRPr lang="en-IN"/>
              </a:p>
            </p:txBody>
          </p:sp>
          <p:sp>
            <p:nvSpPr>
              <p:cNvPr id="1369" name="Freeform: Shape 1368">
                <a:extLst>
                  <a:ext uri="{FF2B5EF4-FFF2-40B4-BE49-F238E27FC236}">
                    <a16:creationId xmlns:a16="http://schemas.microsoft.com/office/drawing/2014/main" id="{FD491031-062D-941A-D853-2D96610CFEEB}"/>
                  </a:ext>
                </a:extLst>
              </p:cNvPr>
              <p:cNvSpPr/>
              <p:nvPr/>
            </p:nvSpPr>
            <p:spPr>
              <a:xfrm>
                <a:off x="7371179" y="1756216"/>
                <a:ext cx="20118" cy="12481"/>
              </a:xfrm>
              <a:custGeom>
                <a:avLst/>
                <a:gdLst>
                  <a:gd name="connsiteX0" fmla="*/ 20119 w 20118"/>
                  <a:gd name="connsiteY0" fmla="*/ 12482 h 12481"/>
                  <a:gd name="connsiteX1" fmla="*/ 1642 w 20118"/>
                  <a:gd name="connsiteY1" fmla="*/ 5502 h 12481"/>
                  <a:gd name="connsiteX2" fmla="*/ 0 w 20118"/>
                  <a:gd name="connsiteY2" fmla="*/ 0 h 12481"/>
                  <a:gd name="connsiteX3" fmla="*/ 20119 w 20118"/>
                  <a:gd name="connsiteY3" fmla="*/ 12400 h 12481"/>
                </a:gdLst>
                <a:ahLst/>
                <a:cxnLst>
                  <a:cxn ang="0">
                    <a:pos x="connsiteX0" y="connsiteY0"/>
                  </a:cxn>
                  <a:cxn ang="0">
                    <a:pos x="connsiteX1" y="connsiteY1"/>
                  </a:cxn>
                  <a:cxn ang="0">
                    <a:pos x="connsiteX2" y="connsiteY2"/>
                  </a:cxn>
                  <a:cxn ang="0">
                    <a:pos x="connsiteX3" y="connsiteY3"/>
                  </a:cxn>
                </a:cxnLst>
                <a:rect l="l" t="t" r="r" b="b"/>
                <a:pathLst>
                  <a:path w="20118" h="12481">
                    <a:moveTo>
                      <a:pt x="20119" y="12482"/>
                    </a:moveTo>
                    <a:cubicBezTo>
                      <a:pt x="14370" y="8704"/>
                      <a:pt x="8458" y="6487"/>
                      <a:pt x="1642" y="5502"/>
                    </a:cubicBezTo>
                    <a:cubicBezTo>
                      <a:pt x="1068" y="3695"/>
                      <a:pt x="575" y="1889"/>
                      <a:pt x="0" y="0"/>
                    </a:cubicBezTo>
                    <a:cubicBezTo>
                      <a:pt x="8951" y="821"/>
                      <a:pt x="15356" y="4763"/>
                      <a:pt x="20119" y="12400"/>
                    </a:cubicBezTo>
                    <a:close/>
                  </a:path>
                </a:pathLst>
              </a:custGeom>
              <a:solidFill>
                <a:schemeClr val="tx1"/>
              </a:solidFill>
              <a:ln w="0" cap="flat">
                <a:noFill/>
                <a:prstDash val="solid"/>
                <a:miter/>
              </a:ln>
            </p:spPr>
            <p:txBody>
              <a:bodyPr rtlCol="0" anchor="ctr"/>
              <a:lstStyle/>
              <a:p>
                <a:endParaRPr lang="en-IN"/>
              </a:p>
            </p:txBody>
          </p:sp>
          <p:sp>
            <p:nvSpPr>
              <p:cNvPr id="1370" name="Freeform: Shape 1369">
                <a:extLst>
                  <a:ext uri="{FF2B5EF4-FFF2-40B4-BE49-F238E27FC236}">
                    <a16:creationId xmlns:a16="http://schemas.microsoft.com/office/drawing/2014/main" id="{200E4FC1-D03F-2CA8-824B-4C8EA7ACEB50}"/>
                  </a:ext>
                </a:extLst>
              </p:cNvPr>
              <p:cNvSpPr/>
              <p:nvPr/>
            </p:nvSpPr>
            <p:spPr>
              <a:xfrm>
                <a:off x="7224535" y="1570140"/>
                <a:ext cx="153375" cy="229854"/>
              </a:xfrm>
              <a:custGeom>
                <a:avLst/>
                <a:gdLst>
                  <a:gd name="connsiteX0" fmla="*/ 123076 w 153375"/>
                  <a:gd name="connsiteY0" fmla="*/ 166204 h 229854"/>
                  <a:gd name="connsiteX1" fmla="*/ 133095 w 153375"/>
                  <a:gd name="connsiteY1" fmla="*/ 0 h 229854"/>
                  <a:gd name="connsiteX2" fmla="*/ 86863 w 153375"/>
                  <a:gd name="connsiteY2" fmla="*/ 15848 h 229854"/>
                  <a:gd name="connsiteX3" fmla="*/ 88834 w 153375"/>
                  <a:gd name="connsiteY3" fmla="*/ 151341 h 229854"/>
                  <a:gd name="connsiteX4" fmla="*/ 2612 w 153375"/>
                  <a:gd name="connsiteY4" fmla="*/ 182463 h 229854"/>
                  <a:gd name="connsiteX5" fmla="*/ 55741 w 153375"/>
                  <a:gd name="connsiteY5" fmla="*/ 180410 h 229854"/>
                  <a:gd name="connsiteX6" fmla="*/ 14272 w 153375"/>
                  <a:gd name="connsiteY6" fmla="*/ 215556 h 229854"/>
                  <a:gd name="connsiteX7" fmla="*/ 65102 w 153375"/>
                  <a:gd name="connsiteY7" fmla="*/ 187636 h 229854"/>
                  <a:gd name="connsiteX8" fmla="*/ 46708 w 153375"/>
                  <a:gd name="connsiteY8" fmla="*/ 229598 h 229854"/>
                  <a:gd name="connsiteX9" fmla="*/ 75942 w 153375"/>
                  <a:gd name="connsiteY9" fmla="*/ 198065 h 229854"/>
                  <a:gd name="connsiteX10" fmla="*/ 152310 w 153375"/>
                  <a:gd name="connsiteY10" fmla="*/ 186158 h 229854"/>
                  <a:gd name="connsiteX11" fmla="*/ 123076 w 153375"/>
                  <a:gd name="connsiteY11" fmla="*/ 166122 h 22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375" h="229854">
                    <a:moveTo>
                      <a:pt x="123076" y="166204"/>
                    </a:moveTo>
                    <a:cubicBezTo>
                      <a:pt x="86617" y="124735"/>
                      <a:pt x="145084" y="54443"/>
                      <a:pt x="133095" y="0"/>
                    </a:cubicBezTo>
                    <a:cubicBezTo>
                      <a:pt x="117493" y="4927"/>
                      <a:pt x="102219" y="10593"/>
                      <a:pt x="86863" y="15848"/>
                    </a:cubicBezTo>
                    <a:cubicBezTo>
                      <a:pt x="90476" y="61998"/>
                      <a:pt x="101480" y="105520"/>
                      <a:pt x="88834" y="151341"/>
                    </a:cubicBezTo>
                    <a:cubicBezTo>
                      <a:pt x="66580" y="171870"/>
                      <a:pt x="22073" y="164479"/>
                      <a:pt x="2612" y="182463"/>
                    </a:cubicBezTo>
                    <a:cubicBezTo>
                      <a:pt x="-13565" y="197408"/>
                      <a:pt x="50486" y="179589"/>
                      <a:pt x="55741" y="180410"/>
                    </a:cubicBezTo>
                    <a:cubicBezTo>
                      <a:pt x="42849" y="191249"/>
                      <a:pt x="18953" y="197408"/>
                      <a:pt x="14272" y="215556"/>
                    </a:cubicBezTo>
                    <a:cubicBezTo>
                      <a:pt x="34227" y="216541"/>
                      <a:pt x="49254" y="196587"/>
                      <a:pt x="65102" y="187636"/>
                    </a:cubicBezTo>
                    <a:cubicBezTo>
                      <a:pt x="68387" y="198311"/>
                      <a:pt x="29874" y="222125"/>
                      <a:pt x="46708" y="229598"/>
                    </a:cubicBezTo>
                    <a:cubicBezTo>
                      <a:pt x="52949" y="232307"/>
                      <a:pt x="66662" y="213010"/>
                      <a:pt x="75942" y="198065"/>
                    </a:cubicBezTo>
                    <a:cubicBezTo>
                      <a:pt x="92201" y="172034"/>
                      <a:pt x="133670" y="208329"/>
                      <a:pt x="152310" y="186158"/>
                    </a:cubicBezTo>
                    <a:cubicBezTo>
                      <a:pt x="159043" y="178111"/>
                      <a:pt x="132027" y="176304"/>
                      <a:pt x="123076" y="166122"/>
                    </a:cubicBezTo>
                    <a:close/>
                  </a:path>
                </a:pathLst>
              </a:custGeom>
              <a:solidFill>
                <a:schemeClr val="accent5"/>
              </a:solidFill>
              <a:ln w="0" cap="flat">
                <a:noFill/>
                <a:prstDash val="solid"/>
                <a:miter/>
              </a:ln>
            </p:spPr>
            <p:txBody>
              <a:bodyPr rtlCol="0" anchor="ctr"/>
              <a:lstStyle/>
              <a:p>
                <a:endParaRPr lang="en-IN"/>
              </a:p>
            </p:txBody>
          </p:sp>
          <p:sp>
            <p:nvSpPr>
              <p:cNvPr id="1372" name="Freeform: Shape 1371">
                <a:extLst>
                  <a:ext uri="{FF2B5EF4-FFF2-40B4-BE49-F238E27FC236}">
                    <a16:creationId xmlns:a16="http://schemas.microsoft.com/office/drawing/2014/main" id="{9208EB26-563B-7D76-BED6-4DAFFFFE7240}"/>
                  </a:ext>
                </a:extLst>
              </p:cNvPr>
              <p:cNvSpPr/>
              <p:nvPr/>
            </p:nvSpPr>
            <p:spPr>
              <a:xfrm>
                <a:off x="6729598" y="1012405"/>
                <a:ext cx="69295" cy="89665"/>
              </a:xfrm>
              <a:custGeom>
                <a:avLst/>
                <a:gdLst>
                  <a:gd name="connsiteX0" fmla="*/ 68244 w 69295"/>
                  <a:gd name="connsiteY0" fmla="*/ 11250 h 89665"/>
                  <a:gd name="connsiteX1" fmla="*/ 63482 w 69295"/>
                  <a:gd name="connsiteY1" fmla="*/ 28741 h 89665"/>
                  <a:gd name="connsiteX2" fmla="*/ 252 w 69295"/>
                  <a:gd name="connsiteY2" fmla="*/ 87536 h 89665"/>
                  <a:gd name="connsiteX3" fmla="*/ 6 w 69295"/>
                  <a:gd name="connsiteY3" fmla="*/ 85894 h 89665"/>
                  <a:gd name="connsiteX4" fmla="*/ 11174 w 69295"/>
                  <a:gd name="connsiteY4" fmla="*/ 41222 h 89665"/>
                  <a:gd name="connsiteX5" fmla="*/ 20124 w 69295"/>
                  <a:gd name="connsiteY5" fmla="*/ 0 h 89665"/>
                  <a:gd name="connsiteX6" fmla="*/ 50097 w 69295"/>
                  <a:gd name="connsiteY6" fmla="*/ 8540 h 89665"/>
                  <a:gd name="connsiteX7" fmla="*/ 68244 w 69295"/>
                  <a:gd name="connsiteY7" fmla="*/ 11332 h 8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5" h="89665">
                    <a:moveTo>
                      <a:pt x="68244" y="11250"/>
                    </a:moveTo>
                    <a:cubicBezTo>
                      <a:pt x="67423" y="21186"/>
                      <a:pt x="73418" y="16013"/>
                      <a:pt x="63482" y="28741"/>
                    </a:cubicBezTo>
                    <a:cubicBezTo>
                      <a:pt x="50918" y="44671"/>
                      <a:pt x="20863" y="74151"/>
                      <a:pt x="252" y="87536"/>
                    </a:cubicBezTo>
                    <a:cubicBezTo>
                      <a:pt x="252" y="87536"/>
                      <a:pt x="252" y="93284"/>
                      <a:pt x="6" y="85894"/>
                    </a:cubicBezTo>
                    <a:cubicBezTo>
                      <a:pt x="-159" y="78503"/>
                      <a:pt x="3208" y="52555"/>
                      <a:pt x="11174" y="41222"/>
                    </a:cubicBezTo>
                    <a:cubicBezTo>
                      <a:pt x="19139" y="29890"/>
                      <a:pt x="21767" y="13878"/>
                      <a:pt x="20124" y="0"/>
                    </a:cubicBezTo>
                    <a:cubicBezTo>
                      <a:pt x="30389" y="3285"/>
                      <a:pt x="38765" y="5994"/>
                      <a:pt x="50097" y="8540"/>
                    </a:cubicBezTo>
                    <a:cubicBezTo>
                      <a:pt x="54203" y="9443"/>
                      <a:pt x="62743" y="11414"/>
                      <a:pt x="68244" y="11332"/>
                    </a:cubicBezTo>
                    <a:close/>
                  </a:path>
                </a:pathLst>
              </a:custGeom>
              <a:solidFill>
                <a:schemeClr val="accent6"/>
              </a:solidFill>
              <a:ln w="0" cap="flat">
                <a:noFill/>
                <a:prstDash val="solid"/>
                <a:miter/>
              </a:ln>
            </p:spPr>
            <p:txBody>
              <a:bodyPr rtlCol="0" anchor="ctr"/>
              <a:lstStyle/>
              <a:p>
                <a:endParaRPr lang="en-IN"/>
              </a:p>
            </p:txBody>
          </p:sp>
          <p:sp>
            <p:nvSpPr>
              <p:cNvPr id="1373" name="Freeform: Shape 1372">
                <a:extLst>
                  <a:ext uri="{FF2B5EF4-FFF2-40B4-BE49-F238E27FC236}">
                    <a16:creationId xmlns:a16="http://schemas.microsoft.com/office/drawing/2014/main" id="{5B47D3D6-9285-D69E-59DA-E01639EC58FC}"/>
                  </a:ext>
                </a:extLst>
              </p:cNvPr>
              <p:cNvSpPr/>
              <p:nvPr/>
            </p:nvSpPr>
            <p:spPr>
              <a:xfrm>
                <a:off x="6729711" y="1012323"/>
                <a:ext cx="49654" cy="88357"/>
              </a:xfrm>
              <a:custGeom>
                <a:avLst/>
                <a:gdLst>
                  <a:gd name="connsiteX0" fmla="*/ 49572 w 49654"/>
                  <a:gd name="connsiteY0" fmla="*/ 8540 h 88357"/>
                  <a:gd name="connsiteX1" fmla="*/ 23131 w 49654"/>
                  <a:gd name="connsiteY1" fmla="*/ 42618 h 88357"/>
                  <a:gd name="connsiteX2" fmla="*/ 56 w 49654"/>
                  <a:gd name="connsiteY2" fmla="*/ 88357 h 88357"/>
                  <a:gd name="connsiteX3" fmla="*/ 11224 w 49654"/>
                  <a:gd name="connsiteY3" fmla="*/ 41797 h 88357"/>
                  <a:gd name="connsiteX4" fmla="*/ 20175 w 49654"/>
                  <a:gd name="connsiteY4" fmla="*/ 0 h 88357"/>
                  <a:gd name="connsiteX5" fmla="*/ 49654 w 49654"/>
                  <a:gd name="connsiteY5" fmla="*/ 8622 h 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54" h="88357">
                    <a:moveTo>
                      <a:pt x="49572" y="8540"/>
                    </a:moveTo>
                    <a:cubicBezTo>
                      <a:pt x="42264" y="20283"/>
                      <a:pt x="32574" y="33175"/>
                      <a:pt x="23131" y="42618"/>
                    </a:cubicBezTo>
                    <a:cubicBezTo>
                      <a:pt x="9992" y="55675"/>
                      <a:pt x="5065" y="71359"/>
                      <a:pt x="56" y="88357"/>
                    </a:cubicBezTo>
                    <a:cubicBezTo>
                      <a:pt x="-519" y="71934"/>
                      <a:pt x="3341" y="55839"/>
                      <a:pt x="11224" y="41797"/>
                    </a:cubicBezTo>
                    <a:cubicBezTo>
                      <a:pt x="19107" y="27673"/>
                      <a:pt x="21817" y="15684"/>
                      <a:pt x="20175" y="0"/>
                    </a:cubicBezTo>
                    <a:cubicBezTo>
                      <a:pt x="29782" y="3531"/>
                      <a:pt x="39800" y="6159"/>
                      <a:pt x="49654" y="8622"/>
                    </a:cubicBezTo>
                    <a:close/>
                  </a:path>
                </a:pathLst>
              </a:custGeom>
              <a:solidFill>
                <a:schemeClr val="accent6"/>
              </a:solidFill>
              <a:ln w="0" cap="flat">
                <a:noFill/>
                <a:prstDash val="solid"/>
                <a:miter/>
              </a:ln>
            </p:spPr>
            <p:txBody>
              <a:bodyPr rtlCol="0" anchor="ctr"/>
              <a:lstStyle/>
              <a:p>
                <a:endParaRPr lang="en-IN"/>
              </a:p>
            </p:txBody>
          </p:sp>
          <p:sp>
            <p:nvSpPr>
              <p:cNvPr id="1374" name="Freeform: Shape 1373">
                <a:extLst>
                  <a:ext uri="{FF2B5EF4-FFF2-40B4-BE49-F238E27FC236}">
                    <a16:creationId xmlns:a16="http://schemas.microsoft.com/office/drawing/2014/main" id="{791E2996-9C78-36E9-69DB-C43D162C408A}"/>
                  </a:ext>
                </a:extLst>
              </p:cNvPr>
              <p:cNvSpPr/>
              <p:nvPr/>
            </p:nvSpPr>
            <p:spPr>
              <a:xfrm>
                <a:off x="7244966" y="1516190"/>
                <a:ext cx="206933" cy="119350"/>
              </a:xfrm>
              <a:custGeom>
                <a:avLst/>
                <a:gdLst>
                  <a:gd name="connsiteX0" fmla="*/ 0 w 206933"/>
                  <a:gd name="connsiteY0" fmla="*/ 57646 h 119350"/>
                  <a:gd name="connsiteX1" fmla="*/ 186568 w 206933"/>
                  <a:gd name="connsiteY1" fmla="*/ 0 h 119350"/>
                  <a:gd name="connsiteX2" fmla="*/ 206933 w 206933"/>
                  <a:gd name="connsiteY2" fmla="*/ 66596 h 119350"/>
                  <a:gd name="connsiteX3" fmla="*/ 109872 w 206933"/>
                  <a:gd name="connsiteY3" fmla="*/ 119151 h 119350"/>
                  <a:gd name="connsiteX4" fmla="*/ 0 w 206933"/>
                  <a:gd name="connsiteY4" fmla="*/ 57646 h 119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933" h="119350">
                    <a:moveTo>
                      <a:pt x="0" y="57646"/>
                    </a:moveTo>
                    <a:cubicBezTo>
                      <a:pt x="61916" y="37938"/>
                      <a:pt x="124324" y="19133"/>
                      <a:pt x="186568" y="0"/>
                    </a:cubicBezTo>
                    <a:cubicBezTo>
                      <a:pt x="193384" y="22254"/>
                      <a:pt x="199953" y="44096"/>
                      <a:pt x="206933" y="66596"/>
                    </a:cubicBezTo>
                    <a:cubicBezTo>
                      <a:pt x="185501" y="102563"/>
                      <a:pt x="153640" y="121532"/>
                      <a:pt x="109872" y="119151"/>
                    </a:cubicBezTo>
                    <a:cubicBezTo>
                      <a:pt x="66104" y="116770"/>
                      <a:pt x="25702" y="94270"/>
                      <a:pt x="0" y="57646"/>
                    </a:cubicBezTo>
                    <a:close/>
                  </a:path>
                </a:pathLst>
              </a:custGeom>
              <a:solidFill>
                <a:schemeClr val="bg1">
                  <a:lumMod val="85000"/>
                </a:schemeClr>
              </a:solidFill>
              <a:ln w="0" cap="flat">
                <a:noFill/>
                <a:prstDash val="solid"/>
                <a:miter/>
              </a:ln>
            </p:spPr>
            <p:txBody>
              <a:bodyPr rtlCol="0" anchor="ctr"/>
              <a:lstStyle/>
              <a:p>
                <a:endParaRPr lang="en-IN"/>
              </a:p>
            </p:txBody>
          </p:sp>
          <p:sp>
            <p:nvSpPr>
              <p:cNvPr id="1376" name="Freeform: Shape 1375">
                <a:extLst>
                  <a:ext uri="{FF2B5EF4-FFF2-40B4-BE49-F238E27FC236}">
                    <a16:creationId xmlns:a16="http://schemas.microsoft.com/office/drawing/2014/main" id="{A60E6226-9D09-335C-82F7-1D49754EC734}"/>
                  </a:ext>
                </a:extLst>
              </p:cNvPr>
              <p:cNvSpPr/>
              <p:nvPr/>
            </p:nvSpPr>
            <p:spPr>
              <a:xfrm>
                <a:off x="6893929" y="1003331"/>
                <a:ext cx="873630" cy="604872"/>
              </a:xfrm>
              <a:custGeom>
                <a:avLst/>
                <a:gdLst>
                  <a:gd name="connsiteX0" fmla="*/ 867878 w 873630"/>
                  <a:gd name="connsiteY0" fmla="*/ 175689 h 604872"/>
                  <a:gd name="connsiteX1" fmla="*/ 757513 w 873630"/>
                  <a:gd name="connsiteY1" fmla="*/ 411773 h 604872"/>
                  <a:gd name="connsiteX2" fmla="*/ 652815 w 873630"/>
                  <a:gd name="connsiteY2" fmla="*/ 598835 h 604872"/>
                  <a:gd name="connsiteX3" fmla="*/ 611674 w 873630"/>
                  <a:gd name="connsiteY3" fmla="*/ 603844 h 604872"/>
                  <a:gd name="connsiteX4" fmla="*/ 517651 w 873630"/>
                  <a:gd name="connsiteY4" fmla="*/ 545787 h 604872"/>
                  <a:gd name="connsiteX5" fmla="*/ 507387 w 873630"/>
                  <a:gd name="connsiteY5" fmla="*/ 532074 h 604872"/>
                  <a:gd name="connsiteX6" fmla="*/ 1221 w 873630"/>
                  <a:gd name="connsiteY6" fmla="*/ 233170 h 604872"/>
                  <a:gd name="connsiteX7" fmla="*/ 9022 w 873630"/>
                  <a:gd name="connsiteY7" fmla="*/ 184886 h 604872"/>
                  <a:gd name="connsiteX8" fmla="*/ 285098 w 873630"/>
                  <a:gd name="connsiteY8" fmla="*/ 13427 h 604872"/>
                  <a:gd name="connsiteX9" fmla="*/ 660780 w 873630"/>
                  <a:gd name="connsiteY9" fmla="*/ 7350 h 604872"/>
                  <a:gd name="connsiteX10" fmla="*/ 867878 w 873630"/>
                  <a:gd name="connsiteY10" fmla="*/ 175771 h 604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3630" h="604872">
                    <a:moveTo>
                      <a:pt x="867878" y="175689"/>
                    </a:moveTo>
                    <a:cubicBezTo>
                      <a:pt x="828051" y="346162"/>
                      <a:pt x="811382" y="285150"/>
                      <a:pt x="757513" y="411773"/>
                    </a:cubicBezTo>
                    <a:cubicBezTo>
                      <a:pt x="727294" y="482722"/>
                      <a:pt x="763261" y="565742"/>
                      <a:pt x="652815" y="598835"/>
                    </a:cubicBezTo>
                    <a:cubicBezTo>
                      <a:pt x="642058" y="602037"/>
                      <a:pt x="624320" y="607046"/>
                      <a:pt x="611674" y="603844"/>
                    </a:cubicBezTo>
                    <a:cubicBezTo>
                      <a:pt x="572833" y="593990"/>
                      <a:pt x="544175" y="575596"/>
                      <a:pt x="517651" y="545787"/>
                    </a:cubicBezTo>
                    <a:cubicBezTo>
                      <a:pt x="513956" y="541682"/>
                      <a:pt x="510671" y="536180"/>
                      <a:pt x="507387" y="532074"/>
                    </a:cubicBezTo>
                    <a:cubicBezTo>
                      <a:pt x="237798" y="652046"/>
                      <a:pt x="49095" y="520660"/>
                      <a:pt x="1221" y="233170"/>
                    </a:cubicBezTo>
                    <a:cubicBezTo>
                      <a:pt x="-421" y="223480"/>
                      <a:pt x="-2228" y="205661"/>
                      <a:pt x="9022" y="184886"/>
                    </a:cubicBezTo>
                    <a:cubicBezTo>
                      <a:pt x="64615" y="82815"/>
                      <a:pt x="158474" y="17779"/>
                      <a:pt x="285098" y="13427"/>
                    </a:cubicBezTo>
                    <a:cubicBezTo>
                      <a:pt x="437423" y="8253"/>
                      <a:pt x="471502" y="66967"/>
                      <a:pt x="660780" y="7350"/>
                    </a:cubicBezTo>
                    <a:cubicBezTo>
                      <a:pt x="730907" y="-14739"/>
                      <a:pt x="907622" y="5215"/>
                      <a:pt x="867878" y="175771"/>
                    </a:cubicBezTo>
                    <a:close/>
                  </a:path>
                </a:pathLst>
              </a:custGeom>
              <a:solidFill>
                <a:schemeClr val="bg1"/>
              </a:solidFill>
              <a:ln w="0" cap="flat">
                <a:noFill/>
                <a:prstDash val="solid"/>
                <a:miter/>
              </a:ln>
            </p:spPr>
            <p:txBody>
              <a:bodyPr rtlCol="0" anchor="ctr"/>
              <a:lstStyle/>
              <a:p>
                <a:endParaRPr lang="en-IN"/>
              </a:p>
            </p:txBody>
          </p:sp>
          <p:sp>
            <p:nvSpPr>
              <p:cNvPr id="1377" name="Freeform: Shape 1376">
                <a:extLst>
                  <a:ext uri="{FF2B5EF4-FFF2-40B4-BE49-F238E27FC236}">
                    <a16:creationId xmlns:a16="http://schemas.microsoft.com/office/drawing/2014/main" id="{FBB465A5-75A9-2609-9C33-C617892A7A29}"/>
                  </a:ext>
                </a:extLst>
              </p:cNvPr>
              <p:cNvSpPr/>
              <p:nvPr/>
            </p:nvSpPr>
            <p:spPr>
              <a:xfrm>
                <a:off x="6894523" y="1184850"/>
                <a:ext cx="517221" cy="394939"/>
              </a:xfrm>
              <a:custGeom>
                <a:avLst/>
                <a:gdLst>
                  <a:gd name="connsiteX0" fmla="*/ 517140 w 517221"/>
                  <a:gd name="connsiteY0" fmla="*/ 364268 h 394939"/>
                  <a:gd name="connsiteX1" fmla="*/ 506957 w 517221"/>
                  <a:gd name="connsiteY1" fmla="*/ 350391 h 394939"/>
                  <a:gd name="connsiteX2" fmla="*/ 381 w 517221"/>
                  <a:gd name="connsiteY2" fmla="*/ 52390 h 394939"/>
                  <a:gd name="connsiteX3" fmla="*/ 6950 w 517221"/>
                  <a:gd name="connsiteY3" fmla="*/ 5994 h 394939"/>
                  <a:gd name="connsiteX4" fmla="*/ 23948 w 517221"/>
                  <a:gd name="connsiteY4" fmla="*/ 0 h 394939"/>
                  <a:gd name="connsiteX5" fmla="*/ 96950 w 517221"/>
                  <a:gd name="connsiteY5" fmla="*/ 24142 h 394939"/>
                  <a:gd name="connsiteX6" fmla="*/ 116411 w 517221"/>
                  <a:gd name="connsiteY6" fmla="*/ 145921 h 394939"/>
                  <a:gd name="connsiteX7" fmla="*/ 65992 w 517221"/>
                  <a:gd name="connsiteY7" fmla="*/ 113978 h 394939"/>
                  <a:gd name="connsiteX8" fmla="*/ 94322 w 517221"/>
                  <a:gd name="connsiteY8" fmla="*/ 217526 h 394939"/>
                  <a:gd name="connsiteX9" fmla="*/ 99167 w 517221"/>
                  <a:gd name="connsiteY9" fmla="*/ 189771 h 394939"/>
                  <a:gd name="connsiteX10" fmla="*/ 188017 w 517221"/>
                  <a:gd name="connsiteY10" fmla="*/ 319679 h 394939"/>
                  <a:gd name="connsiteX11" fmla="*/ 166913 w 517221"/>
                  <a:gd name="connsiteY11" fmla="*/ 262526 h 394939"/>
                  <a:gd name="connsiteX12" fmla="*/ 325316 w 517221"/>
                  <a:gd name="connsiteY12" fmla="*/ 348338 h 394939"/>
                  <a:gd name="connsiteX13" fmla="*/ 298628 w 517221"/>
                  <a:gd name="connsiteY13" fmla="*/ 310975 h 394939"/>
                  <a:gd name="connsiteX14" fmla="*/ 413344 w 517221"/>
                  <a:gd name="connsiteY14" fmla="*/ 343657 h 394939"/>
                  <a:gd name="connsiteX15" fmla="*/ 446519 w 517221"/>
                  <a:gd name="connsiteY15" fmla="*/ 343657 h 394939"/>
                  <a:gd name="connsiteX16" fmla="*/ 453417 w 517221"/>
                  <a:gd name="connsiteY16" fmla="*/ 300710 h 394939"/>
                  <a:gd name="connsiteX17" fmla="*/ 517222 w 517221"/>
                  <a:gd name="connsiteY17" fmla="*/ 364351 h 39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7221" h="394939">
                    <a:moveTo>
                      <a:pt x="517140" y="364268"/>
                    </a:moveTo>
                    <a:cubicBezTo>
                      <a:pt x="513526" y="359752"/>
                      <a:pt x="510078" y="354907"/>
                      <a:pt x="506957" y="350391"/>
                    </a:cubicBezTo>
                    <a:cubicBezTo>
                      <a:pt x="236876" y="471184"/>
                      <a:pt x="49158" y="337909"/>
                      <a:pt x="381" y="52390"/>
                    </a:cubicBezTo>
                    <a:cubicBezTo>
                      <a:pt x="-1261" y="42783"/>
                      <a:pt x="2680" y="16834"/>
                      <a:pt x="6950" y="5994"/>
                    </a:cubicBezTo>
                    <a:cubicBezTo>
                      <a:pt x="12616" y="2956"/>
                      <a:pt x="18118" y="1724"/>
                      <a:pt x="23948" y="0"/>
                    </a:cubicBezTo>
                    <a:cubicBezTo>
                      <a:pt x="48419" y="7719"/>
                      <a:pt x="72890" y="15192"/>
                      <a:pt x="96950" y="24142"/>
                    </a:cubicBezTo>
                    <a:cubicBezTo>
                      <a:pt x="93994" y="67253"/>
                      <a:pt x="101713" y="105520"/>
                      <a:pt x="116411" y="145921"/>
                    </a:cubicBezTo>
                    <a:cubicBezTo>
                      <a:pt x="98017" y="137381"/>
                      <a:pt x="81430" y="127116"/>
                      <a:pt x="65992" y="113978"/>
                    </a:cubicBezTo>
                    <a:cubicBezTo>
                      <a:pt x="66485" y="151833"/>
                      <a:pt x="75518" y="184598"/>
                      <a:pt x="94322" y="217526"/>
                    </a:cubicBezTo>
                    <a:cubicBezTo>
                      <a:pt x="93337" y="207508"/>
                      <a:pt x="94897" y="198804"/>
                      <a:pt x="99167" y="189771"/>
                    </a:cubicBezTo>
                    <a:cubicBezTo>
                      <a:pt x="116986" y="242983"/>
                      <a:pt x="144824" y="283959"/>
                      <a:pt x="188017" y="319679"/>
                    </a:cubicBezTo>
                    <a:cubicBezTo>
                      <a:pt x="181037" y="300628"/>
                      <a:pt x="173975" y="281577"/>
                      <a:pt x="166913" y="262526"/>
                    </a:cubicBezTo>
                    <a:cubicBezTo>
                      <a:pt x="206493" y="318612"/>
                      <a:pt x="256584" y="346285"/>
                      <a:pt x="325316" y="348338"/>
                    </a:cubicBezTo>
                    <a:cubicBezTo>
                      <a:pt x="316447" y="335856"/>
                      <a:pt x="307661" y="323375"/>
                      <a:pt x="298628" y="310975"/>
                    </a:cubicBezTo>
                    <a:cubicBezTo>
                      <a:pt x="335580" y="330683"/>
                      <a:pt x="371137" y="338730"/>
                      <a:pt x="413344" y="343657"/>
                    </a:cubicBezTo>
                    <a:cubicBezTo>
                      <a:pt x="424594" y="344971"/>
                      <a:pt x="430014" y="347845"/>
                      <a:pt x="446519" y="343657"/>
                    </a:cubicBezTo>
                    <a:cubicBezTo>
                      <a:pt x="463025" y="339387"/>
                      <a:pt x="469758" y="317462"/>
                      <a:pt x="453417" y="300710"/>
                    </a:cubicBezTo>
                    <a:cubicBezTo>
                      <a:pt x="480269" y="317791"/>
                      <a:pt x="500634" y="337499"/>
                      <a:pt x="517222" y="364351"/>
                    </a:cubicBezTo>
                    <a:close/>
                  </a:path>
                </a:pathLst>
              </a:custGeom>
              <a:solidFill>
                <a:schemeClr val="bg1">
                  <a:lumMod val="85000"/>
                </a:schemeClr>
              </a:solidFill>
              <a:ln w="0" cap="flat">
                <a:noFill/>
                <a:prstDash val="solid"/>
                <a:miter/>
              </a:ln>
            </p:spPr>
            <p:txBody>
              <a:bodyPr rtlCol="0" anchor="ctr"/>
              <a:lstStyle/>
              <a:p>
                <a:endParaRPr lang="en-IN"/>
              </a:p>
            </p:txBody>
          </p:sp>
          <p:sp>
            <p:nvSpPr>
              <p:cNvPr id="1378" name="Freeform: Shape 1377">
                <a:extLst>
                  <a:ext uri="{FF2B5EF4-FFF2-40B4-BE49-F238E27FC236}">
                    <a16:creationId xmlns:a16="http://schemas.microsoft.com/office/drawing/2014/main" id="{791FC06B-9D6C-2EF0-C57C-4B6652BB290D}"/>
                  </a:ext>
                </a:extLst>
              </p:cNvPr>
              <p:cNvSpPr/>
              <p:nvPr/>
            </p:nvSpPr>
            <p:spPr>
              <a:xfrm>
                <a:off x="6783964" y="993709"/>
                <a:ext cx="89310" cy="56387"/>
              </a:xfrm>
              <a:custGeom>
                <a:avLst/>
                <a:gdLst>
                  <a:gd name="connsiteX0" fmla="*/ 0 w 89310"/>
                  <a:gd name="connsiteY0" fmla="*/ 6297 h 56387"/>
                  <a:gd name="connsiteX1" fmla="*/ 59370 w 89310"/>
                  <a:gd name="connsiteY1" fmla="*/ 4244 h 56387"/>
                  <a:gd name="connsiteX2" fmla="*/ 82363 w 89310"/>
                  <a:gd name="connsiteY2" fmla="*/ 56388 h 56387"/>
                  <a:gd name="connsiteX3" fmla="*/ 5009 w 89310"/>
                  <a:gd name="connsiteY3" fmla="*/ 23459 h 56387"/>
                  <a:gd name="connsiteX4" fmla="*/ 0 w 89310"/>
                  <a:gd name="connsiteY4" fmla="*/ 6297 h 5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10" h="56387">
                    <a:moveTo>
                      <a:pt x="0" y="6297"/>
                    </a:moveTo>
                    <a:cubicBezTo>
                      <a:pt x="21186" y="384"/>
                      <a:pt x="35967" y="-3311"/>
                      <a:pt x="59370" y="4244"/>
                    </a:cubicBezTo>
                    <a:cubicBezTo>
                      <a:pt x="82855" y="11798"/>
                      <a:pt x="99279" y="30849"/>
                      <a:pt x="82363" y="56388"/>
                    </a:cubicBezTo>
                    <a:cubicBezTo>
                      <a:pt x="70784" y="18450"/>
                      <a:pt x="39662" y="14837"/>
                      <a:pt x="5009" y="23459"/>
                    </a:cubicBezTo>
                    <a:cubicBezTo>
                      <a:pt x="3449" y="17629"/>
                      <a:pt x="2053" y="12209"/>
                      <a:pt x="0" y="6297"/>
                    </a:cubicBezTo>
                    <a:close/>
                  </a:path>
                </a:pathLst>
              </a:custGeom>
              <a:solidFill>
                <a:srgbClr val="B22828"/>
              </a:solidFill>
              <a:ln w="0" cap="flat">
                <a:noFill/>
                <a:prstDash val="solid"/>
                <a:miter/>
              </a:ln>
            </p:spPr>
            <p:txBody>
              <a:bodyPr rtlCol="0" anchor="ctr"/>
              <a:lstStyle/>
              <a:p>
                <a:endParaRPr lang="en-IN"/>
              </a:p>
            </p:txBody>
          </p:sp>
          <p:sp>
            <p:nvSpPr>
              <p:cNvPr id="1379" name="Freeform: Shape 1378">
                <a:extLst>
                  <a:ext uri="{FF2B5EF4-FFF2-40B4-BE49-F238E27FC236}">
                    <a16:creationId xmlns:a16="http://schemas.microsoft.com/office/drawing/2014/main" id="{2B7EBFF1-AB80-342D-FF0B-54476A8C4E20}"/>
                  </a:ext>
                </a:extLst>
              </p:cNvPr>
              <p:cNvSpPr/>
              <p:nvPr/>
            </p:nvSpPr>
            <p:spPr>
              <a:xfrm>
                <a:off x="6700816" y="862764"/>
                <a:ext cx="80689" cy="150691"/>
              </a:xfrm>
              <a:custGeom>
                <a:avLst/>
                <a:gdLst>
                  <a:gd name="connsiteX0" fmla="*/ 39627 w 80689"/>
                  <a:gd name="connsiteY0" fmla="*/ 136420 h 150691"/>
                  <a:gd name="connsiteX1" fmla="*/ 10475 w 80689"/>
                  <a:gd name="connsiteY1" fmla="*/ 116794 h 150691"/>
                  <a:gd name="connsiteX2" fmla="*/ 14171 w 80689"/>
                  <a:gd name="connsiteY2" fmla="*/ 74422 h 150691"/>
                  <a:gd name="connsiteX3" fmla="*/ 1278 w 80689"/>
                  <a:gd name="connsiteY3" fmla="*/ 34021 h 150691"/>
                  <a:gd name="connsiteX4" fmla="*/ 20001 w 80689"/>
                  <a:gd name="connsiteY4" fmla="*/ 30818 h 150691"/>
                  <a:gd name="connsiteX5" fmla="*/ 18194 w 80689"/>
                  <a:gd name="connsiteY5" fmla="*/ 9058 h 150691"/>
                  <a:gd name="connsiteX6" fmla="*/ 47017 w 80689"/>
                  <a:gd name="connsiteY6" fmla="*/ 17516 h 150691"/>
                  <a:gd name="connsiteX7" fmla="*/ 73541 w 80689"/>
                  <a:gd name="connsiteY7" fmla="*/ 5034 h 150691"/>
                  <a:gd name="connsiteX8" fmla="*/ 72309 w 80689"/>
                  <a:gd name="connsiteY8" fmla="*/ 38291 h 150691"/>
                  <a:gd name="connsiteX9" fmla="*/ 53012 w 80689"/>
                  <a:gd name="connsiteY9" fmla="*/ 150462 h 150691"/>
                  <a:gd name="connsiteX10" fmla="*/ 39545 w 80689"/>
                  <a:gd name="connsiteY10" fmla="*/ 136256 h 15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689" h="150691">
                    <a:moveTo>
                      <a:pt x="39627" y="136420"/>
                    </a:moveTo>
                    <a:cubicBezTo>
                      <a:pt x="25831" y="139048"/>
                      <a:pt x="16224" y="127059"/>
                      <a:pt x="10475" y="116794"/>
                    </a:cubicBezTo>
                    <a:cubicBezTo>
                      <a:pt x="4809" y="106530"/>
                      <a:pt x="-10875" y="65800"/>
                      <a:pt x="14171" y="74422"/>
                    </a:cubicBezTo>
                    <a:cubicBezTo>
                      <a:pt x="3660" y="62269"/>
                      <a:pt x="-2910" y="51758"/>
                      <a:pt x="1278" y="34021"/>
                    </a:cubicBezTo>
                    <a:cubicBezTo>
                      <a:pt x="4317" y="21375"/>
                      <a:pt x="16141" y="36320"/>
                      <a:pt x="20001" y="30818"/>
                    </a:cubicBezTo>
                    <a:cubicBezTo>
                      <a:pt x="23778" y="25399"/>
                      <a:pt x="12693" y="14149"/>
                      <a:pt x="18194" y="9058"/>
                    </a:cubicBezTo>
                    <a:cubicBezTo>
                      <a:pt x="30594" y="-2357"/>
                      <a:pt x="38888" y="7497"/>
                      <a:pt x="47017" y="17516"/>
                    </a:cubicBezTo>
                    <a:cubicBezTo>
                      <a:pt x="49973" y="8154"/>
                      <a:pt x="66889" y="-8351"/>
                      <a:pt x="73541" y="5034"/>
                    </a:cubicBezTo>
                    <a:cubicBezTo>
                      <a:pt x="80192" y="18419"/>
                      <a:pt x="86105" y="18747"/>
                      <a:pt x="72309" y="38291"/>
                    </a:cubicBezTo>
                    <a:cubicBezTo>
                      <a:pt x="58514" y="57835"/>
                      <a:pt x="50220" y="120572"/>
                      <a:pt x="53012" y="150462"/>
                    </a:cubicBezTo>
                    <a:cubicBezTo>
                      <a:pt x="53176" y="152515"/>
                      <a:pt x="39216" y="140198"/>
                      <a:pt x="39545" y="136256"/>
                    </a:cubicBezTo>
                    <a:close/>
                  </a:path>
                </a:pathLst>
              </a:custGeom>
              <a:solidFill>
                <a:srgbClr val="C00000"/>
              </a:solidFill>
              <a:ln w="0" cap="flat">
                <a:noFill/>
                <a:prstDash val="solid"/>
                <a:miter/>
              </a:ln>
            </p:spPr>
            <p:txBody>
              <a:bodyPr rtlCol="0" anchor="ctr"/>
              <a:lstStyle/>
              <a:p>
                <a:endParaRPr lang="en-IN"/>
              </a:p>
            </p:txBody>
          </p:sp>
          <p:sp>
            <p:nvSpPr>
              <p:cNvPr id="1380" name="Freeform: Shape 1379">
                <a:extLst>
                  <a:ext uri="{FF2B5EF4-FFF2-40B4-BE49-F238E27FC236}">
                    <a16:creationId xmlns:a16="http://schemas.microsoft.com/office/drawing/2014/main" id="{B192D3E8-97E4-6795-02C1-17E04D6F7943}"/>
                  </a:ext>
                </a:extLst>
              </p:cNvPr>
              <p:cNvSpPr/>
              <p:nvPr/>
            </p:nvSpPr>
            <p:spPr>
              <a:xfrm>
                <a:off x="6733729" y="857724"/>
                <a:ext cx="451238" cy="441412"/>
              </a:xfrm>
              <a:custGeom>
                <a:avLst/>
                <a:gdLst>
                  <a:gd name="connsiteX0" fmla="*/ 378618 w 451238"/>
                  <a:gd name="connsiteY0" fmla="*/ 165849 h 441412"/>
                  <a:gd name="connsiteX1" fmla="*/ 398819 w 451238"/>
                  <a:gd name="connsiteY1" fmla="*/ 236058 h 441412"/>
                  <a:gd name="connsiteX2" fmla="*/ 336328 w 451238"/>
                  <a:gd name="connsiteY2" fmla="*/ 230639 h 441412"/>
                  <a:gd name="connsiteX3" fmla="*/ 347414 w 451238"/>
                  <a:gd name="connsiteY3" fmla="*/ 297399 h 441412"/>
                  <a:gd name="connsiteX4" fmla="*/ 303975 w 451238"/>
                  <a:gd name="connsiteY4" fmla="*/ 305529 h 441412"/>
                  <a:gd name="connsiteX5" fmla="*/ 259057 w 451238"/>
                  <a:gd name="connsiteY5" fmla="*/ 340428 h 441412"/>
                  <a:gd name="connsiteX6" fmla="*/ 228838 w 451238"/>
                  <a:gd name="connsiteY6" fmla="*/ 407764 h 441412"/>
                  <a:gd name="connsiteX7" fmla="*/ 191475 w 451238"/>
                  <a:gd name="connsiteY7" fmla="*/ 350282 h 441412"/>
                  <a:gd name="connsiteX8" fmla="*/ 165198 w 451238"/>
                  <a:gd name="connsiteY8" fmla="*/ 439461 h 441412"/>
                  <a:gd name="connsiteX9" fmla="*/ 148200 w 451238"/>
                  <a:gd name="connsiteY9" fmla="*/ 365638 h 441412"/>
                  <a:gd name="connsiteX10" fmla="*/ 152634 w 451238"/>
                  <a:gd name="connsiteY10" fmla="*/ 335419 h 441412"/>
                  <a:gd name="connsiteX11" fmla="*/ 154194 w 451238"/>
                  <a:gd name="connsiteY11" fmla="*/ 227682 h 441412"/>
                  <a:gd name="connsiteX12" fmla="*/ 97041 w 451238"/>
                  <a:gd name="connsiteY12" fmla="*/ 198203 h 441412"/>
                  <a:gd name="connsiteX13" fmla="*/ 47361 w 451238"/>
                  <a:gd name="connsiteY13" fmla="*/ 180383 h 441412"/>
                  <a:gd name="connsiteX14" fmla="*/ 54177 w 451238"/>
                  <a:gd name="connsiteY14" fmla="*/ 17136 h 441412"/>
                  <a:gd name="connsiteX15" fmla="*/ 195992 w 451238"/>
                  <a:gd name="connsiteY15" fmla="*/ 21570 h 441412"/>
                  <a:gd name="connsiteX16" fmla="*/ 262999 w 451238"/>
                  <a:gd name="connsiteY16" fmla="*/ 65256 h 441412"/>
                  <a:gd name="connsiteX17" fmla="*/ 447432 w 451238"/>
                  <a:gd name="connsiteY17" fmla="*/ 164124 h 441412"/>
                  <a:gd name="connsiteX18" fmla="*/ 378618 w 451238"/>
                  <a:gd name="connsiteY18" fmla="*/ 165767 h 4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1238" h="441412">
                    <a:moveTo>
                      <a:pt x="378618" y="165849"/>
                    </a:moveTo>
                    <a:cubicBezTo>
                      <a:pt x="389211" y="174881"/>
                      <a:pt x="408755" y="228257"/>
                      <a:pt x="398819" y="236058"/>
                    </a:cubicBezTo>
                    <a:cubicBezTo>
                      <a:pt x="377715" y="252810"/>
                      <a:pt x="357597" y="225219"/>
                      <a:pt x="336328" y="230639"/>
                    </a:cubicBezTo>
                    <a:cubicBezTo>
                      <a:pt x="320398" y="246733"/>
                      <a:pt x="345115" y="280976"/>
                      <a:pt x="347414" y="297399"/>
                    </a:cubicBezTo>
                    <a:cubicBezTo>
                      <a:pt x="354148" y="344945"/>
                      <a:pt x="322451" y="337226"/>
                      <a:pt x="303975" y="305529"/>
                    </a:cubicBezTo>
                    <a:cubicBezTo>
                      <a:pt x="304467" y="331888"/>
                      <a:pt x="284102" y="366952"/>
                      <a:pt x="259057" y="340428"/>
                    </a:cubicBezTo>
                    <a:cubicBezTo>
                      <a:pt x="245261" y="358165"/>
                      <a:pt x="256347" y="402590"/>
                      <a:pt x="228838" y="407764"/>
                    </a:cubicBezTo>
                    <a:cubicBezTo>
                      <a:pt x="207652" y="411705"/>
                      <a:pt x="193528" y="366705"/>
                      <a:pt x="191475" y="350282"/>
                    </a:cubicBezTo>
                    <a:cubicBezTo>
                      <a:pt x="188930" y="360875"/>
                      <a:pt x="177844" y="456130"/>
                      <a:pt x="165198" y="439461"/>
                    </a:cubicBezTo>
                    <a:cubicBezTo>
                      <a:pt x="150745" y="420410"/>
                      <a:pt x="147625" y="389616"/>
                      <a:pt x="148200" y="365638"/>
                    </a:cubicBezTo>
                    <a:cubicBezTo>
                      <a:pt x="148446" y="355291"/>
                      <a:pt x="150992" y="343713"/>
                      <a:pt x="152634" y="335419"/>
                    </a:cubicBezTo>
                    <a:cubicBezTo>
                      <a:pt x="159942" y="298467"/>
                      <a:pt x="179650" y="259790"/>
                      <a:pt x="154194" y="227682"/>
                    </a:cubicBezTo>
                    <a:cubicBezTo>
                      <a:pt x="139988" y="209699"/>
                      <a:pt x="117570" y="206743"/>
                      <a:pt x="97041" y="198203"/>
                    </a:cubicBezTo>
                    <a:cubicBezTo>
                      <a:pt x="82014" y="191962"/>
                      <a:pt x="62306" y="190155"/>
                      <a:pt x="47361" y="180383"/>
                    </a:cubicBezTo>
                    <a:cubicBezTo>
                      <a:pt x="-17757" y="137929"/>
                      <a:pt x="-15951" y="55238"/>
                      <a:pt x="54177" y="17136"/>
                    </a:cubicBezTo>
                    <a:cubicBezTo>
                      <a:pt x="103282" y="-9552"/>
                      <a:pt x="144176" y="-2736"/>
                      <a:pt x="195992" y="21570"/>
                    </a:cubicBezTo>
                    <a:cubicBezTo>
                      <a:pt x="213236" y="29700"/>
                      <a:pt x="246739" y="52610"/>
                      <a:pt x="262999" y="65256"/>
                    </a:cubicBezTo>
                    <a:cubicBezTo>
                      <a:pt x="308984" y="101141"/>
                      <a:pt x="423865" y="129307"/>
                      <a:pt x="447432" y="164124"/>
                    </a:cubicBezTo>
                    <a:cubicBezTo>
                      <a:pt x="470917" y="198942"/>
                      <a:pt x="378044" y="170037"/>
                      <a:pt x="378618" y="165767"/>
                    </a:cubicBezTo>
                    <a:close/>
                  </a:path>
                </a:pathLst>
              </a:custGeom>
              <a:solidFill>
                <a:schemeClr val="bg1"/>
              </a:solidFill>
              <a:ln w="0" cap="flat">
                <a:noFill/>
                <a:prstDash val="solid"/>
                <a:miter/>
              </a:ln>
            </p:spPr>
            <p:txBody>
              <a:bodyPr rtlCol="0" anchor="ctr"/>
              <a:lstStyle/>
              <a:p>
                <a:endParaRPr lang="en-IN"/>
              </a:p>
            </p:txBody>
          </p:sp>
          <p:sp>
            <p:nvSpPr>
              <p:cNvPr id="1381" name="Freeform: Shape 1380">
                <a:extLst>
                  <a:ext uri="{FF2B5EF4-FFF2-40B4-BE49-F238E27FC236}">
                    <a16:creationId xmlns:a16="http://schemas.microsoft.com/office/drawing/2014/main" id="{9D510343-15D3-3F7E-886E-BF821834DE08}"/>
                  </a:ext>
                </a:extLst>
              </p:cNvPr>
              <p:cNvSpPr/>
              <p:nvPr/>
            </p:nvSpPr>
            <p:spPr>
              <a:xfrm>
                <a:off x="6831263" y="972497"/>
                <a:ext cx="98786" cy="220236"/>
              </a:xfrm>
              <a:custGeom>
                <a:avLst/>
                <a:gdLst>
                  <a:gd name="connsiteX0" fmla="*/ 98786 w 98786"/>
                  <a:gd name="connsiteY0" fmla="*/ 92627 h 220236"/>
                  <a:gd name="connsiteX1" fmla="*/ 90082 w 98786"/>
                  <a:gd name="connsiteY1" fmla="*/ 131961 h 220236"/>
                  <a:gd name="connsiteX2" fmla="*/ 87208 w 98786"/>
                  <a:gd name="connsiteY2" fmla="*/ 180738 h 220236"/>
                  <a:gd name="connsiteX3" fmla="*/ 55264 w 98786"/>
                  <a:gd name="connsiteY3" fmla="*/ 220236 h 220236"/>
                  <a:gd name="connsiteX4" fmla="*/ 56825 w 98786"/>
                  <a:gd name="connsiteY4" fmla="*/ 112910 h 220236"/>
                  <a:gd name="connsiteX5" fmla="*/ 0 w 98786"/>
                  <a:gd name="connsiteY5" fmla="*/ 83266 h 220236"/>
                  <a:gd name="connsiteX6" fmla="*/ 15766 w 98786"/>
                  <a:gd name="connsiteY6" fmla="*/ 0 h 220236"/>
                  <a:gd name="connsiteX7" fmla="*/ 98704 w 98786"/>
                  <a:gd name="connsiteY7" fmla="*/ 92545 h 22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786" h="220236">
                    <a:moveTo>
                      <a:pt x="98786" y="92627"/>
                    </a:moveTo>
                    <a:cubicBezTo>
                      <a:pt x="98786" y="108476"/>
                      <a:pt x="91724" y="118001"/>
                      <a:pt x="90082" y="131961"/>
                    </a:cubicBezTo>
                    <a:cubicBezTo>
                      <a:pt x="88029" y="149370"/>
                      <a:pt x="90574" y="163165"/>
                      <a:pt x="87208" y="180738"/>
                    </a:cubicBezTo>
                    <a:cubicBezTo>
                      <a:pt x="83841" y="198311"/>
                      <a:pt x="72427" y="213503"/>
                      <a:pt x="55264" y="220236"/>
                    </a:cubicBezTo>
                    <a:cubicBezTo>
                      <a:pt x="62573" y="184680"/>
                      <a:pt x="81870" y="144689"/>
                      <a:pt x="56825" y="112910"/>
                    </a:cubicBezTo>
                    <a:cubicBezTo>
                      <a:pt x="42783" y="95091"/>
                      <a:pt x="19051" y="92135"/>
                      <a:pt x="0" y="83266"/>
                    </a:cubicBezTo>
                    <a:cubicBezTo>
                      <a:pt x="4927" y="55757"/>
                      <a:pt x="11250" y="27755"/>
                      <a:pt x="15766" y="0"/>
                    </a:cubicBezTo>
                    <a:cubicBezTo>
                      <a:pt x="61177" y="15109"/>
                      <a:pt x="98786" y="42208"/>
                      <a:pt x="98704" y="92545"/>
                    </a:cubicBezTo>
                    <a:close/>
                  </a:path>
                </a:pathLst>
              </a:custGeom>
              <a:solidFill>
                <a:schemeClr val="bg1">
                  <a:lumMod val="85000"/>
                </a:schemeClr>
              </a:solidFill>
              <a:ln w="0" cap="flat">
                <a:noFill/>
                <a:prstDash val="solid"/>
                <a:miter/>
              </a:ln>
            </p:spPr>
            <p:txBody>
              <a:bodyPr rtlCol="0" anchor="ctr"/>
              <a:lstStyle/>
              <a:p>
                <a:endParaRPr lang="en-IN"/>
              </a:p>
            </p:txBody>
          </p:sp>
          <p:sp>
            <p:nvSpPr>
              <p:cNvPr id="1382" name="Freeform: Shape 1381">
                <a:extLst>
                  <a:ext uri="{FF2B5EF4-FFF2-40B4-BE49-F238E27FC236}">
                    <a16:creationId xmlns:a16="http://schemas.microsoft.com/office/drawing/2014/main" id="{A25599A7-38E5-69E7-97F6-D3603D27FA57}"/>
                  </a:ext>
                </a:extLst>
              </p:cNvPr>
              <p:cNvSpPr/>
              <p:nvPr/>
            </p:nvSpPr>
            <p:spPr>
              <a:xfrm>
                <a:off x="6790780" y="1019290"/>
                <a:ext cx="86724" cy="73679"/>
              </a:xfrm>
              <a:custGeom>
                <a:avLst/>
                <a:gdLst>
                  <a:gd name="connsiteX0" fmla="*/ 0 w 86724"/>
                  <a:gd name="connsiteY0" fmla="*/ 6254 h 73679"/>
                  <a:gd name="connsiteX1" fmla="*/ 26113 w 86724"/>
                  <a:gd name="connsiteY1" fmla="*/ 63736 h 73679"/>
                  <a:gd name="connsiteX2" fmla="*/ 86551 w 86724"/>
                  <a:gd name="connsiteY2" fmla="*/ 36555 h 73679"/>
                  <a:gd name="connsiteX3" fmla="*/ 0 w 86724"/>
                  <a:gd name="connsiteY3" fmla="*/ 6254 h 73679"/>
                </a:gdLst>
                <a:ahLst/>
                <a:cxnLst>
                  <a:cxn ang="0">
                    <a:pos x="connsiteX0" y="connsiteY0"/>
                  </a:cxn>
                  <a:cxn ang="0">
                    <a:pos x="connsiteX1" y="connsiteY1"/>
                  </a:cxn>
                  <a:cxn ang="0">
                    <a:pos x="connsiteX2" y="connsiteY2"/>
                  </a:cxn>
                  <a:cxn ang="0">
                    <a:pos x="connsiteX3" y="connsiteY3"/>
                  </a:cxn>
                </a:cxnLst>
                <a:rect l="l" t="t" r="r" b="b"/>
                <a:pathLst>
                  <a:path w="86724" h="73679">
                    <a:moveTo>
                      <a:pt x="0" y="6254"/>
                    </a:moveTo>
                    <a:cubicBezTo>
                      <a:pt x="6405" y="27440"/>
                      <a:pt x="9197" y="44028"/>
                      <a:pt x="26113" y="63736"/>
                    </a:cubicBezTo>
                    <a:cubicBezTo>
                      <a:pt x="43029" y="83444"/>
                      <a:pt x="82691" y="73590"/>
                      <a:pt x="86551" y="36555"/>
                    </a:cubicBezTo>
                    <a:cubicBezTo>
                      <a:pt x="90410" y="-479"/>
                      <a:pt x="29069" y="-6884"/>
                      <a:pt x="0" y="6254"/>
                    </a:cubicBezTo>
                    <a:close/>
                  </a:path>
                </a:pathLst>
              </a:custGeom>
              <a:solidFill>
                <a:srgbClr val="C00000"/>
              </a:solidFill>
              <a:ln w="0" cap="flat">
                <a:noFill/>
                <a:prstDash val="solid"/>
                <a:miter/>
              </a:ln>
            </p:spPr>
            <p:txBody>
              <a:bodyPr rtlCol="0" anchor="ctr"/>
              <a:lstStyle/>
              <a:p>
                <a:endParaRPr lang="en-IN"/>
              </a:p>
            </p:txBody>
          </p:sp>
          <p:sp>
            <p:nvSpPr>
              <p:cNvPr id="1383" name="Freeform: Shape 1382">
                <a:extLst>
                  <a:ext uri="{FF2B5EF4-FFF2-40B4-BE49-F238E27FC236}">
                    <a16:creationId xmlns:a16="http://schemas.microsoft.com/office/drawing/2014/main" id="{2640472B-EC1E-E18D-C7CF-604EB3622884}"/>
                  </a:ext>
                </a:extLst>
              </p:cNvPr>
              <p:cNvSpPr/>
              <p:nvPr/>
            </p:nvSpPr>
            <p:spPr>
              <a:xfrm>
                <a:off x="6740018" y="907221"/>
                <a:ext cx="117336" cy="133041"/>
              </a:xfrm>
              <a:custGeom>
                <a:avLst/>
                <a:gdLst>
                  <a:gd name="connsiteX0" fmla="*/ 96337 w 117336"/>
                  <a:gd name="connsiteY0" fmla="*/ 41872 h 133041"/>
                  <a:gd name="connsiteX1" fmla="*/ 88290 w 117336"/>
                  <a:gd name="connsiteY1" fmla="*/ 121361 h 133041"/>
                  <a:gd name="connsiteX2" fmla="*/ 9540 w 117336"/>
                  <a:gd name="connsiteY2" fmla="*/ 105184 h 133041"/>
                  <a:gd name="connsiteX3" fmla="*/ 46328 w 117336"/>
                  <a:gd name="connsiteY3" fmla="*/ 2128 h 133041"/>
                  <a:gd name="connsiteX4" fmla="*/ 96337 w 117336"/>
                  <a:gd name="connsiteY4" fmla="*/ 41872 h 133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6" h="133041">
                    <a:moveTo>
                      <a:pt x="96337" y="41872"/>
                    </a:moveTo>
                    <a:cubicBezTo>
                      <a:pt x="130744" y="52958"/>
                      <a:pt x="119165" y="104445"/>
                      <a:pt x="88290" y="121361"/>
                    </a:cubicBezTo>
                    <a:cubicBezTo>
                      <a:pt x="57414" y="138359"/>
                      <a:pt x="31793" y="139837"/>
                      <a:pt x="9540" y="105184"/>
                    </a:cubicBezTo>
                    <a:cubicBezTo>
                      <a:pt x="-12714" y="70531"/>
                      <a:pt x="5763" y="21179"/>
                      <a:pt x="46328" y="2128"/>
                    </a:cubicBezTo>
                    <a:cubicBezTo>
                      <a:pt x="70470" y="-9204"/>
                      <a:pt x="52569" y="27748"/>
                      <a:pt x="96337" y="41872"/>
                    </a:cubicBezTo>
                    <a:close/>
                  </a:path>
                </a:pathLst>
              </a:custGeom>
              <a:solidFill>
                <a:srgbClr val="C00000"/>
              </a:solidFill>
              <a:ln w="0" cap="flat">
                <a:noFill/>
                <a:prstDash val="solid"/>
                <a:miter/>
              </a:ln>
            </p:spPr>
            <p:txBody>
              <a:bodyPr rtlCol="0" anchor="ctr"/>
              <a:lstStyle/>
              <a:p>
                <a:endParaRPr lang="en-IN"/>
              </a:p>
            </p:txBody>
          </p:sp>
          <p:sp>
            <p:nvSpPr>
              <p:cNvPr id="1385" name="Freeform: Shape 1384">
                <a:extLst>
                  <a:ext uri="{FF2B5EF4-FFF2-40B4-BE49-F238E27FC236}">
                    <a16:creationId xmlns:a16="http://schemas.microsoft.com/office/drawing/2014/main" id="{F0A0084E-0ADC-F3CE-4A25-5913D76C0B70}"/>
                  </a:ext>
                </a:extLst>
              </p:cNvPr>
              <p:cNvSpPr/>
              <p:nvPr/>
            </p:nvSpPr>
            <p:spPr>
              <a:xfrm>
                <a:off x="6765533" y="941719"/>
                <a:ext cx="37835" cy="37340"/>
              </a:xfrm>
              <a:custGeom>
                <a:avLst/>
                <a:gdLst>
                  <a:gd name="connsiteX0" fmla="*/ 34772 w 37835"/>
                  <a:gd name="connsiteY0" fmla="*/ 8606 h 37340"/>
                  <a:gd name="connsiteX1" fmla="*/ 29024 w 37835"/>
                  <a:gd name="connsiteY1" fmla="*/ 33816 h 37340"/>
                  <a:gd name="connsiteX2" fmla="*/ 3075 w 37835"/>
                  <a:gd name="connsiteY2" fmla="*/ 29382 h 37340"/>
                  <a:gd name="connsiteX3" fmla="*/ 8741 w 37835"/>
                  <a:gd name="connsiteY3" fmla="*/ 3022 h 37340"/>
                  <a:gd name="connsiteX4" fmla="*/ 34772 w 37835"/>
                  <a:gd name="connsiteY4" fmla="*/ 8606 h 37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35" h="37340">
                    <a:moveTo>
                      <a:pt x="34772" y="8606"/>
                    </a:moveTo>
                    <a:cubicBezTo>
                      <a:pt x="40685" y="17311"/>
                      <a:pt x="37646" y="28068"/>
                      <a:pt x="29024" y="33816"/>
                    </a:cubicBezTo>
                    <a:cubicBezTo>
                      <a:pt x="20320" y="39564"/>
                      <a:pt x="8824" y="38415"/>
                      <a:pt x="3075" y="29382"/>
                    </a:cubicBezTo>
                    <a:cubicBezTo>
                      <a:pt x="-2673" y="20349"/>
                      <a:pt x="-127" y="8688"/>
                      <a:pt x="8741" y="3022"/>
                    </a:cubicBezTo>
                    <a:cubicBezTo>
                      <a:pt x="17610" y="-2644"/>
                      <a:pt x="28942" y="-98"/>
                      <a:pt x="34772" y="8606"/>
                    </a:cubicBezTo>
                    <a:close/>
                  </a:path>
                </a:pathLst>
              </a:custGeom>
              <a:solidFill>
                <a:schemeClr val="bg1"/>
              </a:solidFill>
              <a:ln w="0" cap="flat">
                <a:noFill/>
                <a:prstDash val="solid"/>
                <a:miter/>
              </a:ln>
            </p:spPr>
            <p:txBody>
              <a:bodyPr rtlCol="0" anchor="ctr"/>
              <a:lstStyle/>
              <a:p>
                <a:endParaRPr lang="en-IN"/>
              </a:p>
            </p:txBody>
          </p:sp>
          <p:sp>
            <p:nvSpPr>
              <p:cNvPr id="1386" name="Freeform: Shape 1385">
                <a:extLst>
                  <a:ext uri="{FF2B5EF4-FFF2-40B4-BE49-F238E27FC236}">
                    <a16:creationId xmlns:a16="http://schemas.microsoft.com/office/drawing/2014/main" id="{5D4F48C7-984A-6ECA-6528-97E2ACE075CB}"/>
                  </a:ext>
                </a:extLst>
              </p:cNvPr>
              <p:cNvSpPr/>
              <p:nvPr/>
            </p:nvSpPr>
            <p:spPr>
              <a:xfrm>
                <a:off x="6771509" y="952154"/>
                <a:ext cx="24923" cy="24303"/>
              </a:xfrm>
              <a:custGeom>
                <a:avLst/>
                <a:gdLst>
                  <a:gd name="connsiteX0" fmla="*/ 19188 w 24923"/>
                  <a:gd name="connsiteY0" fmla="*/ 21985 h 24303"/>
                  <a:gd name="connsiteX1" fmla="*/ 2026 w 24923"/>
                  <a:gd name="connsiteY1" fmla="*/ 19193 h 24303"/>
                  <a:gd name="connsiteX2" fmla="*/ 5803 w 24923"/>
                  <a:gd name="connsiteY2" fmla="*/ 1949 h 24303"/>
                  <a:gd name="connsiteX3" fmla="*/ 22802 w 24923"/>
                  <a:gd name="connsiteY3" fmla="*/ 5644 h 24303"/>
                  <a:gd name="connsiteX4" fmla="*/ 19188 w 24923"/>
                  <a:gd name="connsiteY4" fmla="*/ 21985 h 24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23" h="24303">
                    <a:moveTo>
                      <a:pt x="19188" y="21985"/>
                    </a:moveTo>
                    <a:cubicBezTo>
                      <a:pt x="13605" y="25681"/>
                      <a:pt x="5803" y="25106"/>
                      <a:pt x="2026" y="19193"/>
                    </a:cubicBezTo>
                    <a:cubicBezTo>
                      <a:pt x="-1751" y="13281"/>
                      <a:pt x="-109" y="5644"/>
                      <a:pt x="5803" y="1949"/>
                    </a:cubicBezTo>
                    <a:cubicBezTo>
                      <a:pt x="11634" y="-1828"/>
                      <a:pt x="18778" y="142"/>
                      <a:pt x="22802" y="5644"/>
                    </a:cubicBezTo>
                    <a:cubicBezTo>
                      <a:pt x="26825" y="11146"/>
                      <a:pt x="24854" y="18290"/>
                      <a:pt x="19188" y="21985"/>
                    </a:cubicBezTo>
                    <a:close/>
                  </a:path>
                </a:pathLst>
              </a:custGeom>
              <a:solidFill>
                <a:schemeClr val="tx1"/>
              </a:solidFill>
              <a:ln w="0" cap="flat">
                <a:noFill/>
                <a:prstDash val="solid"/>
                <a:miter/>
              </a:ln>
            </p:spPr>
            <p:txBody>
              <a:bodyPr rtlCol="0" anchor="ctr"/>
              <a:lstStyle/>
              <a:p>
                <a:endParaRPr lang="en-IN"/>
              </a:p>
            </p:txBody>
          </p:sp>
          <p:sp>
            <p:nvSpPr>
              <p:cNvPr id="1387" name="Freeform: Shape 1386">
                <a:extLst>
                  <a:ext uri="{FF2B5EF4-FFF2-40B4-BE49-F238E27FC236}">
                    <a16:creationId xmlns:a16="http://schemas.microsoft.com/office/drawing/2014/main" id="{17DFCA1F-B41F-41A1-CBE0-61741A078C54}"/>
                  </a:ext>
                </a:extLst>
              </p:cNvPr>
              <p:cNvSpPr/>
              <p:nvPr/>
            </p:nvSpPr>
            <p:spPr>
              <a:xfrm>
                <a:off x="6780918" y="950082"/>
                <a:ext cx="6093" cy="6399"/>
              </a:xfrm>
              <a:custGeom>
                <a:avLst/>
                <a:gdLst>
                  <a:gd name="connsiteX0" fmla="*/ 501 w 6093"/>
                  <a:gd name="connsiteY0" fmla="*/ 4842 h 6399"/>
                  <a:gd name="connsiteX1" fmla="*/ 1404 w 6093"/>
                  <a:gd name="connsiteY1" fmla="*/ 490 h 6399"/>
                  <a:gd name="connsiteX2" fmla="*/ 5592 w 6093"/>
                  <a:gd name="connsiteY2" fmla="*/ 1557 h 6399"/>
                  <a:gd name="connsiteX3" fmla="*/ 4689 w 6093"/>
                  <a:gd name="connsiteY3" fmla="*/ 5910 h 6399"/>
                  <a:gd name="connsiteX4" fmla="*/ 501 w 6093"/>
                  <a:gd name="connsiteY4" fmla="*/ 4842 h 6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3" h="6399">
                    <a:moveTo>
                      <a:pt x="501" y="4842"/>
                    </a:moveTo>
                    <a:cubicBezTo>
                      <a:pt x="-402" y="3364"/>
                      <a:pt x="-74" y="1475"/>
                      <a:pt x="1404" y="490"/>
                    </a:cubicBezTo>
                    <a:cubicBezTo>
                      <a:pt x="2882" y="-496"/>
                      <a:pt x="4689" y="79"/>
                      <a:pt x="5592" y="1557"/>
                    </a:cubicBezTo>
                    <a:cubicBezTo>
                      <a:pt x="6495" y="3035"/>
                      <a:pt x="6167" y="4924"/>
                      <a:pt x="4689" y="5910"/>
                    </a:cubicBezTo>
                    <a:cubicBezTo>
                      <a:pt x="3211" y="6895"/>
                      <a:pt x="1404" y="6320"/>
                      <a:pt x="501" y="4842"/>
                    </a:cubicBezTo>
                    <a:close/>
                  </a:path>
                </a:pathLst>
              </a:custGeom>
              <a:solidFill>
                <a:schemeClr val="bg1"/>
              </a:solidFill>
              <a:ln w="0" cap="flat">
                <a:noFill/>
                <a:prstDash val="solid"/>
                <a:miter/>
              </a:ln>
            </p:spPr>
            <p:txBody>
              <a:bodyPr rtlCol="0" anchor="ctr"/>
              <a:lstStyle/>
              <a:p>
                <a:endParaRPr lang="en-IN"/>
              </a:p>
            </p:txBody>
          </p:sp>
          <p:sp>
            <p:nvSpPr>
              <p:cNvPr id="1388" name="Freeform: Shape 1387">
                <a:extLst>
                  <a:ext uri="{FF2B5EF4-FFF2-40B4-BE49-F238E27FC236}">
                    <a16:creationId xmlns:a16="http://schemas.microsoft.com/office/drawing/2014/main" id="{1DB22F16-5F1B-A1EF-5687-AF01DD6C6021}"/>
                  </a:ext>
                </a:extLst>
              </p:cNvPr>
              <p:cNvSpPr/>
              <p:nvPr/>
            </p:nvSpPr>
            <p:spPr>
              <a:xfrm>
                <a:off x="6881765" y="878638"/>
                <a:ext cx="303123" cy="420515"/>
              </a:xfrm>
              <a:custGeom>
                <a:avLst/>
                <a:gdLst>
                  <a:gd name="connsiteX0" fmla="*/ 230583 w 303123"/>
                  <a:gd name="connsiteY0" fmla="*/ 144936 h 420515"/>
                  <a:gd name="connsiteX1" fmla="*/ 250783 w 303123"/>
                  <a:gd name="connsiteY1" fmla="*/ 215145 h 420515"/>
                  <a:gd name="connsiteX2" fmla="*/ 188293 w 303123"/>
                  <a:gd name="connsiteY2" fmla="*/ 209725 h 420515"/>
                  <a:gd name="connsiteX3" fmla="*/ 199379 w 303123"/>
                  <a:gd name="connsiteY3" fmla="*/ 276486 h 420515"/>
                  <a:gd name="connsiteX4" fmla="*/ 155939 w 303123"/>
                  <a:gd name="connsiteY4" fmla="*/ 284616 h 420515"/>
                  <a:gd name="connsiteX5" fmla="*/ 111021 w 303123"/>
                  <a:gd name="connsiteY5" fmla="*/ 319515 h 420515"/>
                  <a:gd name="connsiteX6" fmla="*/ 80803 w 303123"/>
                  <a:gd name="connsiteY6" fmla="*/ 386851 h 420515"/>
                  <a:gd name="connsiteX7" fmla="*/ 43440 w 303123"/>
                  <a:gd name="connsiteY7" fmla="*/ 329369 h 420515"/>
                  <a:gd name="connsiteX8" fmla="*/ 17162 w 303123"/>
                  <a:gd name="connsiteY8" fmla="*/ 418547 h 420515"/>
                  <a:gd name="connsiteX9" fmla="*/ 0 w 303123"/>
                  <a:gd name="connsiteY9" fmla="*/ 344889 h 420515"/>
                  <a:gd name="connsiteX10" fmla="*/ 15520 w 303123"/>
                  <a:gd name="connsiteY10" fmla="*/ 372644 h 420515"/>
                  <a:gd name="connsiteX11" fmla="*/ 42701 w 303123"/>
                  <a:gd name="connsiteY11" fmla="*/ 305966 h 420515"/>
                  <a:gd name="connsiteX12" fmla="*/ 87618 w 303123"/>
                  <a:gd name="connsiteY12" fmla="*/ 275911 h 420515"/>
                  <a:gd name="connsiteX13" fmla="*/ 94762 w 303123"/>
                  <a:gd name="connsiteY13" fmla="*/ 285847 h 420515"/>
                  <a:gd name="connsiteX14" fmla="*/ 107244 w 303123"/>
                  <a:gd name="connsiteY14" fmla="*/ 157499 h 420515"/>
                  <a:gd name="connsiteX15" fmla="*/ 127937 w 303123"/>
                  <a:gd name="connsiteY15" fmla="*/ 165547 h 420515"/>
                  <a:gd name="connsiteX16" fmla="*/ 118165 w 303123"/>
                  <a:gd name="connsiteY16" fmla="*/ 118412 h 420515"/>
                  <a:gd name="connsiteX17" fmla="*/ 84251 w 303123"/>
                  <a:gd name="connsiteY17" fmla="*/ 80967 h 420515"/>
                  <a:gd name="connsiteX18" fmla="*/ 111350 w 303123"/>
                  <a:gd name="connsiteY18" fmla="*/ 81788 h 420515"/>
                  <a:gd name="connsiteX19" fmla="*/ 47299 w 303123"/>
                  <a:gd name="connsiteY19" fmla="*/ 0 h 420515"/>
                  <a:gd name="connsiteX20" fmla="*/ 114552 w 303123"/>
                  <a:gd name="connsiteY20" fmla="*/ 44014 h 420515"/>
                  <a:gd name="connsiteX21" fmla="*/ 299232 w 303123"/>
                  <a:gd name="connsiteY21" fmla="*/ 143129 h 420515"/>
                  <a:gd name="connsiteX22" fmla="*/ 230419 w 303123"/>
                  <a:gd name="connsiteY22" fmla="*/ 144853 h 42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3123" h="420515">
                    <a:moveTo>
                      <a:pt x="230583" y="144936"/>
                    </a:moveTo>
                    <a:cubicBezTo>
                      <a:pt x="241094" y="153968"/>
                      <a:pt x="260720" y="207344"/>
                      <a:pt x="250783" y="215145"/>
                    </a:cubicBezTo>
                    <a:cubicBezTo>
                      <a:pt x="229680" y="231897"/>
                      <a:pt x="209561" y="204306"/>
                      <a:pt x="188293" y="209725"/>
                    </a:cubicBezTo>
                    <a:cubicBezTo>
                      <a:pt x="172362" y="225820"/>
                      <a:pt x="197079" y="260063"/>
                      <a:pt x="199379" y="276486"/>
                    </a:cubicBezTo>
                    <a:cubicBezTo>
                      <a:pt x="206112" y="324031"/>
                      <a:pt x="174415" y="316313"/>
                      <a:pt x="155939" y="284616"/>
                    </a:cubicBezTo>
                    <a:cubicBezTo>
                      <a:pt x="156432" y="310975"/>
                      <a:pt x="136067" y="346039"/>
                      <a:pt x="111021" y="319515"/>
                    </a:cubicBezTo>
                    <a:cubicBezTo>
                      <a:pt x="97226" y="337252"/>
                      <a:pt x="108229" y="381677"/>
                      <a:pt x="80803" y="386851"/>
                    </a:cubicBezTo>
                    <a:cubicBezTo>
                      <a:pt x="59617" y="390792"/>
                      <a:pt x="45492" y="345792"/>
                      <a:pt x="43440" y="329369"/>
                    </a:cubicBezTo>
                    <a:cubicBezTo>
                      <a:pt x="40812" y="339880"/>
                      <a:pt x="29972" y="435299"/>
                      <a:pt x="17162" y="418547"/>
                    </a:cubicBezTo>
                    <a:cubicBezTo>
                      <a:pt x="2463" y="399414"/>
                      <a:pt x="0" y="368867"/>
                      <a:pt x="0" y="344889"/>
                    </a:cubicBezTo>
                    <a:cubicBezTo>
                      <a:pt x="8376" y="347270"/>
                      <a:pt x="5420" y="375847"/>
                      <a:pt x="15520" y="372644"/>
                    </a:cubicBezTo>
                    <a:cubicBezTo>
                      <a:pt x="39170" y="365090"/>
                      <a:pt x="20201" y="317380"/>
                      <a:pt x="42701" y="305966"/>
                    </a:cubicBezTo>
                    <a:cubicBezTo>
                      <a:pt x="79735" y="287161"/>
                      <a:pt x="74562" y="357042"/>
                      <a:pt x="87618" y="275911"/>
                    </a:cubicBezTo>
                    <a:cubicBezTo>
                      <a:pt x="90574" y="279606"/>
                      <a:pt x="92299" y="282481"/>
                      <a:pt x="94762" y="285847"/>
                    </a:cubicBezTo>
                    <a:cubicBezTo>
                      <a:pt x="126049" y="244871"/>
                      <a:pt x="132207" y="203320"/>
                      <a:pt x="107244" y="157499"/>
                    </a:cubicBezTo>
                    <a:cubicBezTo>
                      <a:pt x="114224" y="159881"/>
                      <a:pt x="121040" y="162837"/>
                      <a:pt x="127937" y="165547"/>
                    </a:cubicBezTo>
                    <a:cubicBezTo>
                      <a:pt x="129662" y="148631"/>
                      <a:pt x="127363" y="133029"/>
                      <a:pt x="118165" y="118412"/>
                    </a:cubicBezTo>
                    <a:cubicBezTo>
                      <a:pt x="108968" y="103795"/>
                      <a:pt x="96815" y="92627"/>
                      <a:pt x="84251" y="80967"/>
                    </a:cubicBezTo>
                    <a:cubicBezTo>
                      <a:pt x="93284" y="81131"/>
                      <a:pt x="102399" y="81460"/>
                      <a:pt x="111350" y="81788"/>
                    </a:cubicBezTo>
                    <a:cubicBezTo>
                      <a:pt x="95009" y="50009"/>
                      <a:pt x="73001" y="23896"/>
                      <a:pt x="47299" y="0"/>
                    </a:cubicBezTo>
                    <a:cubicBezTo>
                      <a:pt x="67171" y="11086"/>
                      <a:pt x="98047" y="30958"/>
                      <a:pt x="114552" y="44014"/>
                    </a:cubicBezTo>
                    <a:cubicBezTo>
                      <a:pt x="161441" y="80967"/>
                      <a:pt x="275418" y="108065"/>
                      <a:pt x="299232" y="143129"/>
                    </a:cubicBezTo>
                    <a:cubicBezTo>
                      <a:pt x="323046" y="178193"/>
                      <a:pt x="229762" y="148877"/>
                      <a:pt x="230419" y="144853"/>
                    </a:cubicBezTo>
                    <a:close/>
                  </a:path>
                </a:pathLst>
              </a:custGeom>
              <a:solidFill>
                <a:schemeClr val="bg1">
                  <a:lumMod val="85000"/>
                </a:schemeClr>
              </a:solidFill>
              <a:ln w="0" cap="flat">
                <a:noFill/>
                <a:prstDash val="solid"/>
                <a:miter/>
              </a:ln>
            </p:spPr>
            <p:txBody>
              <a:bodyPr rtlCol="0" anchor="ctr"/>
              <a:lstStyle/>
              <a:p>
                <a:endParaRPr lang="en-IN"/>
              </a:p>
            </p:txBody>
          </p:sp>
          <p:sp>
            <p:nvSpPr>
              <p:cNvPr id="1389" name="Freeform: Shape 1388">
                <a:extLst>
                  <a:ext uri="{FF2B5EF4-FFF2-40B4-BE49-F238E27FC236}">
                    <a16:creationId xmlns:a16="http://schemas.microsoft.com/office/drawing/2014/main" id="{DE90EC39-B80C-5303-E7A6-7C4ED8B2A6D0}"/>
                  </a:ext>
                </a:extLst>
              </p:cNvPr>
              <p:cNvSpPr/>
              <p:nvPr/>
            </p:nvSpPr>
            <p:spPr>
              <a:xfrm>
                <a:off x="7424719" y="754478"/>
                <a:ext cx="418575" cy="683893"/>
              </a:xfrm>
              <a:custGeom>
                <a:avLst/>
                <a:gdLst>
                  <a:gd name="connsiteX0" fmla="*/ 391859 w 418575"/>
                  <a:gd name="connsiteY0" fmla="*/ 432589 h 683893"/>
                  <a:gd name="connsiteX1" fmla="*/ 414770 w 418575"/>
                  <a:gd name="connsiteY1" fmla="*/ 414442 h 683893"/>
                  <a:gd name="connsiteX2" fmla="*/ 204388 w 418575"/>
                  <a:gd name="connsiteY2" fmla="*/ 682141 h 683893"/>
                  <a:gd name="connsiteX3" fmla="*/ 189853 w 418575"/>
                  <a:gd name="connsiteY3" fmla="*/ 654468 h 683893"/>
                  <a:gd name="connsiteX4" fmla="*/ 0 w 418575"/>
                  <a:gd name="connsiteY4" fmla="*/ 296194 h 683893"/>
                  <a:gd name="connsiteX5" fmla="*/ 167928 w 418575"/>
                  <a:gd name="connsiteY5" fmla="*/ 131879 h 683893"/>
                  <a:gd name="connsiteX6" fmla="*/ 272216 w 418575"/>
                  <a:gd name="connsiteY6" fmla="*/ 0 h 683893"/>
                  <a:gd name="connsiteX7" fmla="*/ 256942 w 418575"/>
                  <a:gd name="connsiteY7" fmla="*/ 84744 h 683893"/>
                  <a:gd name="connsiteX8" fmla="*/ 311632 w 418575"/>
                  <a:gd name="connsiteY8" fmla="*/ 46149 h 683893"/>
                  <a:gd name="connsiteX9" fmla="*/ 288393 w 418575"/>
                  <a:gd name="connsiteY9" fmla="*/ 133768 h 683893"/>
                  <a:gd name="connsiteX10" fmla="*/ 324360 w 418575"/>
                  <a:gd name="connsiteY10" fmla="*/ 104206 h 683893"/>
                  <a:gd name="connsiteX11" fmla="*/ 309579 w 418575"/>
                  <a:gd name="connsiteY11" fmla="*/ 205620 h 683893"/>
                  <a:gd name="connsiteX12" fmla="*/ 342097 w 418575"/>
                  <a:gd name="connsiteY12" fmla="*/ 158977 h 683893"/>
                  <a:gd name="connsiteX13" fmla="*/ 389724 w 418575"/>
                  <a:gd name="connsiteY13" fmla="*/ 368867 h 683893"/>
                  <a:gd name="connsiteX14" fmla="*/ 416248 w 418575"/>
                  <a:gd name="connsiteY14" fmla="*/ 318858 h 683893"/>
                  <a:gd name="connsiteX15" fmla="*/ 391859 w 418575"/>
                  <a:gd name="connsiteY15" fmla="*/ 432671 h 683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8575" h="683893">
                    <a:moveTo>
                      <a:pt x="391859" y="432589"/>
                    </a:moveTo>
                    <a:cubicBezTo>
                      <a:pt x="401549" y="428648"/>
                      <a:pt x="408858" y="423228"/>
                      <a:pt x="414770" y="414442"/>
                    </a:cubicBezTo>
                    <a:cubicBezTo>
                      <a:pt x="418383" y="535810"/>
                      <a:pt x="274351" y="598383"/>
                      <a:pt x="204388" y="682141"/>
                    </a:cubicBezTo>
                    <a:cubicBezTo>
                      <a:pt x="182052" y="639523"/>
                      <a:pt x="227216" y="725745"/>
                      <a:pt x="189853" y="654468"/>
                    </a:cubicBezTo>
                    <a:cubicBezTo>
                      <a:pt x="152490" y="583191"/>
                      <a:pt x="52144" y="390956"/>
                      <a:pt x="0" y="296194"/>
                    </a:cubicBezTo>
                    <a:cubicBezTo>
                      <a:pt x="110364" y="263265"/>
                      <a:pt x="130401" y="232882"/>
                      <a:pt x="167928" y="131879"/>
                    </a:cubicBezTo>
                    <a:cubicBezTo>
                      <a:pt x="191331" y="68814"/>
                      <a:pt x="221714" y="38759"/>
                      <a:pt x="272216" y="0"/>
                    </a:cubicBezTo>
                    <a:cubicBezTo>
                      <a:pt x="267125" y="28741"/>
                      <a:pt x="262033" y="56414"/>
                      <a:pt x="256942" y="84744"/>
                    </a:cubicBezTo>
                    <a:cubicBezTo>
                      <a:pt x="271230" y="65036"/>
                      <a:pt x="288311" y="52965"/>
                      <a:pt x="311632" y="46149"/>
                    </a:cubicBezTo>
                    <a:cubicBezTo>
                      <a:pt x="298657" y="74480"/>
                      <a:pt x="291185" y="102728"/>
                      <a:pt x="288393" y="133768"/>
                    </a:cubicBezTo>
                    <a:cubicBezTo>
                      <a:pt x="297836" y="120054"/>
                      <a:pt x="309086" y="110857"/>
                      <a:pt x="324360" y="104206"/>
                    </a:cubicBezTo>
                    <a:cubicBezTo>
                      <a:pt x="311468" y="137709"/>
                      <a:pt x="306705" y="169817"/>
                      <a:pt x="309579" y="205620"/>
                    </a:cubicBezTo>
                    <a:cubicBezTo>
                      <a:pt x="316887" y="187061"/>
                      <a:pt x="327234" y="172280"/>
                      <a:pt x="342097" y="158977"/>
                    </a:cubicBezTo>
                    <a:cubicBezTo>
                      <a:pt x="341933" y="248895"/>
                      <a:pt x="412224" y="257681"/>
                      <a:pt x="389724" y="368867"/>
                    </a:cubicBezTo>
                    <a:cubicBezTo>
                      <a:pt x="398511" y="352197"/>
                      <a:pt x="407379" y="335528"/>
                      <a:pt x="416248" y="318858"/>
                    </a:cubicBezTo>
                    <a:cubicBezTo>
                      <a:pt x="422982" y="361230"/>
                      <a:pt x="415181" y="396705"/>
                      <a:pt x="391859" y="432671"/>
                    </a:cubicBezTo>
                    <a:close/>
                  </a:path>
                </a:pathLst>
              </a:custGeom>
              <a:solidFill>
                <a:schemeClr val="bg1">
                  <a:lumMod val="85000"/>
                </a:schemeClr>
              </a:solidFill>
              <a:ln w="0" cap="flat">
                <a:noFill/>
                <a:prstDash val="solid"/>
                <a:miter/>
              </a:ln>
            </p:spPr>
            <p:txBody>
              <a:bodyPr rtlCol="0" anchor="ctr"/>
              <a:lstStyle/>
              <a:p>
                <a:endParaRPr lang="en-IN"/>
              </a:p>
            </p:txBody>
          </p:sp>
          <p:sp>
            <p:nvSpPr>
              <p:cNvPr id="1390" name="Freeform: Shape 1389">
                <a:extLst>
                  <a:ext uri="{FF2B5EF4-FFF2-40B4-BE49-F238E27FC236}">
                    <a16:creationId xmlns:a16="http://schemas.microsoft.com/office/drawing/2014/main" id="{963F6DEA-4964-9742-1937-94114AC463EE}"/>
                  </a:ext>
                </a:extLst>
              </p:cNvPr>
              <p:cNvSpPr/>
              <p:nvPr/>
            </p:nvSpPr>
            <p:spPr>
              <a:xfrm>
                <a:off x="7146840" y="1098627"/>
                <a:ext cx="538023" cy="324195"/>
              </a:xfrm>
              <a:custGeom>
                <a:avLst/>
                <a:gdLst>
                  <a:gd name="connsiteX0" fmla="*/ 537941 w 538023"/>
                  <a:gd name="connsiteY0" fmla="*/ 82 h 324195"/>
                  <a:gd name="connsiteX1" fmla="*/ 142633 w 538023"/>
                  <a:gd name="connsiteY1" fmla="*/ 121204 h 324195"/>
                  <a:gd name="connsiteX2" fmla="*/ 1229 w 538023"/>
                  <a:gd name="connsiteY2" fmla="*/ 127198 h 324195"/>
                  <a:gd name="connsiteX3" fmla="*/ 79 w 538023"/>
                  <a:gd name="connsiteY3" fmla="*/ 135164 h 324195"/>
                  <a:gd name="connsiteX4" fmla="*/ 56493 w 538023"/>
                  <a:gd name="connsiteY4" fmla="*/ 300793 h 324195"/>
                  <a:gd name="connsiteX5" fmla="*/ 51566 w 538023"/>
                  <a:gd name="connsiteY5" fmla="*/ 265482 h 324195"/>
                  <a:gd name="connsiteX6" fmla="*/ 210954 w 538023"/>
                  <a:gd name="connsiteY6" fmla="*/ 324196 h 324195"/>
                  <a:gd name="connsiteX7" fmla="*/ 197897 w 538023"/>
                  <a:gd name="connsiteY7" fmla="*/ 305145 h 324195"/>
                  <a:gd name="connsiteX8" fmla="*/ 441947 w 538023"/>
                  <a:gd name="connsiteY8" fmla="*/ 234032 h 324195"/>
                  <a:gd name="connsiteX9" fmla="*/ 426263 w 538023"/>
                  <a:gd name="connsiteY9" fmla="*/ 227791 h 324195"/>
                  <a:gd name="connsiteX10" fmla="*/ 514128 w 538023"/>
                  <a:gd name="connsiteY10" fmla="*/ 144032 h 324195"/>
                  <a:gd name="connsiteX11" fmla="*/ 439894 w 538023"/>
                  <a:gd name="connsiteY11" fmla="*/ 149452 h 324195"/>
                  <a:gd name="connsiteX12" fmla="*/ 535231 w 538023"/>
                  <a:gd name="connsiteY12" fmla="*/ 52308 h 324195"/>
                  <a:gd name="connsiteX13" fmla="*/ 501482 w 538023"/>
                  <a:gd name="connsiteY13" fmla="*/ 51405 h 324195"/>
                  <a:gd name="connsiteX14" fmla="*/ 538023 w 538023"/>
                  <a:gd name="connsiteY14" fmla="*/ 0 h 32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8023" h="324195">
                    <a:moveTo>
                      <a:pt x="537941" y="82"/>
                    </a:moveTo>
                    <a:cubicBezTo>
                      <a:pt x="408936" y="50091"/>
                      <a:pt x="277632" y="90739"/>
                      <a:pt x="142633" y="121204"/>
                    </a:cubicBezTo>
                    <a:cubicBezTo>
                      <a:pt x="95334" y="131879"/>
                      <a:pt x="49267" y="137956"/>
                      <a:pt x="1229" y="127198"/>
                    </a:cubicBezTo>
                    <a:cubicBezTo>
                      <a:pt x="982" y="130647"/>
                      <a:pt x="-332" y="131140"/>
                      <a:pt x="79" y="135164"/>
                    </a:cubicBezTo>
                    <a:cubicBezTo>
                      <a:pt x="6156" y="195766"/>
                      <a:pt x="24303" y="248731"/>
                      <a:pt x="56493" y="300793"/>
                    </a:cubicBezTo>
                    <a:cubicBezTo>
                      <a:pt x="54851" y="289050"/>
                      <a:pt x="53208" y="277225"/>
                      <a:pt x="51566" y="265482"/>
                    </a:cubicBezTo>
                    <a:cubicBezTo>
                      <a:pt x="99358" y="304898"/>
                      <a:pt x="148956" y="323375"/>
                      <a:pt x="210954" y="324196"/>
                    </a:cubicBezTo>
                    <a:cubicBezTo>
                      <a:pt x="206602" y="317873"/>
                      <a:pt x="202249" y="311550"/>
                      <a:pt x="197897" y="305145"/>
                    </a:cubicBezTo>
                    <a:cubicBezTo>
                      <a:pt x="291346" y="313767"/>
                      <a:pt x="367632" y="291349"/>
                      <a:pt x="441947" y="234032"/>
                    </a:cubicBezTo>
                    <a:cubicBezTo>
                      <a:pt x="436692" y="231979"/>
                      <a:pt x="431436" y="229844"/>
                      <a:pt x="426263" y="227791"/>
                    </a:cubicBezTo>
                    <a:cubicBezTo>
                      <a:pt x="465515" y="208494"/>
                      <a:pt x="493024" y="182381"/>
                      <a:pt x="514128" y="144032"/>
                    </a:cubicBezTo>
                    <a:cubicBezTo>
                      <a:pt x="489411" y="145757"/>
                      <a:pt x="464611" y="147563"/>
                      <a:pt x="439894" y="149452"/>
                    </a:cubicBezTo>
                    <a:cubicBezTo>
                      <a:pt x="494338" y="132454"/>
                      <a:pt x="529237" y="112335"/>
                      <a:pt x="535231" y="52308"/>
                    </a:cubicBezTo>
                    <a:cubicBezTo>
                      <a:pt x="523982" y="50419"/>
                      <a:pt x="512814" y="50091"/>
                      <a:pt x="501482" y="51405"/>
                    </a:cubicBezTo>
                    <a:cubicBezTo>
                      <a:pt x="522996" y="40401"/>
                      <a:pt x="534739" y="24060"/>
                      <a:pt x="538023" y="0"/>
                    </a:cubicBezTo>
                    <a:close/>
                  </a:path>
                </a:pathLst>
              </a:custGeom>
              <a:solidFill>
                <a:schemeClr val="bg1">
                  <a:lumMod val="75000"/>
                </a:schemeClr>
              </a:solidFill>
              <a:ln w="0" cap="flat">
                <a:noFill/>
                <a:prstDash val="solid"/>
                <a:miter/>
              </a:ln>
            </p:spPr>
            <p:txBody>
              <a:bodyPr rtlCol="0" anchor="ctr"/>
              <a:lstStyle/>
              <a:p>
                <a:endParaRPr lang="en-IN"/>
              </a:p>
            </p:txBody>
          </p:sp>
          <p:sp>
            <p:nvSpPr>
              <p:cNvPr id="1391" name="Freeform: Shape 1390">
                <a:extLst>
                  <a:ext uri="{FF2B5EF4-FFF2-40B4-BE49-F238E27FC236}">
                    <a16:creationId xmlns:a16="http://schemas.microsoft.com/office/drawing/2014/main" id="{E87C2B14-6DFC-CAD4-3955-32059C26A759}"/>
                  </a:ext>
                </a:extLst>
              </p:cNvPr>
              <p:cNvSpPr/>
              <p:nvPr/>
            </p:nvSpPr>
            <p:spPr>
              <a:xfrm>
                <a:off x="7144872" y="1048126"/>
                <a:ext cx="545985" cy="339962"/>
              </a:xfrm>
              <a:custGeom>
                <a:avLst/>
                <a:gdLst>
                  <a:gd name="connsiteX0" fmla="*/ 494499 w 545985"/>
                  <a:gd name="connsiteY0" fmla="*/ 106587 h 339962"/>
                  <a:gd name="connsiteX1" fmla="*/ 537117 w 545985"/>
                  <a:gd name="connsiteY1" fmla="*/ 102892 h 339962"/>
                  <a:gd name="connsiteX2" fmla="*/ 436360 w 545985"/>
                  <a:gd name="connsiteY2" fmla="*/ 200118 h 339962"/>
                  <a:gd name="connsiteX3" fmla="*/ 526606 w 545985"/>
                  <a:gd name="connsiteY3" fmla="*/ 191906 h 339962"/>
                  <a:gd name="connsiteX4" fmla="*/ 372392 w 545985"/>
                  <a:gd name="connsiteY4" fmla="*/ 273119 h 339962"/>
                  <a:gd name="connsiteX5" fmla="*/ 440959 w 545985"/>
                  <a:gd name="connsiteY5" fmla="*/ 273694 h 339962"/>
                  <a:gd name="connsiteX6" fmla="*/ 163241 w 545985"/>
                  <a:gd name="connsiteY6" fmla="*/ 321486 h 339962"/>
                  <a:gd name="connsiteX7" fmla="*/ 178597 w 545985"/>
                  <a:gd name="connsiteY7" fmla="*/ 339962 h 339962"/>
                  <a:gd name="connsiteX8" fmla="*/ 46472 w 545985"/>
                  <a:gd name="connsiteY8" fmla="*/ 275993 h 339962"/>
                  <a:gd name="connsiteX9" fmla="*/ 651 w 545985"/>
                  <a:gd name="connsiteY9" fmla="*/ 151833 h 339962"/>
                  <a:gd name="connsiteX10" fmla="*/ 92129 w 545985"/>
                  <a:gd name="connsiteY10" fmla="*/ 25620 h 339962"/>
                  <a:gd name="connsiteX11" fmla="*/ 168497 w 545985"/>
                  <a:gd name="connsiteY11" fmla="*/ 8786 h 339962"/>
                  <a:gd name="connsiteX12" fmla="*/ 372310 w 545985"/>
                  <a:gd name="connsiteY12" fmla="*/ 0 h 339962"/>
                  <a:gd name="connsiteX13" fmla="*/ 316963 w 545985"/>
                  <a:gd name="connsiteY13" fmla="*/ 45493 h 339962"/>
                  <a:gd name="connsiteX14" fmla="*/ 438331 w 545985"/>
                  <a:gd name="connsiteY14" fmla="*/ 11332 h 339962"/>
                  <a:gd name="connsiteX15" fmla="*/ 369436 w 545985"/>
                  <a:gd name="connsiteY15" fmla="*/ 65365 h 339962"/>
                  <a:gd name="connsiteX16" fmla="*/ 545986 w 545985"/>
                  <a:gd name="connsiteY16" fmla="*/ 44179 h 339962"/>
                  <a:gd name="connsiteX17" fmla="*/ 494417 w 545985"/>
                  <a:gd name="connsiteY17" fmla="*/ 106587 h 339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5985" h="339962">
                    <a:moveTo>
                      <a:pt x="494499" y="106587"/>
                    </a:moveTo>
                    <a:cubicBezTo>
                      <a:pt x="508705" y="105355"/>
                      <a:pt x="522911" y="104124"/>
                      <a:pt x="537117" y="102892"/>
                    </a:cubicBezTo>
                    <a:cubicBezTo>
                      <a:pt x="515767" y="150191"/>
                      <a:pt x="484317" y="180410"/>
                      <a:pt x="436360" y="200118"/>
                    </a:cubicBezTo>
                    <a:cubicBezTo>
                      <a:pt x="467729" y="203895"/>
                      <a:pt x="496470" y="201350"/>
                      <a:pt x="526606" y="191906"/>
                    </a:cubicBezTo>
                    <a:cubicBezTo>
                      <a:pt x="478076" y="225574"/>
                      <a:pt x="427574" y="252097"/>
                      <a:pt x="372392" y="273119"/>
                    </a:cubicBezTo>
                    <a:cubicBezTo>
                      <a:pt x="395713" y="278375"/>
                      <a:pt x="417556" y="278621"/>
                      <a:pt x="440959" y="273694"/>
                    </a:cubicBezTo>
                    <a:cubicBezTo>
                      <a:pt x="352766" y="331258"/>
                      <a:pt x="265640" y="346449"/>
                      <a:pt x="163241" y="321486"/>
                    </a:cubicBezTo>
                    <a:cubicBezTo>
                      <a:pt x="168250" y="327645"/>
                      <a:pt x="173999" y="334296"/>
                      <a:pt x="178597" y="339962"/>
                    </a:cubicBezTo>
                    <a:cubicBezTo>
                      <a:pt x="130723" y="331668"/>
                      <a:pt x="78826" y="307772"/>
                      <a:pt x="46472" y="275993"/>
                    </a:cubicBezTo>
                    <a:cubicBezTo>
                      <a:pt x="9848" y="240026"/>
                      <a:pt x="-3209" y="191988"/>
                      <a:pt x="651" y="151833"/>
                    </a:cubicBezTo>
                    <a:cubicBezTo>
                      <a:pt x="6645" y="89343"/>
                      <a:pt x="47704" y="46560"/>
                      <a:pt x="92129" y="25620"/>
                    </a:cubicBezTo>
                    <a:cubicBezTo>
                      <a:pt x="121690" y="11661"/>
                      <a:pt x="147311" y="11004"/>
                      <a:pt x="168497" y="8786"/>
                    </a:cubicBezTo>
                    <a:cubicBezTo>
                      <a:pt x="241745" y="1314"/>
                      <a:pt x="303250" y="16998"/>
                      <a:pt x="372310" y="0"/>
                    </a:cubicBezTo>
                    <a:cubicBezTo>
                      <a:pt x="353505" y="15438"/>
                      <a:pt x="335439" y="30301"/>
                      <a:pt x="316963" y="45493"/>
                    </a:cubicBezTo>
                    <a:cubicBezTo>
                      <a:pt x="360567" y="42208"/>
                      <a:pt x="399490" y="31122"/>
                      <a:pt x="438331" y="11332"/>
                    </a:cubicBezTo>
                    <a:cubicBezTo>
                      <a:pt x="415339" y="29316"/>
                      <a:pt x="392346" y="47299"/>
                      <a:pt x="369436" y="65365"/>
                    </a:cubicBezTo>
                    <a:cubicBezTo>
                      <a:pt x="431269" y="71688"/>
                      <a:pt x="487437" y="65365"/>
                      <a:pt x="545986" y="44179"/>
                    </a:cubicBezTo>
                    <a:cubicBezTo>
                      <a:pt x="534079" y="70292"/>
                      <a:pt x="517820" y="89918"/>
                      <a:pt x="494417" y="106587"/>
                    </a:cubicBezTo>
                    <a:close/>
                  </a:path>
                </a:pathLst>
              </a:custGeom>
              <a:solidFill>
                <a:schemeClr val="bg1">
                  <a:lumMod val="85000"/>
                </a:schemeClr>
              </a:solidFill>
              <a:ln w="0" cap="flat">
                <a:noFill/>
                <a:prstDash val="solid"/>
                <a:miter/>
              </a:ln>
            </p:spPr>
            <p:txBody>
              <a:bodyPr rtlCol="0" anchor="ctr"/>
              <a:lstStyle/>
              <a:p>
                <a:endParaRPr lang="en-IN"/>
              </a:p>
            </p:txBody>
          </p:sp>
          <p:sp>
            <p:nvSpPr>
              <p:cNvPr id="1392" name="Freeform: Shape 1391">
                <a:extLst>
                  <a:ext uri="{FF2B5EF4-FFF2-40B4-BE49-F238E27FC236}">
                    <a16:creationId xmlns:a16="http://schemas.microsoft.com/office/drawing/2014/main" id="{CF185978-0AB0-2086-E65C-BE7C5459A982}"/>
                  </a:ext>
                </a:extLst>
              </p:cNvPr>
              <p:cNvSpPr/>
              <p:nvPr/>
            </p:nvSpPr>
            <p:spPr>
              <a:xfrm>
                <a:off x="7592893" y="754806"/>
                <a:ext cx="250575" cy="655207"/>
              </a:xfrm>
              <a:custGeom>
                <a:avLst/>
                <a:gdLst>
                  <a:gd name="connsiteX0" fmla="*/ 223685 w 250575"/>
                  <a:gd name="connsiteY0" fmla="*/ 432261 h 655207"/>
                  <a:gd name="connsiteX1" fmla="*/ 246678 w 250575"/>
                  <a:gd name="connsiteY1" fmla="*/ 414195 h 655207"/>
                  <a:gd name="connsiteX2" fmla="*/ 56742 w 250575"/>
                  <a:gd name="connsiteY2" fmla="*/ 655207 h 655207"/>
                  <a:gd name="connsiteX3" fmla="*/ 112171 w 250575"/>
                  <a:gd name="connsiteY3" fmla="*/ 578592 h 655207"/>
                  <a:gd name="connsiteX4" fmla="*/ 195601 w 250575"/>
                  <a:gd name="connsiteY4" fmla="*/ 468392 h 655207"/>
                  <a:gd name="connsiteX5" fmla="*/ 169078 w 250575"/>
                  <a:gd name="connsiteY5" fmla="*/ 481120 h 655207"/>
                  <a:gd name="connsiteX6" fmla="*/ 187308 w 250575"/>
                  <a:gd name="connsiteY6" fmla="*/ 354907 h 655207"/>
                  <a:gd name="connsiteX7" fmla="*/ 160538 w 250575"/>
                  <a:gd name="connsiteY7" fmla="*/ 401632 h 655207"/>
                  <a:gd name="connsiteX8" fmla="*/ 139762 w 250575"/>
                  <a:gd name="connsiteY8" fmla="*/ 227627 h 655207"/>
                  <a:gd name="connsiteX9" fmla="*/ 120465 w 250575"/>
                  <a:gd name="connsiteY9" fmla="*/ 282070 h 655207"/>
                  <a:gd name="connsiteX10" fmla="*/ 62573 w 250575"/>
                  <a:gd name="connsiteY10" fmla="*/ 122353 h 655207"/>
                  <a:gd name="connsiteX11" fmla="*/ 38841 w 250575"/>
                  <a:gd name="connsiteY11" fmla="*/ 150191 h 655207"/>
                  <a:gd name="connsiteX12" fmla="*/ 50748 w 250575"/>
                  <a:gd name="connsiteY12" fmla="*/ 69471 h 655207"/>
                  <a:gd name="connsiteX13" fmla="*/ 0 w 250575"/>
                  <a:gd name="connsiteY13" fmla="*/ 130155 h 655207"/>
                  <a:gd name="connsiteX14" fmla="*/ 104206 w 250575"/>
                  <a:gd name="connsiteY14" fmla="*/ 0 h 655207"/>
                  <a:gd name="connsiteX15" fmla="*/ 88932 w 250575"/>
                  <a:gd name="connsiteY15" fmla="*/ 84416 h 655207"/>
                  <a:gd name="connsiteX16" fmla="*/ 143622 w 250575"/>
                  <a:gd name="connsiteY16" fmla="*/ 45821 h 655207"/>
                  <a:gd name="connsiteX17" fmla="*/ 120383 w 250575"/>
                  <a:gd name="connsiteY17" fmla="*/ 133439 h 655207"/>
                  <a:gd name="connsiteX18" fmla="*/ 156350 w 250575"/>
                  <a:gd name="connsiteY18" fmla="*/ 103877 h 655207"/>
                  <a:gd name="connsiteX19" fmla="*/ 141569 w 250575"/>
                  <a:gd name="connsiteY19" fmla="*/ 205291 h 655207"/>
                  <a:gd name="connsiteX20" fmla="*/ 174087 w 250575"/>
                  <a:gd name="connsiteY20" fmla="*/ 158649 h 655207"/>
                  <a:gd name="connsiteX21" fmla="*/ 221714 w 250575"/>
                  <a:gd name="connsiteY21" fmla="*/ 368539 h 655207"/>
                  <a:gd name="connsiteX22" fmla="*/ 248238 w 250575"/>
                  <a:gd name="connsiteY22" fmla="*/ 318530 h 655207"/>
                  <a:gd name="connsiteX23" fmla="*/ 223849 w 250575"/>
                  <a:gd name="connsiteY23" fmla="*/ 432343 h 65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0575" h="655207">
                    <a:moveTo>
                      <a:pt x="223685" y="432261"/>
                    </a:moveTo>
                    <a:cubicBezTo>
                      <a:pt x="233457" y="428401"/>
                      <a:pt x="240601" y="422735"/>
                      <a:pt x="246678" y="414195"/>
                    </a:cubicBezTo>
                    <a:cubicBezTo>
                      <a:pt x="248813" y="527023"/>
                      <a:pt x="127116" y="582288"/>
                      <a:pt x="56742" y="655207"/>
                    </a:cubicBezTo>
                    <a:cubicBezTo>
                      <a:pt x="71934" y="625809"/>
                      <a:pt x="84416" y="599778"/>
                      <a:pt x="112171" y="578592"/>
                    </a:cubicBezTo>
                    <a:cubicBezTo>
                      <a:pt x="149780" y="549852"/>
                      <a:pt x="179507" y="514788"/>
                      <a:pt x="195601" y="468392"/>
                    </a:cubicBezTo>
                    <a:cubicBezTo>
                      <a:pt x="186979" y="472580"/>
                      <a:pt x="177946" y="476850"/>
                      <a:pt x="169078" y="481120"/>
                    </a:cubicBezTo>
                    <a:cubicBezTo>
                      <a:pt x="184680" y="439487"/>
                      <a:pt x="190510" y="399250"/>
                      <a:pt x="187308" y="354907"/>
                    </a:cubicBezTo>
                    <a:cubicBezTo>
                      <a:pt x="178357" y="370427"/>
                      <a:pt x="169488" y="386029"/>
                      <a:pt x="160538" y="401632"/>
                    </a:cubicBezTo>
                    <a:cubicBezTo>
                      <a:pt x="182052" y="338730"/>
                      <a:pt x="175647" y="283712"/>
                      <a:pt x="139762" y="227627"/>
                    </a:cubicBezTo>
                    <a:cubicBezTo>
                      <a:pt x="129415" y="244789"/>
                      <a:pt x="123257" y="262198"/>
                      <a:pt x="120465" y="282070"/>
                    </a:cubicBezTo>
                    <a:cubicBezTo>
                      <a:pt x="89671" y="231733"/>
                      <a:pt x="71113" y="180738"/>
                      <a:pt x="62573" y="122353"/>
                    </a:cubicBezTo>
                    <a:cubicBezTo>
                      <a:pt x="54607" y="131633"/>
                      <a:pt x="46724" y="140912"/>
                      <a:pt x="38841" y="150191"/>
                    </a:cubicBezTo>
                    <a:cubicBezTo>
                      <a:pt x="42783" y="123257"/>
                      <a:pt x="46724" y="96405"/>
                      <a:pt x="50748" y="69471"/>
                    </a:cubicBezTo>
                    <a:cubicBezTo>
                      <a:pt x="29726" y="86961"/>
                      <a:pt x="13385" y="106341"/>
                      <a:pt x="0" y="130155"/>
                    </a:cubicBezTo>
                    <a:cubicBezTo>
                      <a:pt x="23157" y="73823"/>
                      <a:pt x="53704" y="34571"/>
                      <a:pt x="104206" y="0"/>
                    </a:cubicBezTo>
                    <a:cubicBezTo>
                      <a:pt x="99114" y="28166"/>
                      <a:pt x="94023" y="56332"/>
                      <a:pt x="88932" y="84416"/>
                    </a:cubicBezTo>
                    <a:cubicBezTo>
                      <a:pt x="103220" y="64708"/>
                      <a:pt x="120301" y="52637"/>
                      <a:pt x="143622" y="45821"/>
                    </a:cubicBezTo>
                    <a:cubicBezTo>
                      <a:pt x="130647" y="74151"/>
                      <a:pt x="123175" y="102399"/>
                      <a:pt x="120383" y="133439"/>
                    </a:cubicBezTo>
                    <a:cubicBezTo>
                      <a:pt x="129826" y="119726"/>
                      <a:pt x="141076" y="110529"/>
                      <a:pt x="156350" y="103877"/>
                    </a:cubicBezTo>
                    <a:cubicBezTo>
                      <a:pt x="143457" y="137381"/>
                      <a:pt x="138695" y="169488"/>
                      <a:pt x="141569" y="205291"/>
                    </a:cubicBezTo>
                    <a:cubicBezTo>
                      <a:pt x="148877" y="186733"/>
                      <a:pt x="159224" y="171952"/>
                      <a:pt x="174087" y="158649"/>
                    </a:cubicBezTo>
                    <a:cubicBezTo>
                      <a:pt x="173923" y="248566"/>
                      <a:pt x="244214" y="257353"/>
                      <a:pt x="221714" y="368539"/>
                    </a:cubicBezTo>
                    <a:cubicBezTo>
                      <a:pt x="230501" y="351869"/>
                      <a:pt x="239369" y="335199"/>
                      <a:pt x="248238" y="318530"/>
                    </a:cubicBezTo>
                    <a:cubicBezTo>
                      <a:pt x="254971" y="360902"/>
                      <a:pt x="247253" y="396376"/>
                      <a:pt x="223849" y="432343"/>
                    </a:cubicBezTo>
                    <a:close/>
                  </a:path>
                </a:pathLst>
              </a:custGeom>
              <a:solidFill>
                <a:schemeClr val="bg1">
                  <a:lumMod val="75000"/>
                </a:schemeClr>
              </a:solidFill>
              <a:ln w="0" cap="flat">
                <a:noFill/>
                <a:prstDash val="solid"/>
                <a:miter/>
              </a:ln>
            </p:spPr>
            <p:txBody>
              <a:bodyPr rtlCol="0" anchor="ctr"/>
              <a:lstStyle/>
              <a:p>
                <a:endParaRPr lang="en-IN"/>
              </a:p>
            </p:txBody>
          </p:sp>
          <p:sp>
            <p:nvSpPr>
              <p:cNvPr id="1393" name="Freeform: Shape 1392">
                <a:extLst>
                  <a:ext uri="{FF2B5EF4-FFF2-40B4-BE49-F238E27FC236}">
                    <a16:creationId xmlns:a16="http://schemas.microsoft.com/office/drawing/2014/main" id="{C00DDCAF-776B-55F7-53D9-8ABEA97DADD4}"/>
                  </a:ext>
                </a:extLst>
              </p:cNvPr>
              <p:cNvSpPr/>
              <p:nvPr/>
            </p:nvSpPr>
            <p:spPr>
              <a:xfrm>
                <a:off x="7145112" y="1055681"/>
                <a:ext cx="426102" cy="250704"/>
              </a:xfrm>
              <a:custGeom>
                <a:avLst/>
                <a:gdLst>
                  <a:gd name="connsiteX0" fmla="*/ 161112 w 426102"/>
                  <a:gd name="connsiteY0" fmla="*/ 158485 h 250704"/>
                  <a:gd name="connsiteX1" fmla="*/ 263922 w 426102"/>
                  <a:gd name="connsiteY1" fmla="*/ 227545 h 250704"/>
                  <a:gd name="connsiteX2" fmla="*/ 191824 w 426102"/>
                  <a:gd name="connsiteY2" fmla="*/ 226559 h 250704"/>
                  <a:gd name="connsiteX3" fmla="*/ 195355 w 426102"/>
                  <a:gd name="connsiteY3" fmla="*/ 250701 h 250704"/>
                  <a:gd name="connsiteX4" fmla="*/ 79735 w 426102"/>
                  <a:gd name="connsiteY4" fmla="*/ 205784 h 250704"/>
                  <a:gd name="connsiteX5" fmla="*/ 84087 w 426102"/>
                  <a:gd name="connsiteY5" fmla="*/ 241587 h 250704"/>
                  <a:gd name="connsiteX6" fmla="*/ 0 w 426102"/>
                  <a:gd name="connsiteY6" fmla="*/ 141569 h 250704"/>
                  <a:gd name="connsiteX7" fmla="*/ 92463 w 426102"/>
                  <a:gd name="connsiteY7" fmla="*/ 17327 h 250704"/>
                  <a:gd name="connsiteX8" fmla="*/ 170309 w 426102"/>
                  <a:gd name="connsiteY8" fmla="*/ 0 h 250704"/>
                  <a:gd name="connsiteX9" fmla="*/ 271066 w 426102"/>
                  <a:gd name="connsiteY9" fmla="*/ 40319 h 250704"/>
                  <a:gd name="connsiteX10" fmla="*/ 209807 w 426102"/>
                  <a:gd name="connsiteY10" fmla="*/ 68485 h 250704"/>
                  <a:gd name="connsiteX11" fmla="*/ 330601 w 426102"/>
                  <a:gd name="connsiteY11" fmla="*/ 84334 h 250704"/>
                  <a:gd name="connsiteX12" fmla="*/ 252508 w 426102"/>
                  <a:gd name="connsiteY12" fmla="*/ 106259 h 250704"/>
                  <a:gd name="connsiteX13" fmla="*/ 426102 w 426102"/>
                  <a:gd name="connsiteY13" fmla="*/ 94598 h 250704"/>
                  <a:gd name="connsiteX14" fmla="*/ 161112 w 426102"/>
                  <a:gd name="connsiteY14" fmla="*/ 158403 h 25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6102" h="250704">
                    <a:moveTo>
                      <a:pt x="161112" y="158485"/>
                    </a:moveTo>
                    <a:cubicBezTo>
                      <a:pt x="190510" y="190592"/>
                      <a:pt x="223028" y="212435"/>
                      <a:pt x="263922" y="227545"/>
                    </a:cubicBezTo>
                    <a:cubicBezTo>
                      <a:pt x="239369" y="231979"/>
                      <a:pt x="216295" y="231650"/>
                      <a:pt x="191824" y="226559"/>
                    </a:cubicBezTo>
                    <a:cubicBezTo>
                      <a:pt x="192974" y="234607"/>
                      <a:pt x="194205" y="242654"/>
                      <a:pt x="195355" y="250701"/>
                    </a:cubicBezTo>
                    <a:cubicBezTo>
                      <a:pt x="149452" y="250948"/>
                      <a:pt x="113485" y="236824"/>
                      <a:pt x="79735" y="205784"/>
                    </a:cubicBezTo>
                    <a:cubicBezTo>
                      <a:pt x="81213" y="217691"/>
                      <a:pt x="82609" y="229680"/>
                      <a:pt x="84087" y="241587"/>
                    </a:cubicBezTo>
                    <a:cubicBezTo>
                      <a:pt x="46560" y="214734"/>
                      <a:pt x="19708" y="183448"/>
                      <a:pt x="0" y="141569"/>
                    </a:cubicBezTo>
                    <a:cubicBezTo>
                      <a:pt x="9443" y="87536"/>
                      <a:pt x="44343" y="36952"/>
                      <a:pt x="92463" y="17327"/>
                    </a:cubicBezTo>
                    <a:cubicBezTo>
                      <a:pt x="124571" y="4270"/>
                      <a:pt x="140173" y="6241"/>
                      <a:pt x="170309" y="0"/>
                    </a:cubicBezTo>
                    <a:cubicBezTo>
                      <a:pt x="202581" y="16095"/>
                      <a:pt x="236659" y="28823"/>
                      <a:pt x="271066" y="40319"/>
                    </a:cubicBezTo>
                    <a:cubicBezTo>
                      <a:pt x="250619" y="49680"/>
                      <a:pt x="230254" y="59124"/>
                      <a:pt x="209807" y="68485"/>
                    </a:cubicBezTo>
                    <a:cubicBezTo>
                      <a:pt x="249716" y="84334"/>
                      <a:pt x="287900" y="89671"/>
                      <a:pt x="330601" y="84334"/>
                    </a:cubicBezTo>
                    <a:cubicBezTo>
                      <a:pt x="304652" y="91806"/>
                      <a:pt x="278539" y="99032"/>
                      <a:pt x="252508" y="106259"/>
                    </a:cubicBezTo>
                    <a:cubicBezTo>
                      <a:pt x="313110" y="118822"/>
                      <a:pt x="367635" y="114635"/>
                      <a:pt x="426102" y="94598"/>
                    </a:cubicBezTo>
                    <a:cubicBezTo>
                      <a:pt x="344725" y="157007"/>
                      <a:pt x="261951" y="177864"/>
                      <a:pt x="161112" y="158403"/>
                    </a:cubicBezTo>
                    <a:close/>
                  </a:path>
                </a:pathLst>
              </a:custGeom>
              <a:solidFill>
                <a:schemeClr val="bg1">
                  <a:lumMod val="75000"/>
                </a:schemeClr>
              </a:solidFill>
              <a:ln w="0" cap="flat">
                <a:noFill/>
                <a:prstDash val="solid"/>
                <a:miter/>
              </a:ln>
            </p:spPr>
            <p:txBody>
              <a:bodyPr rtlCol="0" anchor="ctr"/>
              <a:lstStyle/>
              <a:p>
                <a:endParaRPr lang="en-IN"/>
              </a:p>
            </p:txBody>
          </p:sp>
        </p:grpSp>
        <p:grpSp>
          <p:nvGrpSpPr>
            <p:cNvPr id="1536" name="Group 1535">
              <a:extLst>
                <a:ext uri="{FF2B5EF4-FFF2-40B4-BE49-F238E27FC236}">
                  <a16:creationId xmlns:a16="http://schemas.microsoft.com/office/drawing/2014/main" id="{55F96041-3810-1164-EEA5-F23061A1DF48}"/>
                </a:ext>
              </a:extLst>
            </p:cNvPr>
            <p:cNvGrpSpPr/>
            <p:nvPr/>
          </p:nvGrpSpPr>
          <p:grpSpPr>
            <a:xfrm>
              <a:off x="3597341" y="5150089"/>
              <a:ext cx="1007777" cy="1056383"/>
              <a:chOff x="2426799" y="4416031"/>
              <a:chExt cx="1007777" cy="1056383"/>
            </a:xfrm>
          </p:grpSpPr>
          <p:sp>
            <p:nvSpPr>
              <p:cNvPr id="1534" name="Freeform: Shape 1533">
                <a:extLst>
                  <a:ext uri="{FF2B5EF4-FFF2-40B4-BE49-F238E27FC236}">
                    <a16:creationId xmlns:a16="http://schemas.microsoft.com/office/drawing/2014/main" id="{8DB3DBF3-88AD-26A7-3FC2-432AD0A85436}"/>
                  </a:ext>
                </a:extLst>
              </p:cNvPr>
              <p:cNvSpPr/>
              <p:nvPr/>
            </p:nvSpPr>
            <p:spPr>
              <a:xfrm>
                <a:off x="2505119" y="5357388"/>
                <a:ext cx="884926" cy="115026"/>
              </a:xfrm>
              <a:custGeom>
                <a:avLst/>
                <a:gdLst>
                  <a:gd name="connsiteX0" fmla="*/ 0 w 444245"/>
                  <a:gd name="connsiteY0" fmla="*/ 51149 h 102298"/>
                  <a:gd name="connsiteX1" fmla="*/ 222123 w 444245"/>
                  <a:gd name="connsiteY1" fmla="*/ 102298 h 102298"/>
                  <a:gd name="connsiteX2" fmla="*/ 444246 w 444245"/>
                  <a:gd name="connsiteY2" fmla="*/ 51149 h 102298"/>
                  <a:gd name="connsiteX3" fmla="*/ 222123 w 444245"/>
                  <a:gd name="connsiteY3" fmla="*/ 0 h 102298"/>
                  <a:gd name="connsiteX4" fmla="*/ 0 w 444245"/>
                  <a:gd name="connsiteY4" fmla="*/ 51149 h 10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245" h="102298">
                    <a:moveTo>
                      <a:pt x="0" y="51149"/>
                    </a:moveTo>
                    <a:cubicBezTo>
                      <a:pt x="0" y="79438"/>
                      <a:pt x="99441" y="102298"/>
                      <a:pt x="222123" y="102298"/>
                    </a:cubicBezTo>
                    <a:cubicBezTo>
                      <a:pt x="344805" y="102298"/>
                      <a:pt x="444246" y="79438"/>
                      <a:pt x="444246" y="51149"/>
                    </a:cubicBezTo>
                    <a:cubicBezTo>
                      <a:pt x="444246" y="22860"/>
                      <a:pt x="344805" y="0"/>
                      <a:pt x="222123" y="0"/>
                    </a:cubicBezTo>
                    <a:cubicBezTo>
                      <a:pt x="99441" y="0"/>
                      <a:pt x="0" y="22860"/>
                      <a:pt x="0" y="51149"/>
                    </a:cubicBezTo>
                    <a:close/>
                  </a:path>
                </a:pathLst>
              </a:custGeom>
              <a:solidFill>
                <a:schemeClr val="tx1">
                  <a:alpha val="10000"/>
                </a:schemeClr>
              </a:solidFill>
              <a:ln w="0" cap="flat">
                <a:noFill/>
                <a:prstDash val="solid"/>
                <a:miter/>
              </a:ln>
            </p:spPr>
            <p:txBody>
              <a:bodyPr rtlCol="0" anchor="ctr"/>
              <a:lstStyle/>
              <a:p>
                <a:endParaRPr lang="en-IN"/>
              </a:p>
            </p:txBody>
          </p:sp>
          <p:grpSp>
            <p:nvGrpSpPr>
              <p:cNvPr id="1481" name="Group 1480">
                <a:extLst>
                  <a:ext uri="{FF2B5EF4-FFF2-40B4-BE49-F238E27FC236}">
                    <a16:creationId xmlns:a16="http://schemas.microsoft.com/office/drawing/2014/main" id="{EE0F4103-3B88-CFA8-FB80-16B5814BECA6}"/>
                  </a:ext>
                </a:extLst>
              </p:cNvPr>
              <p:cNvGrpSpPr/>
              <p:nvPr/>
            </p:nvGrpSpPr>
            <p:grpSpPr>
              <a:xfrm flipH="1">
                <a:off x="2426799" y="4416031"/>
                <a:ext cx="1007777" cy="1032378"/>
                <a:chOff x="6327785" y="918342"/>
                <a:chExt cx="1847733" cy="1892838"/>
              </a:xfrm>
            </p:grpSpPr>
            <p:sp>
              <p:nvSpPr>
                <p:cNvPr id="1482" name="Freeform: Shape 1481">
                  <a:extLst>
                    <a:ext uri="{FF2B5EF4-FFF2-40B4-BE49-F238E27FC236}">
                      <a16:creationId xmlns:a16="http://schemas.microsoft.com/office/drawing/2014/main" id="{721F83B8-EEE5-8108-222E-E16EE9FF0D0A}"/>
                    </a:ext>
                  </a:extLst>
                </p:cNvPr>
                <p:cNvSpPr/>
                <p:nvPr/>
              </p:nvSpPr>
              <p:spPr>
                <a:xfrm>
                  <a:off x="6399784" y="958784"/>
                  <a:ext cx="249873" cy="245918"/>
                </a:xfrm>
                <a:custGeom>
                  <a:avLst/>
                  <a:gdLst>
                    <a:gd name="connsiteX0" fmla="*/ 49022 w 249873"/>
                    <a:gd name="connsiteY0" fmla="*/ 245638 h 245918"/>
                    <a:gd name="connsiteX1" fmla="*/ 221584 w 249873"/>
                    <a:gd name="connsiteY1" fmla="*/ 112384 h 245918"/>
                    <a:gd name="connsiteX2" fmla="*/ 239362 w 249873"/>
                    <a:gd name="connsiteY2" fmla="*/ 25777 h 245918"/>
                    <a:gd name="connsiteX3" fmla="*/ 155854 w 249873"/>
                    <a:gd name="connsiteY3" fmla="*/ 46165 h 245918"/>
                    <a:gd name="connsiteX4" fmla="*/ 143948 w 249873"/>
                    <a:gd name="connsiteY4" fmla="*/ 170 h 245918"/>
                    <a:gd name="connsiteX5" fmla="*/ 56199 w 249873"/>
                    <a:gd name="connsiteY5" fmla="*/ 86288 h 245918"/>
                    <a:gd name="connsiteX6" fmla="*/ 25536 w 249873"/>
                    <a:gd name="connsiteY6" fmla="*/ 61660 h 245918"/>
                    <a:gd name="connsiteX7" fmla="*/ 5964 w 249873"/>
                    <a:gd name="connsiteY7" fmla="*/ 195403 h 245918"/>
                    <a:gd name="connsiteX8" fmla="*/ 49186 w 249873"/>
                    <a:gd name="connsiteY8" fmla="*/ 245638 h 24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873" h="245918">
                      <a:moveTo>
                        <a:pt x="49022" y="245638"/>
                      </a:moveTo>
                      <a:cubicBezTo>
                        <a:pt x="49022" y="245638"/>
                        <a:pt x="67942" y="116299"/>
                        <a:pt x="221584" y="112384"/>
                      </a:cubicBezTo>
                      <a:cubicBezTo>
                        <a:pt x="221584" y="112384"/>
                        <a:pt x="270841" y="43066"/>
                        <a:pt x="239362" y="25777"/>
                      </a:cubicBezTo>
                      <a:cubicBezTo>
                        <a:pt x="215223" y="12566"/>
                        <a:pt x="185376" y="44371"/>
                        <a:pt x="155854" y="46165"/>
                      </a:cubicBezTo>
                      <a:cubicBezTo>
                        <a:pt x="155854" y="46165"/>
                        <a:pt x="169555" y="-3255"/>
                        <a:pt x="143948" y="170"/>
                      </a:cubicBezTo>
                      <a:cubicBezTo>
                        <a:pt x="118341" y="3595"/>
                        <a:pt x="65496" y="47959"/>
                        <a:pt x="56199" y="86288"/>
                      </a:cubicBezTo>
                      <a:cubicBezTo>
                        <a:pt x="56199" y="86288"/>
                        <a:pt x="45924" y="36868"/>
                        <a:pt x="25536" y="61660"/>
                      </a:cubicBezTo>
                      <a:cubicBezTo>
                        <a:pt x="5148" y="86451"/>
                        <a:pt x="-8389" y="141906"/>
                        <a:pt x="5964" y="195403"/>
                      </a:cubicBezTo>
                      <a:cubicBezTo>
                        <a:pt x="10204" y="211387"/>
                        <a:pt x="20643" y="249553"/>
                        <a:pt x="49186" y="245638"/>
                      </a:cubicBezTo>
                      <a:close/>
                    </a:path>
                  </a:pathLst>
                </a:custGeom>
                <a:solidFill>
                  <a:srgbClr val="B82B23"/>
                </a:solidFill>
                <a:ln w="0" cap="flat">
                  <a:noFill/>
                  <a:prstDash val="solid"/>
                  <a:miter/>
                </a:ln>
              </p:spPr>
              <p:txBody>
                <a:bodyPr rtlCol="0" anchor="ctr"/>
                <a:lstStyle/>
                <a:p>
                  <a:endParaRPr lang="en-IN"/>
                </a:p>
              </p:txBody>
            </p:sp>
            <p:sp>
              <p:nvSpPr>
                <p:cNvPr id="1483" name="Freeform: Shape 1482">
                  <a:extLst>
                    <a:ext uri="{FF2B5EF4-FFF2-40B4-BE49-F238E27FC236}">
                      <a16:creationId xmlns:a16="http://schemas.microsoft.com/office/drawing/2014/main" id="{DE2E5CCD-1FC9-F18E-3189-5F49105141E9}"/>
                    </a:ext>
                  </a:extLst>
                </p:cNvPr>
                <p:cNvSpPr/>
                <p:nvPr/>
              </p:nvSpPr>
              <p:spPr>
                <a:xfrm>
                  <a:off x="6929516" y="2278774"/>
                  <a:ext cx="279997" cy="532393"/>
                </a:xfrm>
                <a:custGeom>
                  <a:avLst/>
                  <a:gdLst>
                    <a:gd name="connsiteX0" fmla="*/ 188661 w 279997"/>
                    <a:gd name="connsiteY0" fmla="*/ 419661 h 532393"/>
                    <a:gd name="connsiteX1" fmla="*/ 117711 w 279997"/>
                    <a:gd name="connsiteY1" fmla="*/ 532364 h 532393"/>
                    <a:gd name="connsiteX2" fmla="*/ 151637 w 279997"/>
                    <a:gd name="connsiteY2" fmla="*/ 412974 h 532393"/>
                    <a:gd name="connsiteX3" fmla="*/ 22949 w 279997"/>
                    <a:gd name="connsiteY3" fmla="*/ 509040 h 532393"/>
                    <a:gd name="connsiteX4" fmla="*/ 113471 w 279997"/>
                    <a:gd name="connsiteY4" fmla="*/ 408733 h 532393"/>
                    <a:gd name="connsiteX5" fmla="*/ 441 w 279997"/>
                    <a:gd name="connsiteY5" fmla="*/ 437439 h 532393"/>
                    <a:gd name="connsiteX6" fmla="*/ 173003 w 279997"/>
                    <a:gd name="connsiteY6" fmla="*/ 353115 h 532393"/>
                    <a:gd name="connsiteX7" fmla="*/ 201220 w 279997"/>
                    <a:gd name="connsiteY7" fmla="*/ 53660 h 532393"/>
                    <a:gd name="connsiteX8" fmla="*/ 279998 w 279997"/>
                    <a:gd name="connsiteY8" fmla="*/ 0 h 532393"/>
                    <a:gd name="connsiteX9" fmla="*/ 245746 w 279997"/>
                    <a:gd name="connsiteY9" fmla="*/ 251177 h 532393"/>
                    <a:gd name="connsiteX10" fmla="*/ 211006 w 279997"/>
                    <a:gd name="connsiteY10" fmla="*/ 362249 h 532393"/>
                    <a:gd name="connsiteX11" fmla="*/ 260752 w 279997"/>
                    <a:gd name="connsiteY11" fmla="*/ 409875 h 532393"/>
                    <a:gd name="connsiteX12" fmla="*/ 188498 w 279997"/>
                    <a:gd name="connsiteY12" fmla="*/ 419661 h 532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997" h="532393">
                      <a:moveTo>
                        <a:pt x="188661" y="419661"/>
                      </a:moveTo>
                      <a:cubicBezTo>
                        <a:pt x="179527" y="438091"/>
                        <a:pt x="131575" y="534321"/>
                        <a:pt x="117711" y="532364"/>
                      </a:cubicBezTo>
                      <a:cubicBezTo>
                        <a:pt x="109230" y="531222"/>
                        <a:pt x="150495" y="416236"/>
                        <a:pt x="151637" y="412974"/>
                      </a:cubicBezTo>
                      <a:cubicBezTo>
                        <a:pt x="148701" y="415583"/>
                        <a:pt x="29963" y="518174"/>
                        <a:pt x="22949" y="509040"/>
                      </a:cubicBezTo>
                      <a:cubicBezTo>
                        <a:pt x="15936" y="499744"/>
                        <a:pt x="113471" y="408733"/>
                        <a:pt x="113471" y="408733"/>
                      </a:cubicBezTo>
                      <a:cubicBezTo>
                        <a:pt x="68128" y="406286"/>
                        <a:pt x="-6409" y="452770"/>
                        <a:pt x="441" y="437439"/>
                      </a:cubicBezTo>
                      <a:cubicBezTo>
                        <a:pt x="22623" y="388345"/>
                        <a:pt x="153104" y="366653"/>
                        <a:pt x="173003" y="353115"/>
                      </a:cubicBezTo>
                      <a:cubicBezTo>
                        <a:pt x="192901" y="339578"/>
                        <a:pt x="201220" y="53660"/>
                        <a:pt x="201220" y="53660"/>
                      </a:cubicBezTo>
                      <a:lnTo>
                        <a:pt x="279998" y="0"/>
                      </a:lnTo>
                      <a:cubicBezTo>
                        <a:pt x="279998" y="0"/>
                        <a:pt x="258795" y="189524"/>
                        <a:pt x="245746" y="251177"/>
                      </a:cubicBezTo>
                      <a:cubicBezTo>
                        <a:pt x="238733" y="283960"/>
                        <a:pt x="223891" y="327834"/>
                        <a:pt x="211006" y="362249"/>
                      </a:cubicBezTo>
                      <a:cubicBezTo>
                        <a:pt x="220629" y="375623"/>
                        <a:pt x="254065" y="389324"/>
                        <a:pt x="260752" y="409875"/>
                      </a:cubicBezTo>
                      <a:cubicBezTo>
                        <a:pt x="271680" y="443147"/>
                        <a:pt x="218835" y="402372"/>
                        <a:pt x="188498" y="419661"/>
                      </a:cubicBezTo>
                      <a:close/>
                    </a:path>
                  </a:pathLst>
                </a:custGeom>
                <a:solidFill>
                  <a:schemeClr val="tx1"/>
                </a:solidFill>
                <a:ln w="0" cap="flat">
                  <a:noFill/>
                  <a:prstDash val="solid"/>
                  <a:miter/>
                </a:ln>
              </p:spPr>
              <p:txBody>
                <a:bodyPr rtlCol="0" anchor="ctr"/>
                <a:lstStyle/>
                <a:p>
                  <a:endParaRPr lang="en-IN"/>
                </a:p>
              </p:txBody>
            </p:sp>
            <p:sp>
              <p:nvSpPr>
                <p:cNvPr id="1484" name="Freeform: Shape 1483">
                  <a:extLst>
                    <a:ext uri="{FF2B5EF4-FFF2-40B4-BE49-F238E27FC236}">
                      <a16:creationId xmlns:a16="http://schemas.microsoft.com/office/drawing/2014/main" id="{9BBCDE92-AD31-C922-B5C2-F37E97880ABE}"/>
                    </a:ext>
                  </a:extLst>
                </p:cNvPr>
                <p:cNvSpPr/>
                <p:nvPr/>
              </p:nvSpPr>
              <p:spPr>
                <a:xfrm>
                  <a:off x="7237432" y="2263279"/>
                  <a:ext cx="284458" cy="547901"/>
                </a:xfrm>
                <a:custGeom>
                  <a:avLst/>
                  <a:gdLst>
                    <a:gd name="connsiteX0" fmla="*/ 184114 w 284458"/>
                    <a:gd name="connsiteY0" fmla="*/ 415257 h 547901"/>
                    <a:gd name="connsiteX1" fmla="*/ 125887 w 284458"/>
                    <a:gd name="connsiteY1" fmla="*/ 547696 h 547901"/>
                    <a:gd name="connsiteX2" fmla="*/ 141871 w 284458"/>
                    <a:gd name="connsiteY2" fmla="*/ 435482 h 547901"/>
                    <a:gd name="connsiteX3" fmla="*/ 29167 w 284458"/>
                    <a:gd name="connsiteY3" fmla="*/ 536115 h 547901"/>
                    <a:gd name="connsiteX4" fmla="*/ 103216 w 284458"/>
                    <a:gd name="connsiteY4" fmla="*/ 418193 h 547901"/>
                    <a:gd name="connsiteX5" fmla="*/ 4865 w 284458"/>
                    <a:gd name="connsiteY5" fmla="*/ 459784 h 547901"/>
                    <a:gd name="connsiteX6" fmla="*/ 159486 w 284458"/>
                    <a:gd name="connsiteY6" fmla="*/ 363391 h 547901"/>
                    <a:gd name="connsiteX7" fmla="*/ 151494 w 284458"/>
                    <a:gd name="connsiteY7" fmla="*/ 62631 h 547901"/>
                    <a:gd name="connsiteX8" fmla="*/ 223259 w 284458"/>
                    <a:gd name="connsiteY8" fmla="*/ 0 h 547901"/>
                    <a:gd name="connsiteX9" fmla="*/ 219507 w 284458"/>
                    <a:gd name="connsiteY9" fmla="*/ 253460 h 547901"/>
                    <a:gd name="connsiteX10" fmla="*/ 198467 w 284458"/>
                    <a:gd name="connsiteY10" fmla="*/ 367957 h 547901"/>
                    <a:gd name="connsiteX11" fmla="*/ 280671 w 284458"/>
                    <a:gd name="connsiteY11" fmla="*/ 423575 h 547901"/>
                    <a:gd name="connsiteX12" fmla="*/ 184277 w 284458"/>
                    <a:gd name="connsiteY12" fmla="*/ 415583 h 54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458" h="547901">
                      <a:moveTo>
                        <a:pt x="184114" y="415257"/>
                      </a:moveTo>
                      <a:cubicBezTo>
                        <a:pt x="177264" y="434666"/>
                        <a:pt x="139587" y="544597"/>
                        <a:pt x="125887" y="547696"/>
                      </a:cubicBezTo>
                      <a:cubicBezTo>
                        <a:pt x="100280" y="553404"/>
                        <a:pt x="141055" y="438744"/>
                        <a:pt x="141871" y="435482"/>
                      </a:cubicBezTo>
                      <a:cubicBezTo>
                        <a:pt x="139261" y="438417"/>
                        <a:pt x="51349" y="553404"/>
                        <a:pt x="29167" y="536115"/>
                      </a:cubicBezTo>
                      <a:cubicBezTo>
                        <a:pt x="20034" y="528939"/>
                        <a:pt x="103216" y="418193"/>
                        <a:pt x="103216" y="418193"/>
                      </a:cubicBezTo>
                      <a:cubicBezTo>
                        <a:pt x="76630" y="427163"/>
                        <a:pt x="11552" y="465329"/>
                        <a:pt x="4865" y="459784"/>
                      </a:cubicBezTo>
                      <a:cubicBezTo>
                        <a:pt x="-30854" y="429610"/>
                        <a:pt x="141218" y="379212"/>
                        <a:pt x="159486" y="363391"/>
                      </a:cubicBezTo>
                      <a:cubicBezTo>
                        <a:pt x="177590" y="347570"/>
                        <a:pt x="151494" y="62631"/>
                        <a:pt x="151494" y="62631"/>
                      </a:cubicBezTo>
                      <a:lnTo>
                        <a:pt x="223259" y="0"/>
                      </a:lnTo>
                      <a:cubicBezTo>
                        <a:pt x="223259" y="0"/>
                        <a:pt x="225053" y="190666"/>
                        <a:pt x="219507" y="253460"/>
                      </a:cubicBezTo>
                      <a:cubicBezTo>
                        <a:pt x="216572" y="286896"/>
                        <a:pt x="206948" y="332238"/>
                        <a:pt x="198467" y="367957"/>
                      </a:cubicBezTo>
                      <a:cubicBezTo>
                        <a:pt x="209558" y="380027"/>
                        <a:pt x="272189" y="403677"/>
                        <a:pt x="280671" y="423575"/>
                      </a:cubicBezTo>
                      <a:cubicBezTo>
                        <a:pt x="304483" y="479193"/>
                        <a:pt x="209232" y="400904"/>
                        <a:pt x="184277" y="415583"/>
                      </a:cubicBezTo>
                      <a:close/>
                    </a:path>
                  </a:pathLst>
                </a:custGeom>
                <a:solidFill>
                  <a:schemeClr val="tx1"/>
                </a:solidFill>
                <a:ln w="0" cap="flat">
                  <a:noFill/>
                  <a:prstDash val="solid"/>
                  <a:miter/>
                </a:ln>
              </p:spPr>
              <p:txBody>
                <a:bodyPr rtlCol="0" anchor="ctr"/>
                <a:lstStyle/>
                <a:p>
                  <a:endParaRPr lang="en-IN"/>
                </a:p>
              </p:txBody>
            </p:sp>
            <p:sp>
              <p:nvSpPr>
                <p:cNvPr id="1485" name="Freeform: Shape 1484">
                  <a:extLst>
                    <a:ext uri="{FF2B5EF4-FFF2-40B4-BE49-F238E27FC236}">
                      <a16:creationId xmlns:a16="http://schemas.microsoft.com/office/drawing/2014/main" id="{D54E50BF-E90C-DE30-A76D-EF4A2C903FBC}"/>
                    </a:ext>
                  </a:extLst>
                </p:cNvPr>
                <p:cNvSpPr/>
                <p:nvPr/>
              </p:nvSpPr>
              <p:spPr>
                <a:xfrm>
                  <a:off x="7017528" y="2173247"/>
                  <a:ext cx="290845" cy="259579"/>
                </a:xfrm>
                <a:custGeom>
                  <a:avLst/>
                  <a:gdLst>
                    <a:gd name="connsiteX0" fmla="*/ 12411 w 290845"/>
                    <a:gd name="connsiteY0" fmla="*/ 0 h 259579"/>
                    <a:gd name="connsiteX1" fmla="*/ 288379 w 290845"/>
                    <a:gd name="connsiteY1" fmla="*/ 0 h 259579"/>
                    <a:gd name="connsiteX2" fmla="*/ 187908 w 290845"/>
                    <a:gd name="connsiteY2" fmla="*/ 257375 h 259579"/>
                    <a:gd name="connsiteX3" fmla="*/ 72595 w 290845"/>
                    <a:gd name="connsiteY3" fmla="*/ 252318 h 259579"/>
                    <a:gd name="connsiteX4" fmla="*/ 12411 w 290845"/>
                    <a:gd name="connsiteY4" fmla="*/ 163 h 259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845" h="259579">
                      <a:moveTo>
                        <a:pt x="12411" y="0"/>
                      </a:moveTo>
                      <a:lnTo>
                        <a:pt x="288379" y="0"/>
                      </a:lnTo>
                      <a:cubicBezTo>
                        <a:pt x="288379" y="0"/>
                        <a:pt x="315780" y="250035"/>
                        <a:pt x="187908" y="257375"/>
                      </a:cubicBezTo>
                      <a:cubicBezTo>
                        <a:pt x="108967" y="261941"/>
                        <a:pt x="82871" y="259006"/>
                        <a:pt x="72595" y="252318"/>
                      </a:cubicBezTo>
                      <a:cubicBezTo>
                        <a:pt x="62320" y="245468"/>
                        <a:pt x="-33584" y="111725"/>
                        <a:pt x="12411" y="163"/>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486" name="Freeform: Shape 1485">
                  <a:extLst>
                    <a:ext uri="{FF2B5EF4-FFF2-40B4-BE49-F238E27FC236}">
                      <a16:creationId xmlns:a16="http://schemas.microsoft.com/office/drawing/2014/main" id="{A5708E03-DB99-D433-1290-CA049834A8A3}"/>
                    </a:ext>
                  </a:extLst>
                </p:cNvPr>
                <p:cNvSpPr/>
                <p:nvPr/>
              </p:nvSpPr>
              <p:spPr>
                <a:xfrm>
                  <a:off x="6522073" y="958962"/>
                  <a:ext cx="1652730" cy="1328991"/>
                </a:xfrm>
                <a:custGeom>
                  <a:avLst/>
                  <a:gdLst>
                    <a:gd name="connsiteX0" fmla="*/ 1446843 w 1652730"/>
                    <a:gd name="connsiteY0" fmla="*/ 155 h 1328991"/>
                    <a:gd name="connsiteX1" fmla="*/ 1498546 w 1652730"/>
                    <a:gd name="connsiteY1" fmla="*/ 157059 h 1328991"/>
                    <a:gd name="connsiteX2" fmla="*/ 1500829 w 1652730"/>
                    <a:gd name="connsiteY2" fmla="*/ 162442 h 1328991"/>
                    <a:gd name="connsiteX3" fmla="*/ 1587110 w 1652730"/>
                    <a:gd name="connsiteY3" fmla="*/ 169618 h 1328991"/>
                    <a:gd name="connsiteX4" fmla="*/ 1571126 w 1652730"/>
                    <a:gd name="connsiteY4" fmla="*/ 358979 h 1328991"/>
                    <a:gd name="connsiteX5" fmla="*/ 1642402 w 1652730"/>
                    <a:gd name="connsiteY5" fmla="*/ 375453 h 1328991"/>
                    <a:gd name="connsiteX6" fmla="*/ 1561340 w 1652730"/>
                    <a:gd name="connsiteY6" fmla="*/ 618963 h 1328991"/>
                    <a:gd name="connsiteX7" fmla="*/ 1599832 w 1652730"/>
                    <a:gd name="connsiteY7" fmla="*/ 734113 h 1328991"/>
                    <a:gd name="connsiteX8" fmla="*/ 1485172 w 1652730"/>
                    <a:gd name="connsiteY8" fmla="*/ 834258 h 1328991"/>
                    <a:gd name="connsiteX9" fmla="*/ 1546824 w 1652730"/>
                    <a:gd name="connsiteY9" fmla="*/ 895910 h 1328991"/>
                    <a:gd name="connsiteX10" fmla="*/ 1305596 w 1652730"/>
                    <a:gd name="connsiteY10" fmla="*/ 1004536 h 1328991"/>
                    <a:gd name="connsiteX11" fmla="*/ 1254056 w 1652730"/>
                    <a:gd name="connsiteY11" fmla="*/ 1106964 h 1328991"/>
                    <a:gd name="connsiteX12" fmla="*/ 1171527 w 1652730"/>
                    <a:gd name="connsiteY12" fmla="*/ 1119033 h 1328991"/>
                    <a:gd name="connsiteX13" fmla="*/ 1171526 w 1652730"/>
                    <a:gd name="connsiteY13" fmla="*/ 1119033 h 1328991"/>
                    <a:gd name="connsiteX14" fmla="*/ 1117703 w 1652730"/>
                    <a:gd name="connsiteY14" fmla="*/ 1167148 h 1328991"/>
                    <a:gd name="connsiteX15" fmla="*/ 1111831 w 1652730"/>
                    <a:gd name="connsiteY15" fmla="*/ 1171715 h 1328991"/>
                    <a:gd name="connsiteX16" fmla="*/ 592514 w 1652730"/>
                    <a:gd name="connsiteY16" fmla="*/ 1328456 h 1328991"/>
                    <a:gd name="connsiteX17" fmla="*/ 15296 w 1652730"/>
                    <a:gd name="connsiteY17" fmla="*/ 671156 h 1328991"/>
                    <a:gd name="connsiteX18" fmla="*/ 31607 w 1652730"/>
                    <a:gd name="connsiteY18" fmla="*/ 621084 h 1328991"/>
                    <a:gd name="connsiteX19" fmla="*/ 529883 w 1652730"/>
                    <a:gd name="connsiteY19" fmla="*/ 451784 h 1328991"/>
                    <a:gd name="connsiteX20" fmla="*/ 693148 w 1652730"/>
                    <a:gd name="connsiteY20" fmla="*/ 475434 h 1328991"/>
                    <a:gd name="connsiteX21" fmla="*/ 857066 w 1652730"/>
                    <a:gd name="connsiteY21" fmla="*/ 508054 h 1328991"/>
                    <a:gd name="connsiteX22" fmla="*/ 1186043 w 1652730"/>
                    <a:gd name="connsiteY22" fmla="*/ 295859 h 1328991"/>
                    <a:gd name="connsiteX23" fmla="*/ 1325169 w 1652730"/>
                    <a:gd name="connsiteY23" fmla="*/ 96385 h 1328991"/>
                    <a:gd name="connsiteX24" fmla="*/ 1332019 w 1652730"/>
                    <a:gd name="connsiteY24" fmla="*/ 88557 h 1328991"/>
                    <a:gd name="connsiteX25" fmla="*/ 1344741 w 1652730"/>
                    <a:gd name="connsiteY25" fmla="*/ 74367 h 1328991"/>
                    <a:gd name="connsiteX26" fmla="*/ 1446843 w 1652730"/>
                    <a:gd name="connsiteY26" fmla="*/ 155 h 132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52730" h="1328991">
                      <a:moveTo>
                        <a:pt x="1446843" y="155"/>
                      </a:moveTo>
                      <a:cubicBezTo>
                        <a:pt x="1503113" y="-4738"/>
                        <a:pt x="1510616" y="107150"/>
                        <a:pt x="1498546" y="157059"/>
                      </a:cubicBezTo>
                      <a:cubicBezTo>
                        <a:pt x="1499361" y="158853"/>
                        <a:pt x="1500014" y="160484"/>
                        <a:pt x="1500829" y="162442"/>
                      </a:cubicBezTo>
                      <a:cubicBezTo>
                        <a:pt x="1524479" y="142543"/>
                        <a:pt x="1564439" y="147110"/>
                        <a:pt x="1587110" y="169618"/>
                      </a:cubicBezTo>
                      <a:cubicBezTo>
                        <a:pt x="1638651" y="223279"/>
                        <a:pt x="1604725" y="304177"/>
                        <a:pt x="1571126" y="358979"/>
                      </a:cubicBezTo>
                      <a:cubicBezTo>
                        <a:pt x="1584664" y="337450"/>
                        <a:pt x="1631311" y="352618"/>
                        <a:pt x="1642402" y="375453"/>
                      </a:cubicBezTo>
                      <a:cubicBezTo>
                        <a:pt x="1678611" y="450316"/>
                        <a:pt x="1611902" y="570685"/>
                        <a:pt x="1561340" y="618963"/>
                      </a:cubicBezTo>
                      <a:cubicBezTo>
                        <a:pt x="1617937" y="610808"/>
                        <a:pt x="1634899" y="698068"/>
                        <a:pt x="1599832" y="734113"/>
                      </a:cubicBezTo>
                      <a:cubicBezTo>
                        <a:pt x="1569985" y="774236"/>
                        <a:pt x="1523827" y="809466"/>
                        <a:pt x="1485172" y="834258"/>
                      </a:cubicBezTo>
                      <a:cubicBezTo>
                        <a:pt x="1508332" y="834910"/>
                        <a:pt x="1550249" y="873076"/>
                        <a:pt x="1546824" y="895910"/>
                      </a:cubicBezTo>
                      <a:cubicBezTo>
                        <a:pt x="1517792" y="983006"/>
                        <a:pt x="1389268" y="1013506"/>
                        <a:pt x="1305596" y="1004536"/>
                      </a:cubicBezTo>
                      <a:cubicBezTo>
                        <a:pt x="1402316" y="1040744"/>
                        <a:pt x="1331040" y="1085924"/>
                        <a:pt x="1254056" y="1106964"/>
                      </a:cubicBezTo>
                      <a:cubicBezTo>
                        <a:pt x="1229265" y="1113814"/>
                        <a:pt x="1195829" y="1117239"/>
                        <a:pt x="1171527" y="1119033"/>
                      </a:cubicBezTo>
                      <a:lnTo>
                        <a:pt x="1171526" y="1119033"/>
                      </a:lnTo>
                      <a:lnTo>
                        <a:pt x="1117703" y="1167148"/>
                      </a:lnTo>
                      <a:cubicBezTo>
                        <a:pt x="1115745" y="1168616"/>
                        <a:pt x="1113788" y="1170084"/>
                        <a:pt x="1111831" y="1171715"/>
                      </a:cubicBezTo>
                      <a:cubicBezTo>
                        <a:pt x="971400" y="1275774"/>
                        <a:pt x="760183" y="1319322"/>
                        <a:pt x="592514" y="1328456"/>
                      </a:cubicBezTo>
                      <a:cubicBezTo>
                        <a:pt x="318503" y="1343461"/>
                        <a:pt x="-83543" y="1041234"/>
                        <a:pt x="15296" y="671156"/>
                      </a:cubicBezTo>
                      <a:cubicBezTo>
                        <a:pt x="19700" y="654683"/>
                        <a:pt x="25246" y="637883"/>
                        <a:pt x="31607" y="621084"/>
                      </a:cubicBezTo>
                      <a:cubicBezTo>
                        <a:pt x="82821" y="488482"/>
                        <a:pt x="242824" y="423405"/>
                        <a:pt x="529883" y="451784"/>
                      </a:cubicBezTo>
                      <a:cubicBezTo>
                        <a:pt x="580282" y="456677"/>
                        <a:pt x="634758" y="464669"/>
                        <a:pt x="693148" y="475434"/>
                      </a:cubicBezTo>
                      <a:cubicBezTo>
                        <a:pt x="755942" y="487014"/>
                        <a:pt x="807809" y="496963"/>
                        <a:pt x="857066" y="508054"/>
                      </a:cubicBezTo>
                      <a:cubicBezTo>
                        <a:pt x="1028486" y="530562"/>
                        <a:pt x="1102371" y="427645"/>
                        <a:pt x="1186043" y="295859"/>
                      </a:cubicBezTo>
                      <a:cubicBezTo>
                        <a:pt x="1226166" y="232412"/>
                        <a:pt x="1268572" y="162442"/>
                        <a:pt x="1325169" y="96385"/>
                      </a:cubicBezTo>
                      <a:cubicBezTo>
                        <a:pt x="1327452" y="93613"/>
                        <a:pt x="1329736" y="91003"/>
                        <a:pt x="1332019" y="88557"/>
                      </a:cubicBezTo>
                      <a:cubicBezTo>
                        <a:pt x="1336259" y="83664"/>
                        <a:pt x="1340500" y="78934"/>
                        <a:pt x="1344741" y="74367"/>
                      </a:cubicBezTo>
                      <a:cubicBezTo>
                        <a:pt x="1385353" y="30166"/>
                        <a:pt x="1421725" y="645"/>
                        <a:pt x="1446843" y="155"/>
                      </a:cubicBezTo>
                      <a:close/>
                    </a:path>
                  </a:pathLst>
                </a:custGeom>
                <a:solidFill>
                  <a:schemeClr val="accent6"/>
                </a:solidFill>
                <a:ln w="0" cap="flat">
                  <a:noFill/>
                  <a:prstDash val="solid"/>
                  <a:miter/>
                </a:ln>
              </p:spPr>
              <p:txBody>
                <a:bodyPr rtlCol="0" anchor="ctr"/>
                <a:lstStyle/>
                <a:p>
                  <a:endParaRPr lang="en-IN"/>
                </a:p>
              </p:txBody>
            </p:sp>
            <p:sp>
              <p:nvSpPr>
                <p:cNvPr id="1487" name="Freeform: Shape 1486">
                  <a:extLst>
                    <a:ext uri="{FF2B5EF4-FFF2-40B4-BE49-F238E27FC236}">
                      <a16:creationId xmlns:a16="http://schemas.microsoft.com/office/drawing/2014/main" id="{6C6BA55D-BF9E-CFBF-5E68-748B6BA638B9}"/>
                    </a:ext>
                  </a:extLst>
                </p:cNvPr>
                <p:cNvSpPr/>
                <p:nvPr/>
              </p:nvSpPr>
              <p:spPr>
                <a:xfrm>
                  <a:off x="7847242" y="1047519"/>
                  <a:ext cx="6850" cy="11254"/>
                </a:xfrm>
                <a:custGeom>
                  <a:avLst/>
                  <a:gdLst>
                    <a:gd name="connsiteX0" fmla="*/ 3588 w 6850"/>
                    <a:gd name="connsiteY0" fmla="*/ 11254 h 11254"/>
                    <a:gd name="connsiteX1" fmla="*/ 0 w 6850"/>
                    <a:gd name="connsiteY1" fmla="*/ 7829 h 11254"/>
                    <a:gd name="connsiteX2" fmla="*/ 6850 w 6850"/>
                    <a:gd name="connsiteY2" fmla="*/ 0 h 11254"/>
                    <a:gd name="connsiteX3" fmla="*/ 3588 w 6850"/>
                    <a:gd name="connsiteY3" fmla="*/ 11254 h 11254"/>
                  </a:gdLst>
                  <a:ahLst/>
                  <a:cxnLst>
                    <a:cxn ang="0">
                      <a:pos x="connsiteX0" y="connsiteY0"/>
                    </a:cxn>
                    <a:cxn ang="0">
                      <a:pos x="connsiteX1" y="connsiteY1"/>
                    </a:cxn>
                    <a:cxn ang="0">
                      <a:pos x="connsiteX2" y="connsiteY2"/>
                    </a:cxn>
                    <a:cxn ang="0">
                      <a:pos x="connsiteX3" y="connsiteY3"/>
                    </a:cxn>
                  </a:cxnLst>
                  <a:rect l="l" t="t" r="r" b="b"/>
                  <a:pathLst>
                    <a:path w="6850" h="11254">
                      <a:moveTo>
                        <a:pt x="3588" y="11254"/>
                      </a:moveTo>
                      <a:lnTo>
                        <a:pt x="0" y="7829"/>
                      </a:lnTo>
                      <a:cubicBezTo>
                        <a:pt x="2283" y="5056"/>
                        <a:pt x="4567" y="2447"/>
                        <a:pt x="6850" y="0"/>
                      </a:cubicBezTo>
                      <a:cubicBezTo>
                        <a:pt x="5056" y="3425"/>
                        <a:pt x="3914" y="7340"/>
                        <a:pt x="3588" y="11254"/>
                      </a:cubicBezTo>
                      <a:close/>
                    </a:path>
                  </a:pathLst>
                </a:custGeom>
                <a:solidFill>
                  <a:srgbClr val="E6D3BA"/>
                </a:solidFill>
                <a:ln w="0" cap="flat">
                  <a:noFill/>
                  <a:prstDash val="solid"/>
                  <a:miter/>
                </a:ln>
              </p:spPr>
              <p:txBody>
                <a:bodyPr rtlCol="0" anchor="ctr"/>
                <a:lstStyle/>
                <a:p>
                  <a:endParaRPr lang="en-IN"/>
                </a:p>
              </p:txBody>
            </p:sp>
            <p:sp>
              <p:nvSpPr>
                <p:cNvPr id="1488" name="Freeform: Shape 1487">
                  <a:extLst>
                    <a:ext uri="{FF2B5EF4-FFF2-40B4-BE49-F238E27FC236}">
                      <a16:creationId xmlns:a16="http://schemas.microsoft.com/office/drawing/2014/main" id="{5813DC2B-9AA9-116D-EEFF-FAE3272E9C2D}"/>
                    </a:ext>
                  </a:extLst>
                </p:cNvPr>
                <p:cNvSpPr/>
                <p:nvPr/>
              </p:nvSpPr>
              <p:spPr>
                <a:xfrm>
                  <a:off x="6522237" y="958799"/>
                  <a:ext cx="1653281" cy="1329154"/>
                </a:xfrm>
                <a:custGeom>
                  <a:avLst/>
                  <a:gdLst>
                    <a:gd name="connsiteX0" fmla="*/ 1599669 w 1653281"/>
                    <a:gd name="connsiteY0" fmla="*/ 734276 h 1329154"/>
                    <a:gd name="connsiteX1" fmla="*/ 1485171 w 1653281"/>
                    <a:gd name="connsiteY1" fmla="*/ 834421 h 1329154"/>
                    <a:gd name="connsiteX2" fmla="*/ 1546824 w 1653281"/>
                    <a:gd name="connsiteY2" fmla="*/ 896073 h 1329154"/>
                    <a:gd name="connsiteX3" fmla="*/ 1305759 w 1653281"/>
                    <a:gd name="connsiteY3" fmla="*/ 1004862 h 1329154"/>
                    <a:gd name="connsiteX4" fmla="*/ 1254219 w 1653281"/>
                    <a:gd name="connsiteY4" fmla="*/ 1107290 h 1329154"/>
                    <a:gd name="connsiteX5" fmla="*/ 1171526 w 1653281"/>
                    <a:gd name="connsiteY5" fmla="*/ 1119196 h 1329154"/>
                    <a:gd name="connsiteX6" fmla="*/ 1117866 w 1653281"/>
                    <a:gd name="connsiteY6" fmla="*/ 1167311 h 1329154"/>
                    <a:gd name="connsiteX7" fmla="*/ 1101719 w 1653281"/>
                    <a:gd name="connsiteY7" fmla="*/ 1158667 h 1329154"/>
                    <a:gd name="connsiteX8" fmla="*/ 1111831 w 1653281"/>
                    <a:gd name="connsiteY8" fmla="*/ 1171715 h 1329154"/>
                    <a:gd name="connsiteX9" fmla="*/ 592514 w 1653281"/>
                    <a:gd name="connsiteY9" fmla="*/ 1328619 h 1329154"/>
                    <a:gd name="connsiteX10" fmla="*/ 15296 w 1653281"/>
                    <a:gd name="connsiteY10" fmla="*/ 671319 h 1329154"/>
                    <a:gd name="connsiteX11" fmla="*/ 94401 w 1653281"/>
                    <a:gd name="connsiteY11" fmla="*/ 913036 h 1329154"/>
                    <a:gd name="connsiteX12" fmla="*/ 104024 w 1653281"/>
                    <a:gd name="connsiteY12" fmla="*/ 809303 h 1329154"/>
                    <a:gd name="connsiteX13" fmla="*/ 302519 w 1653281"/>
                    <a:gd name="connsiteY13" fmla="*/ 1090327 h 1329154"/>
                    <a:gd name="connsiteX14" fmla="*/ 277401 w 1653281"/>
                    <a:gd name="connsiteY14" fmla="*/ 978440 h 1329154"/>
                    <a:gd name="connsiteX15" fmla="*/ 621873 w 1653281"/>
                    <a:gd name="connsiteY15" fmla="*/ 1257507 h 1329154"/>
                    <a:gd name="connsiteX16" fmla="*/ 550434 w 1653281"/>
                    <a:gd name="connsiteY16" fmla="*/ 1184437 h 1329154"/>
                    <a:gd name="connsiteX17" fmla="*/ 743873 w 1653281"/>
                    <a:gd name="connsiteY17" fmla="*/ 1191777 h 1329154"/>
                    <a:gd name="connsiteX18" fmla="*/ 1010381 w 1653281"/>
                    <a:gd name="connsiteY18" fmla="*/ 1146108 h 1329154"/>
                    <a:gd name="connsiteX19" fmla="*/ 1148692 w 1653281"/>
                    <a:gd name="connsiteY19" fmla="*/ 1099135 h 1329154"/>
                    <a:gd name="connsiteX20" fmla="*/ 1212465 w 1653281"/>
                    <a:gd name="connsiteY20" fmla="*/ 1066678 h 1329154"/>
                    <a:gd name="connsiteX21" fmla="*/ 1280641 w 1653281"/>
                    <a:gd name="connsiteY21" fmla="*/ 1009755 h 1329154"/>
                    <a:gd name="connsiteX22" fmla="*/ 1246553 w 1653281"/>
                    <a:gd name="connsiteY22" fmla="*/ 999643 h 1329154"/>
                    <a:gd name="connsiteX23" fmla="*/ 1466904 w 1653281"/>
                    <a:gd name="connsiteY23" fmla="*/ 829691 h 1329154"/>
                    <a:gd name="connsiteX24" fmla="*/ 1320764 w 1653281"/>
                    <a:gd name="connsiteY24" fmla="*/ 865084 h 1329154"/>
                    <a:gd name="connsiteX25" fmla="*/ 1532960 w 1653281"/>
                    <a:gd name="connsiteY25" fmla="*/ 723838 h 1329154"/>
                    <a:gd name="connsiteX26" fmla="*/ 1553511 w 1653281"/>
                    <a:gd name="connsiteY26" fmla="*/ 670993 h 1329154"/>
                    <a:gd name="connsiteX27" fmla="*/ 1490064 w 1653281"/>
                    <a:gd name="connsiteY27" fmla="*/ 630707 h 1329154"/>
                    <a:gd name="connsiteX28" fmla="*/ 1416668 w 1653281"/>
                    <a:gd name="connsiteY28" fmla="*/ 668057 h 1329154"/>
                    <a:gd name="connsiteX29" fmla="*/ 1569169 w 1653281"/>
                    <a:gd name="connsiteY29" fmla="*/ 463854 h 1329154"/>
                    <a:gd name="connsiteX30" fmla="*/ 1563949 w 1653281"/>
                    <a:gd name="connsiteY30" fmla="*/ 401223 h 1329154"/>
                    <a:gd name="connsiteX31" fmla="*/ 1504417 w 1653281"/>
                    <a:gd name="connsiteY31" fmla="*/ 389642 h 1329154"/>
                    <a:gd name="connsiteX32" fmla="*/ 1458422 w 1653281"/>
                    <a:gd name="connsiteY32" fmla="*/ 422100 h 1329154"/>
                    <a:gd name="connsiteX33" fmla="*/ 1540300 w 1653281"/>
                    <a:gd name="connsiteY33" fmla="*/ 270578 h 1329154"/>
                    <a:gd name="connsiteX34" fmla="*/ 1487781 w 1653281"/>
                    <a:gd name="connsiteY34" fmla="*/ 213166 h 1329154"/>
                    <a:gd name="connsiteX35" fmla="*/ 1436893 w 1653281"/>
                    <a:gd name="connsiteY35" fmla="*/ 249701 h 1329154"/>
                    <a:gd name="connsiteX36" fmla="*/ 1263026 w 1653281"/>
                    <a:gd name="connsiteY36" fmla="*/ 396003 h 1329154"/>
                    <a:gd name="connsiteX37" fmla="*/ 1416505 w 1653281"/>
                    <a:gd name="connsiteY37" fmla="*/ 166682 h 1329154"/>
                    <a:gd name="connsiteX38" fmla="*/ 1415364 w 1653281"/>
                    <a:gd name="connsiteY38" fmla="*/ 106824 h 1329154"/>
                    <a:gd name="connsiteX39" fmla="*/ 1372794 w 1653281"/>
                    <a:gd name="connsiteY39" fmla="*/ 68006 h 1329154"/>
                    <a:gd name="connsiteX40" fmla="*/ 1345230 w 1653281"/>
                    <a:gd name="connsiteY40" fmla="*/ 74367 h 1329154"/>
                    <a:gd name="connsiteX41" fmla="*/ 1447495 w 1653281"/>
                    <a:gd name="connsiteY41" fmla="*/ 155 h 1329154"/>
                    <a:gd name="connsiteX42" fmla="*/ 1499198 w 1653281"/>
                    <a:gd name="connsiteY42" fmla="*/ 157059 h 1329154"/>
                    <a:gd name="connsiteX43" fmla="*/ 1501318 w 1653281"/>
                    <a:gd name="connsiteY43" fmla="*/ 162442 h 1329154"/>
                    <a:gd name="connsiteX44" fmla="*/ 1587599 w 1653281"/>
                    <a:gd name="connsiteY44" fmla="*/ 169618 h 1329154"/>
                    <a:gd name="connsiteX45" fmla="*/ 1571615 w 1653281"/>
                    <a:gd name="connsiteY45" fmla="*/ 358979 h 1329154"/>
                    <a:gd name="connsiteX46" fmla="*/ 1642891 w 1653281"/>
                    <a:gd name="connsiteY46" fmla="*/ 375453 h 1329154"/>
                    <a:gd name="connsiteX47" fmla="*/ 1561829 w 1653281"/>
                    <a:gd name="connsiteY47" fmla="*/ 618963 h 1329154"/>
                    <a:gd name="connsiteX48" fmla="*/ 1600321 w 1653281"/>
                    <a:gd name="connsiteY48" fmla="*/ 734113 h 1329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653281" h="1329154">
                      <a:moveTo>
                        <a:pt x="1599669" y="734276"/>
                      </a:moveTo>
                      <a:cubicBezTo>
                        <a:pt x="1569984" y="774562"/>
                        <a:pt x="1523826" y="809629"/>
                        <a:pt x="1485171" y="834421"/>
                      </a:cubicBezTo>
                      <a:cubicBezTo>
                        <a:pt x="1508332" y="835073"/>
                        <a:pt x="1550086" y="873239"/>
                        <a:pt x="1546824" y="896073"/>
                      </a:cubicBezTo>
                      <a:cubicBezTo>
                        <a:pt x="1517792" y="983333"/>
                        <a:pt x="1389267" y="1013670"/>
                        <a:pt x="1305759" y="1004862"/>
                      </a:cubicBezTo>
                      <a:cubicBezTo>
                        <a:pt x="1402315" y="1041071"/>
                        <a:pt x="1331040" y="1086250"/>
                        <a:pt x="1254219" y="1107290"/>
                      </a:cubicBezTo>
                      <a:cubicBezTo>
                        <a:pt x="1229264" y="1114140"/>
                        <a:pt x="1195991" y="1117565"/>
                        <a:pt x="1171526" y="1119196"/>
                      </a:cubicBezTo>
                      <a:cubicBezTo>
                        <a:pt x="1155216" y="1136485"/>
                        <a:pt x="1137112" y="1152632"/>
                        <a:pt x="1117866" y="1167311"/>
                      </a:cubicBezTo>
                      <a:cubicBezTo>
                        <a:pt x="1112483" y="1164539"/>
                        <a:pt x="1107101" y="1161766"/>
                        <a:pt x="1101719" y="1158667"/>
                      </a:cubicBezTo>
                      <a:cubicBezTo>
                        <a:pt x="1105307" y="1162908"/>
                        <a:pt x="1108569" y="1167311"/>
                        <a:pt x="1111831" y="1171715"/>
                      </a:cubicBezTo>
                      <a:cubicBezTo>
                        <a:pt x="971400" y="1275937"/>
                        <a:pt x="760183" y="1319485"/>
                        <a:pt x="592514" y="1328619"/>
                      </a:cubicBezTo>
                      <a:cubicBezTo>
                        <a:pt x="318503" y="1343624"/>
                        <a:pt x="-83543" y="1041397"/>
                        <a:pt x="15296" y="671319"/>
                      </a:cubicBezTo>
                      <a:cubicBezTo>
                        <a:pt x="15623" y="757437"/>
                        <a:pt x="43513" y="843554"/>
                        <a:pt x="94401" y="913036"/>
                      </a:cubicBezTo>
                      <a:cubicBezTo>
                        <a:pt x="97500" y="878458"/>
                        <a:pt x="100762" y="844044"/>
                        <a:pt x="104024" y="809303"/>
                      </a:cubicBezTo>
                      <a:cubicBezTo>
                        <a:pt x="114625" y="929020"/>
                        <a:pt x="193241" y="1040418"/>
                        <a:pt x="302519" y="1090327"/>
                      </a:cubicBezTo>
                      <a:cubicBezTo>
                        <a:pt x="294201" y="1052977"/>
                        <a:pt x="285719" y="1015790"/>
                        <a:pt x="277401" y="978440"/>
                      </a:cubicBezTo>
                      <a:cubicBezTo>
                        <a:pt x="338075" y="1120501"/>
                        <a:pt x="467578" y="1248210"/>
                        <a:pt x="621873" y="1257507"/>
                      </a:cubicBezTo>
                      <a:cubicBezTo>
                        <a:pt x="606541" y="1236304"/>
                        <a:pt x="565765" y="1205640"/>
                        <a:pt x="550434" y="1184437"/>
                      </a:cubicBezTo>
                      <a:cubicBezTo>
                        <a:pt x="651557" y="1246742"/>
                        <a:pt x="737349" y="1226354"/>
                        <a:pt x="743873" y="1191777"/>
                      </a:cubicBezTo>
                      <a:cubicBezTo>
                        <a:pt x="743873" y="1191777"/>
                        <a:pt x="965365" y="1204172"/>
                        <a:pt x="1010381" y="1146108"/>
                      </a:cubicBezTo>
                      <a:cubicBezTo>
                        <a:pt x="1077743" y="1194876"/>
                        <a:pt x="1114277" y="1114630"/>
                        <a:pt x="1148692" y="1099135"/>
                      </a:cubicBezTo>
                      <a:cubicBezTo>
                        <a:pt x="1169895" y="1089512"/>
                        <a:pt x="1192240" y="1078421"/>
                        <a:pt x="1212465" y="1066678"/>
                      </a:cubicBezTo>
                      <a:cubicBezTo>
                        <a:pt x="1246553" y="1047106"/>
                        <a:pt x="1274280" y="1026228"/>
                        <a:pt x="1280641" y="1009755"/>
                      </a:cubicBezTo>
                      <a:cubicBezTo>
                        <a:pt x="1269387" y="1006330"/>
                        <a:pt x="1257970" y="1003068"/>
                        <a:pt x="1246553" y="999643"/>
                      </a:cubicBezTo>
                      <a:cubicBezTo>
                        <a:pt x="1343436" y="988715"/>
                        <a:pt x="1431837" y="920702"/>
                        <a:pt x="1466904" y="829691"/>
                      </a:cubicBezTo>
                      <a:cubicBezTo>
                        <a:pt x="1449289" y="832464"/>
                        <a:pt x="1338379" y="862311"/>
                        <a:pt x="1320764" y="865084"/>
                      </a:cubicBezTo>
                      <a:cubicBezTo>
                        <a:pt x="1424334" y="824145"/>
                        <a:pt x="1499524" y="767875"/>
                        <a:pt x="1532960" y="723838"/>
                      </a:cubicBezTo>
                      <a:cubicBezTo>
                        <a:pt x="1544703" y="708343"/>
                        <a:pt x="1556121" y="690239"/>
                        <a:pt x="1553511" y="670993"/>
                      </a:cubicBezTo>
                      <a:cubicBezTo>
                        <a:pt x="1549760" y="643429"/>
                        <a:pt x="1517628" y="627282"/>
                        <a:pt x="1490064" y="630707"/>
                      </a:cubicBezTo>
                      <a:cubicBezTo>
                        <a:pt x="1462500" y="634132"/>
                        <a:pt x="1438850" y="651421"/>
                        <a:pt x="1416668" y="668057"/>
                      </a:cubicBezTo>
                      <a:cubicBezTo>
                        <a:pt x="1479626" y="609340"/>
                        <a:pt x="1545193" y="546546"/>
                        <a:pt x="1569169" y="463854"/>
                      </a:cubicBezTo>
                      <a:cubicBezTo>
                        <a:pt x="1575203" y="442977"/>
                        <a:pt x="1577813" y="418022"/>
                        <a:pt x="1563949" y="401223"/>
                      </a:cubicBezTo>
                      <a:cubicBezTo>
                        <a:pt x="1550249" y="384586"/>
                        <a:pt x="1524479" y="382140"/>
                        <a:pt x="1504417" y="389642"/>
                      </a:cubicBezTo>
                      <a:cubicBezTo>
                        <a:pt x="1486802" y="396330"/>
                        <a:pt x="1472123" y="408888"/>
                        <a:pt x="1458422" y="422100"/>
                      </a:cubicBezTo>
                      <a:cubicBezTo>
                        <a:pt x="1501481" y="380182"/>
                        <a:pt x="1545682" y="329947"/>
                        <a:pt x="1540300" y="270578"/>
                      </a:cubicBezTo>
                      <a:cubicBezTo>
                        <a:pt x="1537690" y="241872"/>
                        <a:pt x="1516487" y="211209"/>
                        <a:pt x="1487781" y="213166"/>
                      </a:cubicBezTo>
                      <a:cubicBezTo>
                        <a:pt x="1466414" y="214797"/>
                        <a:pt x="1450757" y="233228"/>
                        <a:pt x="1436893" y="249701"/>
                      </a:cubicBezTo>
                      <a:cubicBezTo>
                        <a:pt x="1387799" y="307928"/>
                        <a:pt x="1328756" y="357674"/>
                        <a:pt x="1263026" y="396003"/>
                      </a:cubicBezTo>
                      <a:cubicBezTo>
                        <a:pt x="1328920" y="329784"/>
                        <a:pt x="1397912" y="258182"/>
                        <a:pt x="1416505" y="166682"/>
                      </a:cubicBezTo>
                      <a:cubicBezTo>
                        <a:pt x="1420583" y="146784"/>
                        <a:pt x="1421888" y="125907"/>
                        <a:pt x="1415364" y="106824"/>
                      </a:cubicBezTo>
                      <a:cubicBezTo>
                        <a:pt x="1408676" y="87741"/>
                        <a:pt x="1392855" y="70942"/>
                        <a:pt x="1372794" y="68006"/>
                      </a:cubicBezTo>
                      <a:cubicBezTo>
                        <a:pt x="1363171" y="66538"/>
                        <a:pt x="1353222" y="69147"/>
                        <a:pt x="1345230" y="74367"/>
                      </a:cubicBezTo>
                      <a:cubicBezTo>
                        <a:pt x="1386005" y="30166"/>
                        <a:pt x="1422214" y="645"/>
                        <a:pt x="1447495" y="155"/>
                      </a:cubicBezTo>
                      <a:cubicBezTo>
                        <a:pt x="1503765" y="-4738"/>
                        <a:pt x="1511268" y="107150"/>
                        <a:pt x="1499198" y="157059"/>
                      </a:cubicBezTo>
                      <a:cubicBezTo>
                        <a:pt x="1499850" y="158853"/>
                        <a:pt x="1500503" y="160648"/>
                        <a:pt x="1501318" y="162442"/>
                      </a:cubicBezTo>
                      <a:cubicBezTo>
                        <a:pt x="1524968" y="142543"/>
                        <a:pt x="1565091" y="147110"/>
                        <a:pt x="1587599" y="169618"/>
                      </a:cubicBezTo>
                      <a:cubicBezTo>
                        <a:pt x="1639303" y="223279"/>
                        <a:pt x="1605214" y="304177"/>
                        <a:pt x="1571615" y="358979"/>
                      </a:cubicBezTo>
                      <a:cubicBezTo>
                        <a:pt x="1585153" y="337613"/>
                        <a:pt x="1631800" y="352618"/>
                        <a:pt x="1642891" y="375453"/>
                      </a:cubicBezTo>
                      <a:cubicBezTo>
                        <a:pt x="1679262" y="450316"/>
                        <a:pt x="1612391" y="570685"/>
                        <a:pt x="1561829" y="618963"/>
                      </a:cubicBezTo>
                      <a:cubicBezTo>
                        <a:pt x="1618426" y="610971"/>
                        <a:pt x="1635388" y="698068"/>
                        <a:pt x="1600321" y="734113"/>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489" name="Freeform: Shape 1488">
                  <a:extLst>
                    <a:ext uri="{FF2B5EF4-FFF2-40B4-BE49-F238E27FC236}">
                      <a16:creationId xmlns:a16="http://schemas.microsoft.com/office/drawing/2014/main" id="{1EC7C64C-2C66-09FA-903D-EB6ED8EF67DB}"/>
                    </a:ext>
                  </a:extLst>
                </p:cNvPr>
                <p:cNvSpPr/>
                <p:nvPr/>
              </p:nvSpPr>
              <p:spPr>
                <a:xfrm>
                  <a:off x="7010565" y="1254821"/>
                  <a:ext cx="697551" cy="464006"/>
                </a:xfrm>
                <a:custGeom>
                  <a:avLst/>
                  <a:gdLst>
                    <a:gd name="connsiteX0" fmla="*/ 697552 w 697551"/>
                    <a:gd name="connsiteY0" fmla="*/ 0 h 464006"/>
                    <a:gd name="connsiteX1" fmla="*/ 599690 w 697551"/>
                    <a:gd name="connsiteY1" fmla="*/ 204693 h 464006"/>
                    <a:gd name="connsiteX2" fmla="*/ 555653 w 697551"/>
                    <a:gd name="connsiteY2" fmla="*/ 266345 h 464006"/>
                    <a:gd name="connsiteX3" fmla="*/ 480137 w 697551"/>
                    <a:gd name="connsiteY3" fmla="*/ 345286 h 464006"/>
                    <a:gd name="connsiteX4" fmla="*/ 75807 w 697551"/>
                    <a:gd name="connsiteY4" fmla="*/ 437113 h 464006"/>
                    <a:gd name="connsiteX5" fmla="*/ 41393 w 697551"/>
                    <a:gd name="connsiteY5" fmla="*/ 155925 h 464006"/>
                    <a:gd name="connsiteX6" fmla="*/ 204658 w 697551"/>
                    <a:gd name="connsiteY6" fmla="*/ 179575 h 464006"/>
                    <a:gd name="connsiteX7" fmla="*/ 368575 w 697551"/>
                    <a:gd name="connsiteY7" fmla="*/ 212195 h 464006"/>
                    <a:gd name="connsiteX8" fmla="*/ 697552 w 697551"/>
                    <a:gd name="connsiteY8" fmla="*/ 0 h 46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7551" h="464006">
                      <a:moveTo>
                        <a:pt x="697552" y="0"/>
                      </a:moveTo>
                      <a:cubicBezTo>
                        <a:pt x="682220" y="53171"/>
                        <a:pt x="652862" y="120858"/>
                        <a:pt x="599690" y="204693"/>
                      </a:cubicBezTo>
                      <a:cubicBezTo>
                        <a:pt x="585664" y="226875"/>
                        <a:pt x="570985" y="247425"/>
                        <a:pt x="555653" y="266345"/>
                      </a:cubicBezTo>
                      <a:cubicBezTo>
                        <a:pt x="531677" y="296519"/>
                        <a:pt x="506233" y="322615"/>
                        <a:pt x="480137" y="345286"/>
                      </a:cubicBezTo>
                      <a:cubicBezTo>
                        <a:pt x="333182" y="473158"/>
                        <a:pt x="164045" y="487185"/>
                        <a:pt x="75807" y="437113"/>
                      </a:cubicBezTo>
                      <a:cubicBezTo>
                        <a:pt x="13013" y="401393"/>
                        <a:pt x="-39832" y="316580"/>
                        <a:pt x="41393" y="155925"/>
                      </a:cubicBezTo>
                      <a:cubicBezTo>
                        <a:pt x="91791" y="160818"/>
                        <a:pt x="146267" y="168810"/>
                        <a:pt x="204658" y="179575"/>
                      </a:cubicBezTo>
                      <a:cubicBezTo>
                        <a:pt x="267452" y="191155"/>
                        <a:pt x="319318" y="201104"/>
                        <a:pt x="368575" y="212195"/>
                      </a:cubicBezTo>
                      <a:cubicBezTo>
                        <a:pt x="539995" y="234703"/>
                        <a:pt x="613880" y="131786"/>
                        <a:pt x="697552" y="0"/>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490" name="Freeform: Shape 1489">
                  <a:extLst>
                    <a:ext uri="{FF2B5EF4-FFF2-40B4-BE49-F238E27FC236}">
                      <a16:creationId xmlns:a16="http://schemas.microsoft.com/office/drawing/2014/main" id="{8BF09AC4-9EC9-0423-4C94-90B986C45A61}"/>
                    </a:ext>
                  </a:extLst>
                </p:cNvPr>
                <p:cNvSpPr/>
                <p:nvPr/>
              </p:nvSpPr>
              <p:spPr>
                <a:xfrm>
                  <a:off x="6972683" y="918669"/>
                  <a:ext cx="723231" cy="774243"/>
                </a:xfrm>
                <a:custGeom>
                  <a:avLst/>
                  <a:gdLst>
                    <a:gd name="connsiteX0" fmla="*/ 709826 w 723231"/>
                    <a:gd name="connsiteY0" fmla="*/ 143856 h 774243"/>
                    <a:gd name="connsiteX1" fmla="*/ 721244 w 723231"/>
                    <a:gd name="connsiteY1" fmla="*/ 243837 h 774243"/>
                    <a:gd name="connsiteX2" fmla="*/ 609845 w 723231"/>
                    <a:gd name="connsiteY2" fmla="*/ 513607 h 774243"/>
                    <a:gd name="connsiteX3" fmla="*/ 77806 w 723231"/>
                    <a:gd name="connsiteY3" fmla="*/ 746353 h 774243"/>
                    <a:gd name="connsiteX4" fmla="*/ 14360 w 723231"/>
                    <a:gd name="connsiteY4" fmla="*/ 526329 h 774243"/>
                    <a:gd name="connsiteX5" fmla="*/ 50568 w 723231"/>
                    <a:gd name="connsiteY5" fmla="*/ 443963 h 774243"/>
                    <a:gd name="connsiteX6" fmla="*/ 405315 w 723231"/>
                    <a:gd name="connsiteY6" fmla="*/ 0 h 774243"/>
                    <a:gd name="connsiteX7" fmla="*/ 383949 w 723231"/>
                    <a:gd name="connsiteY7" fmla="*/ 263899 h 774243"/>
                    <a:gd name="connsiteX8" fmla="*/ 542158 w 723231"/>
                    <a:gd name="connsiteY8" fmla="*/ 14516 h 774243"/>
                    <a:gd name="connsiteX9" fmla="*/ 533024 w 723231"/>
                    <a:gd name="connsiteY9" fmla="*/ 317885 h 774243"/>
                    <a:gd name="connsiteX10" fmla="*/ 709990 w 723231"/>
                    <a:gd name="connsiteY10" fmla="*/ 143856 h 774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3231" h="774243">
                      <a:moveTo>
                        <a:pt x="709826" y="143856"/>
                      </a:moveTo>
                      <a:cubicBezTo>
                        <a:pt x="709826" y="143856"/>
                        <a:pt x="729399" y="174519"/>
                        <a:pt x="721244" y="243837"/>
                      </a:cubicBezTo>
                      <a:cubicBezTo>
                        <a:pt x="714393" y="303369"/>
                        <a:pt x="687155" y="391607"/>
                        <a:pt x="609845" y="513607"/>
                      </a:cubicBezTo>
                      <a:cubicBezTo>
                        <a:pt x="446417" y="771145"/>
                        <a:pt x="193935" y="812410"/>
                        <a:pt x="77806" y="746353"/>
                      </a:cubicBezTo>
                      <a:cubicBezTo>
                        <a:pt x="22678" y="715038"/>
                        <a:pt x="-24785" y="647351"/>
                        <a:pt x="14360" y="526329"/>
                      </a:cubicBezTo>
                      <a:cubicBezTo>
                        <a:pt x="22515" y="501212"/>
                        <a:pt x="34258" y="473811"/>
                        <a:pt x="50568" y="443963"/>
                      </a:cubicBezTo>
                      <a:cubicBezTo>
                        <a:pt x="166371" y="231768"/>
                        <a:pt x="334692" y="216273"/>
                        <a:pt x="405315" y="0"/>
                      </a:cubicBezTo>
                      <a:cubicBezTo>
                        <a:pt x="405315" y="0"/>
                        <a:pt x="491433" y="106669"/>
                        <a:pt x="383949" y="263899"/>
                      </a:cubicBezTo>
                      <a:cubicBezTo>
                        <a:pt x="383949" y="263899"/>
                        <a:pt x="550150" y="141246"/>
                        <a:pt x="542158" y="14516"/>
                      </a:cubicBezTo>
                      <a:cubicBezTo>
                        <a:pt x="542158" y="14516"/>
                        <a:pt x="719613" y="100471"/>
                        <a:pt x="533024" y="317885"/>
                      </a:cubicBezTo>
                      <a:cubicBezTo>
                        <a:pt x="533024" y="317885"/>
                        <a:pt x="608866" y="305326"/>
                        <a:pt x="709990" y="143856"/>
                      </a:cubicBezTo>
                      <a:close/>
                    </a:path>
                  </a:pathLst>
                </a:custGeom>
                <a:solidFill>
                  <a:schemeClr val="accent5"/>
                </a:solidFill>
                <a:ln w="0" cap="flat">
                  <a:noFill/>
                  <a:prstDash val="solid"/>
                  <a:miter/>
                </a:ln>
              </p:spPr>
              <p:txBody>
                <a:bodyPr rtlCol="0" anchor="ctr"/>
                <a:lstStyle/>
                <a:p>
                  <a:endParaRPr lang="en-IN"/>
                </a:p>
              </p:txBody>
            </p:sp>
            <p:sp>
              <p:nvSpPr>
                <p:cNvPr id="1491" name="Freeform: Shape 1490">
                  <a:extLst>
                    <a:ext uri="{FF2B5EF4-FFF2-40B4-BE49-F238E27FC236}">
                      <a16:creationId xmlns:a16="http://schemas.microsoft.com/office/drawing/2014/main" id="{27D49217-BEEC-C066-B86C-EB21F3B99002}"/>
                    </a:ext>
                  </a:extLst>
                </p:cNvPr>
                <p:cNvSpPr/>
                <p:nvPr/>
              </p:nvSpPr>
              <p:spPr>
                <a:xfrm>
                  <a:off x="6327785" y="1197246"/>
                  <a:ext cx="188058" cy="123304"/>
                </a:xfrm>
                <a:custGeom>
                  <a:avLst/>
                  <a:gdLst>
                    <a:gd name="connsiteX0" fmla="*/ 188057 w 188058"/>
                    <a:gd name="connsiteY0" fmla="*/ 75679 h 123304"/>
                    <a:gd name="connsiteX1" fmla="*/ 167016 w 188058"/>
                    <a:gd name="connsiteY1" fmla="*/ 99003 h 123304"/>
                    <a:gd name="connsiteX2" fmla="*/ 0 w 188058"/>
                    <a:gd name="connsiteY2" fmla="*/ 123305 h 123304"/>
                    <a:gd name="connsiteX3" fmla="*/ 0 w 188058"/>
                    <a:gd name="connsiteY3" fmla="*/ 123305 h 123304"/>
                    <a:gd name="connsiteX4" fmla="*/ 65893 w 188058"/>
                    <a:gd name="connsiteY4" fmla="*/ 60021 h 123304"/>
                    <a:gd name="connsiteX5" fmla="*/ 124447 w 188058"/>
                    <a:gd name="connsiteY5" fmla="*/ 0 h 123304"/>
                    <a:gd name="connsiteX6" fmla="*/ 162123 w 188058"/>
                    <a:gd name="connsiteY6" fmla="*/ 49094 h 123304"/>
                    <a:gd name="connsiteX7" fmla="*/ 188057 w 188058"/>
                    <a:gd name="connsiteY7" fmla="*/ 75842 h 12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058" h="123304">
                      <a:moveTo>
                        <a:pt x="188057" y="75679"/>
                      </a:moveTo>
                      <a:cubicBezTo>
                        <a:pt x="188057" y="75679"/>
                        <a:pt x="188709" y="90685"/>
                        <a:pt x="167016" y="99003"/>
                      </a:cubicBezTo>
                      <a:cubicBezTo>
                        <a:pt x="139615" y="109278"/>
                        <a:pt x="103896" y="88564"/>
                        <a:pt x="0" y="123305"/>
                      </a:cubicBezTo>
                      <a:lnTo>
                        <a:pt x="0" y="123305"/>
                      </a:lnTo>
                      <a:cubicBezTo>
                        <a:pt x="1468" y="120532"/>
                        <a:pt x="25770" y="77310"/>
                        <a:pt x="65893" y="60021"/>
                      </a:cubicBezTo>
                      <a:cubicBezTo>
                        <a:pt x="107158" y="42243"/>
                        <a:pt x="118738" y="9949"/>
                        <a:pt x="124447" y="0"/>
                      </a:cubicBezTo>
                      <a:cubicBezTo>
                        <a:pt x="124447" y="0"/>
                        <a:pt x="140105" y="23976"/>
                        <a:pt x="162123" y="49094"/>
                      </a:cubicBezTo>
                      <a:cubicBezTo>
                        <a:pt x="170115" y="58227"/>
                        <a:pt x="178923" y="67361"/>
                        <a:pt x="188057" y="75842"/>
                      </a:cubicBezTo>
                      <a:close/>
                    </a:path>
                  </a:pathLst>
                </a:custGeom>
                <a:solidFill>
                  <a:schemeClr val="accent6"/>
                </a:solidFill>
                <a:ln w="0" cap="flat">
                  <a:noFill/>
                  <a:prstDash val="solid"/>
                  <a:miter/>
                </a:ln>
              </p:spPr>
              <p:txBody>
                <a:bodyPr rtlCol="0" anchor="ctr"/>
                <a:lstStyle/>
                <a:p>
                  <a:endParaRPr lang="en-IN"/>
                </a:p>
              </p:txBody>
            </p:sp>
            <p:sp>
              <p:nvSpPr>
                <p:cNvPr id="1492" name="Freeform: Shape 1491">
                  <a:extLst>
                    <a:ext uri="{FF2B5EF4-FFF2-40B4-BE49-F238E27FC236}">
                      <a16:creationId xmlns:a16="http://schemas.microsoft.com/office/drawing/2014/main" id="{8D0035F1-8AE8-9C47-BC0A-8503A7045278}"/>
                    </a:ext>
                  </a:extLst>
                </p:cNvPr>
                <p:cNvSpPr/>
                <p:nvPr/>
              </p:nvSpPr>
              <p:spPr>
                <a:xfrm>
                  <a:off x="6327786" y="1197246"/>
                  <a:ext cx="162123" cy="123142"/>
                </a:xfrm>
                <a:custGeom>
                  <a:avLst/>
                  <a:gdLst>
                    <a:gd name="connsiteX0" fmla="*/ 162123 w 162123"/>
                    <a:gd name="connsiteY0" fmla="*/ 48931 h 123141"/>
                    <a:gd name="connsiteX1" fmla="*/ 84161 w 162123"/>
                    <a:gd name="connsiteY1" fmla="*/ 74701 h 123141"/>
                    <a:gd name="connsiteX2" fmla="*/ 0 w 162123"/>
                    <a:gd name="connsiteY2" fmla="*/ 123142 h 123141"/>
                    <a:gd name="connsiteX3" fmla="*/ 65893 w 162123"/>
                    <a:gd name="connsiteY3" fmla="*/ 60021 h 123141"/>
                    <a:gd name="connsiteX4" fmla="*/ 124447 w 162123"/>
                    <a:gd name="connsiteY4" fmla="*/ 0 h 123141"/>
                    <a:gd name="connsiteX5" fmla="*/ 162123 w 162123"/>
                    <a:gd name="connsiteY5" fmla="*/ 49094 h 1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123" h="123141">
                      <a:moveTo>
                        <a:pt x="162123" y="48931"/>
                      </a:moveTo>
                      <a:cubicBezTo>
                        <a:pt x="144345" y="57412"/>
                        <a:pt x="110746" y="71928"/>
                        <a:pt x="84161" y="74701"/>
                      </a:cubicBezTo>
                      <a:cubicBezTo>
                        <a:pt x="47300" y="78941"/>
                        <a:pt x="2936" y="120532"/>
                        <a:pt x="0" y="123142"/>
                      </a:cubicBezTo>
                      <a:cubicBezTo>
                        <a:pt x="1468" y="120369"/>
                        <a:pt x="25770" y="77147"/>
                        <a:pt x="65893" y="60021"/>
                      </a:cubicBezTo>
                      <a:cubicBezTo>
                        <a:pt x="107158" y="42243"/>
                        <a:pt x="118738" y="9949"/>
                        <a:pt x="124447" y="0"/>
                      </a:cubicBezTo>
                      <a:cubicBezTo>
                        <a:pt x="124447" y="0"/>
                        <a:pt x="140105" y="23976"/>
                        <a:pt x="162123" y="49094"/>
                      </a:cubicBezTo>
                      <a:close/>
                    </a:path>
                  </a:pathLst>
                </a:custGeom>
                <a:solidFill>
                  <a:schemeClr val="accent5"/>
                </a:solidFill>
                <a:ln w="0" cap="flat">
                  <a:noFill/>
                  <a:prstDash val="solid"/>
                  <a:miter/>
                </a:ln>
              </p:spPr>
              <p:txBody>
                <a:bodyPr rtlCol="0" anchor="ctr"/>
                <a:lstStyle/>
                <a:p>
                  <a:endParaRPr lang="en-IN"/>
                </a:p>
              </p:txBody>
            </p:sp>
            <p:sp>
              <p:nvSpPr>
                <p:cNvPr id="1493" name="Freeform: Shape 1492">
                  <a:extLst>
                    <a:ext uri="{FF2B5EF4-FFF2-40B4-BE49-F238E27FC236}">
                      <a16:creationId xmlns:a16="http://schemas.microsoft.com/office/drawing/2014/main" id="{3458653F-9916-D36B-1445-9B8C7363CF12}"/>
                    </a:ext>
                  </a:extLst>
                </p:cNvPr>
                <p:cNvSpPr/>
                <p:nvPr/>
              </p:nvSpPr>
              <p:spPr>
                <a:xfrm>
                  <a:off x="6460577" y="1277655"/>
                  <a:ext cx="205186" cy="184746"/>
                </a:xfrm>
                <a:custGeom>
                  <a:avLst/>
                  <a:gdLst>
                    <a:gd name="connsiteX0" fmla="*/ 184441 w 205186"/>
                    <a:gd name="connsiteY0" fmla="*/ 104548 h 184746"/>
                    <a:gd name="connsiteX1" fmla="*/ 92125 w 205186"/>
                    <a:gd name="connsiteY1" fmla="*/ 181858 h 184746"/>
                    <a:gd name="connsiteX2" fmla="*/ 41563 w 205186"/>
                    <a:gd name="connsiteY2" fmla="*/ 167995 h 184746"/>
                    <a:gd name="connsiteX3" fmla="*/ 4213 w 205186"/>
                    <a:gd name="connsiteY3" fmla="*/ 67198 h 184746"/>
                    <a:gd name="connsiteX4" fmla="*/ 33245 w 205186"/>
                    <a:gd name="connsiteY4" fmla="*/ 7992 h 184746"/>
                    <a:gd name="connsiteX5" fmla="*/ 39932 w 205186"/>
                    <a:gd name="connsiteY5" fmla="*/ 0 h 184746"/>
                    <a:gd name="connsiteX6" fmla="*/ 184441 w 205186"/>
                    <a:gd name="connsiteY6" fmla="*/ 104711 h 18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186" h="184746">
                      <a:moveTo>
                        <a:pt x="184441" y="104548"/>
                      </a:moveTo>
                      <a:cubicBezTo>
                        <a:pt x="120341" y="134233"/>
                        <a:pt x="118547" y="165222"/>
                        <a:pt x="92125" y="181858"/>
                      </a:cubicBezTo>
                      <a:cubicBezTo>
                        <a:pt x="81034" y="188872"/>
                        <a:pt x="60483" y="182674"/>
                        <a:pt x="41563" y="167995"/>
                      </a:cubicBezTo>
                      <a:cubicBezTo>
                        <a:pt x="13999" y="146955"/>
                        <a:pt x="-9977" y="108300"/>
                        <a:pt x="4213" y="67198"/>
                      </a:cubicBezTo>
                      <a:cubicBezTo>
                        <a:pt x="14815" y="36209"/>
                        <a:pt x="26232" y="17452"/>
                        <a:pt x="33245" y="7992"/>
                      </a:cubicBezTo>
                      <a:cubicBezTo>
                        <a:pt x="37323" y="2447"/>
                        <a:pt x="39932" y="0"/>
                        <a:pt x="39932" y="0"/>
                      </a:cubicBezTo>
                      <a:cubicBezTo>
                        <a:pt x="39932" y="0"/>
                        <a:pt x="274962" y="62794"/>
                        <a:pt x="184441" y="104711"/>
                      </a:cubicBezTo>
                      <a:close/>
                    </a:path>
                  </a:pathLst>
                </a:custGeom>
                <a:solidFill>
                  <a:srgbClr val="C00000"/>
                </a:solidFill>
                <a:ln w="0" cap="flat">
                  <a:noFill/>
                  <a:prstDash val="solid"/>
                  <a:miter/>
                </a:ln>
              </p:spPr>
              <p:txBody>
                <a:bodyPr rtlCol="0" anchor="ctr"/>
                <a:lstStyle/>
                <a:p>
                  <a:endParaRPr lang="en-IN"/>
                </a:p>
              </p:txBody>
            </p:sp>
            <p:sp>
              <p:nvSpPr>
                <p:cNvPr id="1494" name="Freeform: Shape 1493">
                  <a:extLst>
                    <a:ext uri="{FF2B5EF4-FFF2-40B4-BE49-F238E27FC236}">
                      <a16:creationId xmlns:a16="http://schemas.microsoft.com/office/drawing/2014/main" id="{14C86344-1E2E-AE86-489A-CEB4CDDE4B4A}"/>
                    </a:ext>
                  </a:extLst>
                </p:cNvPr>
                <p:cNvSpPr/>
                <p:nvPr/>
              </p:nvSpPr>
              <p:spPr>
                <a:xfrm>
                  <a:off x="6446723" y="1068179"/>
                  <a:ext cx="531022" cy="482508"/>
                </a:xfrm>
                <a:custGeom>
                  <a:avLst/>
                  <a:gdLst>
                    <a:gd name="connsiteX0" fmla="*/ 120332 w 531022"/>
                    <a:gd name="connsiteY0" fmla="*/ 482509 h 482508"/>
                    <a:gd name="connsiteX1" fmla="*/ 154421 w 531022"/>
                    <a:gd name="connsiteY1" fmla="*/ 271292 h 482508"/>
                    <a:gd name="connsiteX2" fmla="*/ 145124 w 531022"/>
                    <a:gd name="connsiteY2" fmla="*/ 266236 h 482508"/>
                    <a:gd name="connsiteX3" fmla="*/ 289 w 531022"/>
                    <a:gd name="connsiteY3" fmla="*/ 122054 h 482508"/>
                    <a:gd name="connsiteX4" fmla="*/ 155236 w 531022"/>
                    <a:gd name="connsiteY4" fmla="*/ 543 h 482508"/>
                    <a:gd name="connsiteX5" fmla="*/ 218356 w 531022"/>
                    <a:gd name="connsiteY5" fmla="*/ 7557 h 482508"/>
                    <a:gd name="connsiteX6" fmla="*/ 531023 w 531022"/>
                    <a:gd name="connsiteY6" fmla="*/ 336696 h 482508"/>
                    <a:gd name="connsiteX7" fmla="*/ 120332 w 531022"/>
                    <a:gd name="connsiteY7" fmla="*/ 482509 h 482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022" h="482508">
                      <a:moveTo>
                        <a:pt x="120332" y="482509"/>
                      </a:moveTo>
                      <a:cubicBezTo>
                        <a:pt x="120332" y="482509"/>
                        <a:pt x="227979" y="311741"/>
                        <a:pt x="154421" y="271292"/>
                      </a:cubicBezTo>
                      <a:cubicBezTo>
                        <a:pt x="151322" y="269498"/>
                        <a:pt x="148223" y="267867"/>
                        <a:pt x="145124" y="266236"/>
                      </a:cubicBezTo>
                      <a:cubicBezTo>
                        <a:pt x="45305" y="211760"/>
                        <a:pt x="-4278" y="193166"/>
                        <a:pt x="289" y="122054"/>
                      </a:cubicBezTo>
                      <a:cubicBezTo>
                        <a:pt x="3062" y="76875"/>
                        <a:pt x="69771" y="7067"/>
                        <a:pt x="155236" y="543"/>
                      </a:cubicBezTo>
                      <a:cubicBezTo>
                        <a:pt x="175461" y="-1088"/>
                        <a:pt x="196664" y="870"/>
                        <a:pt x="218356" y="7557"/>
                      </a:cubicBezTo>
                      <a:cubicBezTo>
                        <a:pt x="461052" y="81931"/>
                        <a:pt x="463499" y="301792"/>
                        <a:pt x="531023" y="336696"/>
                      </a:cubicBezTo>
                      <a:cubicBezTo>
                        <a:pt x="531023" y="336696"/>
                        <a:pt x="212322" y="458696"/>
                        <a:pt x="120332" y="482509"/>
                      </a:cubicBezTo>
                      <a:close/>
                    </a:path>
                  </a:pathLst>
                </a:custGeom>
                <a:solidFill>
                  <a:schemeClr val="accent6"/>
                </a:solidFill>
                <a:ln w="0" cap="flat">
                  <a:noFill/>
                  <a:prstDash val="solid"/>
                  <a:miter/>
                </a:ln>
              </p:spPr>
              <p:txBody>
                <a:bodyPr rtlCol="0" anchor="ctr"/>
                <a:lstStyle/>
                <a:p>
                  <a:endParaRPr lang="en-IN"/>
                </a:p>
              </p:txBody>
            </p:sp>
            <p:sp>
              <p:nvSpPr>
                <p:cNvPr id="1495" name="Freeform: Shape 1494">
                  <a:extLst>
                    <a:ext uri="{FF2B5EF4-FFF2-40B4-BE49-F238E27FC236}">
                      <a16:creationId xmlns:a16="http://schemas.microsoft.com/office/drawing/2014/main" id="{5640A3F6-4EB0-DB56-3F25-99F3EBE6E3AC}"/>
                    </a:ext>
                  </a:extLst>
                </p:cNvPr>
                <p:cNvSpPr/>
                <p:nvPr/>
              </p:nvSpPr>
              <p:spPr>
                <a:xfrm>
                  <a:off x="6477119" y="1065479"/>
                  <a:ext cx="462461" cy="529408"/>
                </a:xfrm>
                <a:custGeom>
                  <a:avLst/>
                  <a:gdLst>
                    <a:gd name="connsiteX0" fmla="*/ 382215 w 462461"/>
                    <a:gd name="connsiteY0" fmla="*/ 119861 h 529408"/>
                    <a:gd name="connsiteX1" fmla="*/ 462461 w 462461"/>
                    <a:gd name="connsiteY1" fmla="*/ 262411 h 529408"/>
                    <a:gd name="connsiteX2" fmla="*/ 425600 w 462461"/>
                    <a:gd name="connsiteY2" fmla="*/ 257682 h 529408"/>
                    <a:gd name="connsiteX3" fmla="*/ 377159 w 462461"/>
                    <a:gd name="connsiteY3" fmla="*/ 370222 h 529408"/>
                    <a:gd name="connsiteX4" fmla="*/ 359544 w 462461"/>
                    <a:gd name="connsiteY4" fmla="*/ 334666 h 529408"/>
                    <a:gd name="connsiteX5" fmla="*/ 251570 w 462461"/>
                    <a:gd name="connsiteY5" fmla="*/ 419968 h 529408"/>
                    <a:gd name="connsiteX6" fmla="*/ 183883 w 462461"/>
                    <a:gd name="connsiteY6" fmla="*/ 529409 h 529408"/>
                    <a:gd name="connsiteX7" fmla="*/ 167084 w 462461"/>
                    <a:gd name="connsiteY7" fmla="*/ 443781 h 529408"/>
                    <a:gd name="connsiteX8" fmla="*/ 102985 w 462461"/>
                    <a:gd name="connsiteY8" fmla="*/ 443781 h 529408"/>
                    <a:gd name="connsiteX9" fmla="*/ 70038 w 462461"/>
                    <a:gd name="connsiteY9" fmla="*/ 233379 h 529408"/>
                    <a:gd name="connsiteX10" fmla="*/ 64656 w 462461"/>
                    <a:gd name="connsiteY10" fmla="*/ 22489 h 529408"/>
                    <a:gd name="connsiteX11" fmla="*/ 382215 w 462461"/>
                    <a:gd name="connsiteY11" fmla="*/ 120187 h 52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461" h="529408">
                      <a:moveTo>
                        <a:pt x="382215" y="119861"/>
                      </a:moveTo>
                      <a:cubicBezTo>
                        <a:pt x="430330" y="174337"/>
                        <a:pt x="457731" y="206794"/>
                        <a:pt x="462461" y="262411"/>
                      </a:cubicBezTo>
                      <a:cubicBezTo>
                        <a:pt x="452349" y="282473"/>
                        <a:pt x="437017" y="262901"/>
                        <a:pt x="425600" y="257682"/>
                      </a:cubicBezTo>
                      <a:cubicBezTo>
                        <a:pt x="457079" y="299272"/>
                        <a:pt x="429025" y="364513"/>
                        <a:pt x="377159" y="370222"/>
                      </a:cubicBezTo>
                      <a:cubicBezTo>
                        <a:pt x="371287" y="358315"/>
                        <a:pt x="365416" y="346409"/>
                        <a:pt x="359544" y="334666"/>
                      </a:cubicBezTo>
                      <a:cubicBezTo>
                        <a:pt x="369167" y="432690"/>
                        <a:pt x="267554" y="637219"/>
                        <a:pt x="251570" y="419968"/>
                      </a:cubicBezTo>
                      <a:cubicBezTo>
                        <a:pt x="251407" y="465147"/>
                        <a:pt x="224169" y="509021"/>
                        <a:pt x="183883" y="529409"/>
                      </a:cubicBezTo>
                      <a:cubicBezTo>
                        <a:pt x="174423" y="501845"/>
                        <a:pt x="168715" y="472976"/>
                        <a:pt x="167084" y="443781"/>
                      </a:cubicBezTo>
                      <a:cubicBezTo>
                        <a:pt x="155340" y="482436"/>
                        <a:pt x="104616" y="490591"/>
                        <a:pt x="102985" y="443781"/>
                      </a:cubicBezTo>
                      <a:cubicBezTo>
                        <a:pt x="124025" y="372342"/>
                        <a:pt x="172466" y="296174"/>
                        <a:pt x="70038" y="233379"/>
                      </a:cubicBezTo>
                      <a:cubicBezTo>
                        <a:pt x="-26845" y="174010"/>
                        <a:pt x="-18037" y="91481"/>
                        <a:pt x="64656" y="22489"/>
                      </a:cubicBezTo>
                      <a:cubicBezTo>
                        <a:pt x="176054" y="-39979"/>
                        <a:pt x="310613" y="39125"/>
                        <a:pt x="382215" y="120187"/>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496" name="Freeform: Shape 1495">
                  <a:extLst>
                    <a:ext uri="{FF2B5EF4-FFF2-40B4-BE49-F238E27FC236}">
                      <a16:creationId xmlns:a16="http://schemas.microsoft.com/office/drawing/2014/main" id="{313EAF7A-E1C7-3C3A-0B6B-8FDF949B0B2D}"/>
                    </a:ext>
                  </a:extLst>
                </p:cNvPr>
                <p:cNvSpPr/>
                <p:nvPr/>
              </p:nvSpPr>
              <p:spPr>
                <a:xfrm>
                  <a:off x="6446886" y="1064506"/>
                  <a:ext cx="215326" cy="269908"/>
                </a:xfrm>
                <a:custGeom>
                  <a:avLst/>
                  <a:gdLst>
                    <a:gd name="connsiteX0" fmla="*/ 145124 w 215326"/>
                    <a:gd name="connsiteY0" fmla="*/ 269909 h 269908"/>
                    <a:gd name="connsiteX1" fmla="*/ 289 w 215326"/>
                    <a:gd name="connsiteY1" fmla="*/ 125727 h 269908"/>
                    <a:gd name="connsiteX2" fmla="*/ 154421 w 215326"/>
                    <a:gd name="connsiteY2" fmla="*/ 628 h 269908"/>
                    <a:gd name="connsiteX3" fmla="*/ 181332 w 215326"/>
                    <a:gd name="connsiteY3" fmla="*/ 628 h 269908"/>
                    <a:gd name="connsiteX4" fmla="*/ 209712 w 215326"/>
                    <a:gd name="connsiteY4" fmla="*/ 114146 h 269908"/>
                    <a:gd name="connsiteX5" fmla="*/ 145124 w 215326"/>
                    <a:gd name="connsiteY5" fmla="*/ 269746 h 26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26" h="269908">
                      <a:moveTo>
                        <a:pt x="145124" y="269909"/>
                      </a:moveTo>
                      <a:cubicBezTo>
                        <a:pt x="45305" y="215433"/>
                        <a:pt x="-4278" y="196839"/>
                        <a:pt x="289" y="125727"/>
                      </a:cubicBezTo>
                      <a:cubicBezTo>
                        <a:pt x="3062" y="80548"/>
                        <a:pt x="69118" y="7152"/>
                        <a:pt x="154421" y="628"/>
                      </a:cubicBezTo>
                      <a:cubicBezTo>
                        <a:pt x="160618" y="1117"/>
                        <a:pt x="176276" y="-1003"/>
                        <a:pt x="181332" y="628"/>
                      </a:cubicBezTo>
                      <a:cubicBezTo>
                        <a:pt x="215258" y="11882"/>
                        <a:pt x="140883" y="140243"/>
                        <a:pt x="209712" y="114146"/>
                      </a:cubicBezTo>
                      <a:cubicBezTo>
                        <a:pt x="230752" y="106155"/>
                        <a:pt x="188998" y="214780"/>
                        <a:pt x="145124" y="269746"/>
                      </a:cubicBezTo>
                      <a:close/>
                    </a:path>
                  </a:pathLst>
                </a:custGeom>
                <a:solidFill>
                  <a:schemeClr val="accent5"/>
                </a:solidFill>
                <a:ln w="0" cap="flat">
                  <a:noFill/>
                  <a:prstDash val="solid"/>
                  <a:miter/>
                </a:ln>
              </p:spPr>
              <p:txBody>
                <a:bodyPr rtlCol="0" anchor="ctr"/>
                <a:lstStyle/>
                <a:p>
                  <a:endParaRPr lang="en-IN"/>
                </a:p>
              </p:txBody>
            </p:sp>
            <p:sp>
              <p:nvSpPr>
                <p:cNvPr id="1497" name="Freeform: Shape 1496">
                  <a:extLst>
                    <a:ext uri="{FF2B5EF4-FFF2-40B4-BE49-F238E27FC236}">
                      <a16:creationId xmlns:a16="http://schemas.microsoft.com/office/drawing/2014/main" id="{CFC3CC49-5E39-6C62-0037-D8887B2890DB}"/>
                    </a:ext>
                  </a:extLst>
                </p:cNvPr>
                <p:cNvSpPr/>
                <p:nvPr/>
              </p:nvSpPr>
              <p:spPr>
                <a:xfrm>
                  <a:off x="7263090" y="2105070"/>
                  <a:ext cx="284679" cy="321560"/>
                </a:xfrm>
                <a:custGeom>
                  <a:avLst/>
                  <a:gdLst>
                    <a:gd name="connsiteX0" fmla="*/ 6119 w 284679"/>
                    <a:gd name="connsiteY0" fmla="*/ 30826 h 321560"/>
                    <a:gd name="connsiteX1" fmla="*/ 269365 w 284679"/>
                    <a:gd name="connsiteY1" fmla="*/ 0 h 321560"/>
                    <a:gd name="connsiteX2" fmla="*/ 205429 w 284679"/>
                    <a:gd name="connsiteY2" fmla="*/ 309404 h 321560"/>
                    <a:gd name="connsiteX3" fmla="*/ 90279 w 284679"/>
                    <a:gd name="connsiteY3" fmla="*/ 318212 h 321560"/>
                    <a:gd name="connsiteX4" fmla="*/ 6119 w 284679"/>
                    <a:gd name="connsiteY4" fmla="*/ 30989 h 32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679" h="321560">
                      <a:moveTo>
                        <a:pt x="6119" y="30826"/>
                      </a:moveTo>
                      <a:lnTo>
                        <a:pt x="269365" y="0"/>
                      </a:lnTo>
                      <a:cubicBezTo>
                        <a:pt x="269365" y="0"/>
                        <a:pt x="331507" y="286733"/>
                        <a:pt x="205429" y="309404"/>
                      </a:cubicBezTo>
                      <a:cubicBezTo>
                        <a:pt x="127630" y="323431"/>
                        <a:pt x="101370" y="323757"/>
                        <a:pt x="90279" y="318212"/>
                      </a:cubicBezTo>
                      <a:cubicBezTo>
                        <a:pt x="79352" y="312666"/>
                        <a:pt x="-26175" y="147281"/>
                        <a:pt x="6119" y="30989"/>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498" name="Freeform: Shape 1497">
                  <a:extLst>
                    <a:ext uri="{FF2B5EF4-FFF2-40B4-BE49-F238E27FC236}">
                      <a16:creationId xmlns:a16="http://schemas.microsoft.com/office/drawing/2014/main" id="{381A309C-FC05-BBC0-02D5-C4FD0200424D}"/>
                    </a:ext>
                  </a:extLst>
                </p:cNvPr>
                <p:cNvSpPr/>
                <p:nvPr/>
              </p:nvSpPr>
              <p:spPr>
                <a:xfrm>
                  <a:off x="6986879" y="918342"/>
                  <a:ext cx="709034" cy="610492"/>
                </a:xfrm>
                <a:custGeom>
                  <a:avLst/>
                  <a:gdLst>
                    <a:gd name="connsiteX0" fmla="*/ 695630 w 709034"/>
                    <a:gd name="connsiteY0" fmla="*/ 144182 h 610492"/>
                    <a:gd name="connsiteX1" fmla="*/ 707047 w 709034"/>
                    <a:gd name="connsiteY1" fmla="*/ 244163 h 610492"/>
                    <a:gd name="connsiteX2" fmla="*/ 645558 w 709034"/>
                    <a:gd name="connsiteY2" fmla="*/ 331423 h 610492"/>
                    <a:gd name="connsiteX3" fmla="*/ 357356 w 709034"/>
                    <a:gd name="connsiteY3" fmla="*/ 470712 h 610492"/>
                    <a:gd name="connsiteX4" fmla="*/ 369263 w 709034"/>
                    <a:gd name="connsiteY4" fmla="*/ 354257 h 610492"/>
                    <a:gd name="connsiteX5" fmla="*/ 231605 w 709034"/>
                    <a:gd name="connsiteY5" fmla="*/ 552099 h 610492"/>
                    <a:gd name="connsiteX6" fmla="*/ 303696 w 709034"/>
                    <a:gd name="connsiteY6" fmla="*/ 298476 h 610492"/>
                    <a:gd name="connsiteX7" fmla="*/ 131460 w 709034"/>
                    <a:gd name="connsiteY7" fmla="*/ 572324 h 610492"/>
                    <a:gd name="connsiteX8" fmla="*/ 55618 w 709034"/>
                    <a:gd name="connsiteY8" fmla="*/ 610490 h 610492"/>
                    <a:gd name="connsiteX9" fmla="*/ 2773 w 709034"/>
                    <a:gd name="connsiteY9" fmla="*/ 556503 h 610492"/>
                    <a:gd name="connsiteX10" fmla="*/ 0 w 709034"/>
                    <a:gd name="connsiteY10" fmla="*/ 526329 h 610492"/>
                    <a:gd name="connsiteX11" fmla="*/ 36209 w 709034"/>
                    <a:gd name="connsiteY11" fmla="*/ 443963 h 610492"/>
                    <a:gd name="connsiteX12" fmla="*/ 390955 w 709034"/>
                    <a:gd name="connsiteY12" fmla="*/ 0 h 610492"/>
                    <a:gd name="connsiteX13" fmla="*/ 369589 w 709034"/>
                    <a:gd name="connsiteY13" fmla="*/ 263899 h 610492"/>
                    <a:gd name="connsiteX14" fmla="*/ 527798 w 709034"/>
                    <a:gd name="connsiteY14" fmla="*/ 14516 h 610492"/>
                    <a:gd name="connsiteX15" fmla="*/ 518664 w 709034"/>
                    <a:gd name="connsiteY15" fmla="*/ 317885 h 610492"/>
                    <a:gd name="connsiteX16" fmla="*/ 695630 w 709034"/>
                    <a:gd name="connsiteY16" fmla="*/ 143856 h 6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09034" h="610492">
                      <a:moveTo>
                        <a:pt x="695630" y="144182"/>
                      </a:moveTo>
                      <a:cubicBezTo>
                        <a:pt x="695630" y="144182"/>
                        <a:pt x="715202" y="174845"/>
                        <a:pt x="707047" y="244163"/>
                      </a:cubicBezTo>
                      <a:cubicBezTo>
                        <a:pt x="686333" y="280209"/>
                        <a:pt x="662357" y="316417"/>
                        <a:pt x="645558" y="331423"/>
                      </a:cubicBezTo>
                      <a:cubicBezTo>
                        <a:pt x="556015" y="411506"/>
                        <a:pt x="474464" y="444289"/>
                        <a:pt x="357356" y="470712"/>
                      </a:cubicBezTo>
                      <a:cubicBezTo>
                        <a:pt x="365838" y="432546"/>
                        <a:pt x="369752" y="393238"/>
                        <a:pt x="369263" y="354257"/>
                      </a:cubicBezTo>
                      <a:cubicBezTo>
                        <a:pt x="335664" y="427653"/>
                        <a:pt x="288854" y="495014"/>
                        <a:pt x="231605" y="552099"/>
                      </a:cubicBezTo>
                      <a:cubicBezTo>
                        <a:pt x="267324" y="471527"/>
                        <a:pt x="291626" y="385899"/>
                        <a:pt x="303696" y="298476"/>
                      </a:cubicBezTo>
                      <a:cubicBezTo>
                        <a:pt x="262105" y="398947"/>
                        <a:pt x="211706" y="498928"/>
                        <a:pt x="131460" y="572324"/>
                      </a:cubicBezTo>
                      <a:cubicBezTo>
                        <a:pt x="110094" y="591896"/>
                        <a:pt x="84650" y="610164"/>
                        <a:pt x="55618" y="610490"/>
                      </a:cubicBezTo>
                      <a:cubicBezTo>
                        <a:pt x="26586" y="610816"/>
                        <a:pt x="-3588" y="584720"/>
                        <a:pt x="2773" y="556503"/>
                      </a:cubicBezTo>
                      <a:lnTo>
                        <a:pt x="0" y="526329"/>
                      </a:lnTo>
                      <a:cubicBezTo>
                        <a:pt x="8155" y="501212"/>
                        <a:pt x="19898" y="473811"/>
                        <a:pt x="36209" y="443963"/>
                      </a:cubicBezTo>
                      <a:cubicBezTo>
                        <a:pt x="152011" y="231768"/>
                        <a:pt x="320332" y="216273"/>
                        <a:pt x="390955" y="0"/>
                      </a:cubicBezTo>
                      <a:cubicBezTo>
                        <a:pt x="390955" y="0"/>
                        <a:pt x="477073" y="106669"/>
                        <a:pt x="369589" y="263899"/>
                      </a:cubicBezTo>
                      <a:cubicBezTo>
                        <a:pt x="369589" y="263899"/>
                        <a:pt x="535790" y="141246"/>
                        <a:pt x="527798" y="14516"/>
                      </a:cubicBezTo>
                      <a:cubicBezTo>
                        <a:pt x="527798" y="14516"/>
                        <a:pt x="705253" y="100471"/>
                        <a:pt x="518664" y="317885"/>
                      </a:cubicBezTo>
                      <a:cubicBezTo>
                        <a:pt x="518664" y="317885"/>
                        <a:pt x="594507" y="305326"/>
                        <a:pt x="695630" y="143856"/>
                      </a:cubicBezTo>
                      <a:close/>
                    </a:path>
                  </a:pathLst>
                </a:custGeom>
                <a:solidFill>
                  <a:schemeClr val="accent6"/>
                </a:solidFill>
                <a:ln w="0" cap="flat">
                  <a:noFill/>
                  <a:prstDash val="solid"/>
                  <a:miter/>
                </a:ln>
              </p:spPr>
              <p:txBody>
                <a:bodyPr rtlCol="0" anchor="ctr"/>
                <a:lstStyle/>
                <a:p>
                  <a:endParaRPr lang="en-IN"/>
                </a:p>
              </p:txBody>
            </p:sp>
            <p:sp>
              <p:nvSpPr>
                <p:cNvPr id="1499" name="Freeform: Shape 1498">
                  <a:extLst>
                    <a:ext uri="{FF2B5EF4-FFF2-40B4-BE49-F238E27FC236}">
                      <a16:creationId xmlns:a16="http://schemas.microsoft.com/office/drawing/2014/main" id="{ECD5321F-C462-2966-7C2A-FED54D25C97E}"/>
                    </a:ext>
                  </a:extLst>
                </p:cNvPr>
                <p:cNvSpPr/>
                <p:nvPr/>
              </p:nvSpPr>
              <p:spPr>
                <a:xfrm>
                  <a:off x="6519592" y="1143749"/>
                  <a:ext cx="56759" cy="56759"/>
                </a:xfrm>
                <a:custGeom>
                  <a:avLst/>
                  <a:gdLst>
                    <a:gd name="connsiteX0" fmla="*/ 56759 w 56759"/>
                    <a:gd name="connsiteY0" fmla="*/ 28380 h 56759"/>
                    <a:gd name="connsiteX1" fmla="*/ 28380 w 56759"/>
                    <a:gd name="connsiteY1" fmla="*/ 56759 h 56759"/>
                    <a:gd name="connsiteX2" fmla="*/ 0 w 56759"/>
                    <a:gd name="connsiteY2" fmla="*/ 28380 h 56759"/>
                    <a:gd name="connsiteX3" fmla="*/ 28380 w 56759"/>
                    <a:gd name="connsiteY3" fmla="*/ 0 h 56759"/>
                    <a:gd name="connsiteX4" fmla="*/ 56759 w 56759"/>
                    <a:gd name="connsiteY4" fmla="*/ 28380 h 56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59" h="56759">
                      <a:moveTo>
                        <a:pt x="56759" y="28380"/>
                      </a:moveTo>
                      <a:cubicBezTo>
                        <a:pt x="56759" y="44053"/>
                        <a:pt x="44053" y="56759"/>
                        <a:pt x="28380" y="56759"/>
                      </a:cubicBezTo>
                      <a:cubicBezTo>
                        <a:pt x="12706" y="56759"/>
                        <a:pt x="0" y="44053"/>
                        <a:pt x="0" y="28380"/>
                      </a:cubicBezTo>
                      <a:cubicBezTo>
                        <a:pt x="0" y="12706"/>
                        <a:pt x="12706" y="0"/>
                        <a:pt x="28380" y="0"/>
                      </a:cubicBezTo>
                      <a:cubicBezTo>
                        <a:pt x="44053" y="0"/>
                        <a:pt x="56759" y="12706"/>
                        <a:pt x="56759" y="28380"/>
                      </a:cubicBezTo>
                      <a:close/>
                    </a:path>
                  </a:pathLst>
                </a:custGeom>
                <a:solidFill>
                  <a:srgbClr val="FFFFFF"/>
                </a:solidFill>
                <a:ln w="0" cap="flat">
                  <a:noFill/>
                  <a:prstDash val="solid"/>
                  <a:miter/>
                </a:ln>
              </p:spPr>
              <p:txBody>
                <a:bodyPr rtlCol="0" anchor="ctr"/>
                <a:lstStyle/>
                <a:p>
                  <a:endParaRPr lang="en-IN"/>
                </a:p>
              </p:txBody>
            </p:sp>
            <p:sp>
              <p:nvSpPr>
                <p:cNvPr id="1500" name="Freeform: Shape 1499">
                  <a:extLst>
                    <a:ext uri="{FF2B5EF4-FFF2-40B4-BE49-F238E27FC236}">
                      <a16:creationId xmlns:a16="http://schemas.microsoft.com/office/drawing/2014/main" id="{9C6F2A38-6A9F-EC47-17CF-6E421EB574F0}"/>
                    </a:ext>
                  </a:extLst>
                </p:cNvPr>
                <p:cNvSpPr/>
                <p:nvPr/>
              </p:nvSpPr>
              <p:spPr>
                <a:xfrm>
                  <a:off x="6525953" y="1157613"/>
                  <a:ext cx="37513" cy="37513"/>
                </a:xfrm>
                <a:custGeom>
                  <a:avLst/>
                  <a:gdLst>
                    <a:gd name="connsiteX0" fmla="*/ 37513 w 37513"/>
                    <a:gd name="connsiteY0" fmla="*/ 18757 h 37513"/>
                    <a:gd name="connsiteX1" fmla="*/ 18757 w 37513"/>
                    <a:gd name="connsiteY1" fmla="*/ 37513 h 37513"/>
                    <a:gd name="connsiteX2" fmla="*/ 0 w 37513"/>
                    <a:gd name="connsiteY2" fmla="*/ 18757 h 37513"/>
                    <a:gd name="connsiteX3" fmla="*/ 18757 w 37513"/>
                    <a:gd name="connsiteY3" fmla="*/ 0 h 37513"/>
                    <a:gd name="connsiteX4" fmla="*/ 37513 w 37513"/>
                    <a:gd name="connsiteY4" fmla="*/ 18757 h 37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13" h="37513">
                      <a:moveTo>
                        <a:pt x="37513" y="18757"/>
                      </a:moveTo>
                      <a:cubicBezTo>
                        <a:pt x="37513" y="29116"/>
                        <a:pt x="29116" y="37513"/>
                        <a:pt x="18757" y="37513"/>
                      </a:cubicBezTo>
                      <a:cubicBezTo>
                        <a:pt x="8398" y="37513"/>
                        <a:pt x="0" y="29116"/>
                        <a:pt x="0" y="18757"/>
                      </a:cubicBezTo>
                      <a:cubicBezTo>
                        <a:pt x="0" y="8398"/>
                        <a:pt x="8398" y="0"/>
                        <a:pt x="18757" y="0"/>
                      </a:cubicBezTo>
                      <a:cubicBezTo>
                        <a:pt x="29116" y="0"/>
                        <a:pt x="37513" y="8398"/>
                        <a:pt x="37513" y="18757"/>
                      </a:cubicBezTo>
                      <a:close/>
                    </a:path>
                  </a:pathLst>
                </a:custGeom>
                <a:solidFill>
                  <a:srgbClr val="2B2B2B"/>
                </a:solidFill>
                <a:ln w="0" cap="flat">
                  <a:noFill/>
                  <a:prstDash val="solid"/>
                  <a:miter/>
                </a:ln>
              </p:spPr>
              <p:txBody>
                <a:bodyPr rtlCol="0" anchor="ctr"/>
                <a:lstStyle/>
                <a:p>
                  <a:endParaRPr lang="en-IN"/>
                </a:p>
              </p:txBody>
            </p:sp>
            <p:sp>
              <p:nvSpPr>
                <p:cNvPr id="1501" name="Freeform: Shape 1500">
                  <a:extLst>
                    <a:ext uri="{FF2B5EF4-FFF2-40B4-BE49-F238E27FC236}">
                      <a16:creationId xmlns:a16="http://schemas.microsoft.com/office/drawing/2014/main" id="{0F245F87-4A87-A15B-A9C8-65FBF74873C5}"/>
                    </a:ext>
                  </a:extLst>
                </p:cNvPr>
                <p:cNvSpPr/>
                <p:nvPr/>
              </p:nvSpPr>
              <p:spPr>
                <a:xfrm>
                  <a:off x="6549277" y="1157613"/>
                  <a:ext cx="9459" cy="9459"/>
                </a:xfrm>
                <a:custGeom>
                  <a:avLst/>
                  <a:gdLst>
                    <a:gd name="connsiteX0" fmla="*/ 9460 w 9459"/>
                    <a:gd name="connsiteY0" fmla="*/ 4730 h 9459"/>
                    <a:gd name="connsiteX1" fmla="*/ 4730 w 9459"/>
                    <a:gd name="connsiteY1" fmla="*/ 9460 h 9459"/>
                    <a:gd name="connsiteX2" fmla="*/ 0 w 9459"/>
                    <a:gd name="connsiteY2" fmla="*/ 4730 h 9459"/>
                    <a:gd name="connsiteX3" fmla="*/ 4730 w 9459"/>
                    <a:gd name="connsiteY3" fmla="*/ 0 h 9459"/>
                    <a:gd name="connsiteX4" fmla="*/ 9460 w 9459"/>
                    <a:gd name="connsiteY4" fmla="*/ 4730 h 9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9" h="9459">
                      <a:moveTo>
                        <a:pt x="9460" y="4730"/>
                      </a:moveTo>
                      <a:cubicBezTo>
                        <a:pt x="9460" y="7342"/>
                        <a:pt x="7342" y="9460"/>
                        <a:pt x="4730" y="9460"/>
                      </a:cubicBezTo>
                      <a:cubicBezTo>
                        <a:pt x="2118" y="9460"/>
                        <a:pt x="0" y="7342"/>
                        <a:pt x="0" y="4730"/>
                      </a:cubicBezTo>
                      <a:cubicBezTo>
                        <a:pt x="0" y="2118"/>
                        <a:pt x="2118" y="0"/>
                        <a:pt x="4730" y="0"/>
                      </a:cubicBezTo>
                      <a:cubicBezTo>
                        <a:pt x="7342" y="0"/>
                        <a:pt x="9460" y="2118"/>
                        <a:pt x="9460" y="4730"/>
                      </a:cubicBezTo>
                      <a:close/>
                    </a:path>
                  </a:pathLst>
                </a:custGeom>
                <a:solidFill>
                  <a:srgbClr val="FFFFFF"/>
                </a:solidFill>
                <a:ln w="0" cap="flat">
                  <a:noFill/>
                  <a:prstDash val="solid"/>
                  <a:miter/>
                </a:ln>
              </p:spPr>
              <p:txBody>
                <a:bodyPr rtlCol="0" anchor="ctr"/>
                <a:lstStyle/>
                <a:p>
                  <a:endParaRPr lang="en-IN"/>
                </a:p>
              </p:txBody>
            </p:sp>
          </p:grpSp>
        </p:grpSp>
        <p:sp>
          <p:nvSpPr>
            <p:cNvPr id="1535" name="Freeform: Shape 1534">
              <a:extLst>
                <a:ext uri="{FF2B5EF4-FFF2-40B4-BE49-F238E27FC236}">
                  <a16:creationId xmlns:a16="http://schemas.microsoft.com/office/drawing/2014/main" id="{D5048176-7F66-EF05-E0B3-DCE765FA8FF0}"/>
                </a:ext>
              </a:extLst>
            </p:cNvPr>
            <p:cNvSpPr/>
            <p:nvPr/>
          </p:nvSpPr>
          <p:spPr>
            <a:xfrm>
              <a:off x="8690656" y="5931866"/>
              <a:ext cx="596550" cy="131255"/>
            </a:xfrm>
            <a:custGeom>
              <a:avLst/>
              <a:gdLst>
                <a:gd name="connsiteX0" fmla="*/ 582525 w 596550"/>
                <a:gd name="connsiteY0" fmla="*/ 103347 h 131255"/>
                <a:gd name="connsiteX1" fmla="*/ 591002 w 596550"/>
                <a:gd name="connsiteY1" fmla="*/ 106299 h 131255"/>
                <a:gd name="connsiteX2" fmla="*/ 596051 w 596550"/>
                <a:gd name="connsiteY2" fmla="*/ 113538 h 131255"/>
                <a:gd name="connsiteX3" fmla="*/ 596051 w 596550"/>
                <a:gd name="connsiteY3" fmla="*/ 113634 h 131255"/>
                <a:gd name="connsiteX4" fmla="*/ 596051 w 596550"/>
                <a:gd name="connsiteY4" fmla="*/ 121063 h 131255"/>
                <a:gd name="connsiteX5" fmla="*/ 591002 w 596550"/>
                <a:gd name="connsiteY5" fmla="*/ 128302 h 131255"/>
                <a:gd name="connsiteX6" fmla="*/ 586240 w 596550"/>
                <a:gd name="connsiteY6" fmla="*/ 130779 h 131255"/>
                <a:gd name="connsiteX7" fmla="*/ 582525 w 596550"/>
                <a:gd name="connsiteY7" fmla="*/ 131255 h 131255"/>
                <a:gd name="connsiteX8" fmla="*/ 557284 w 596550"/>
                <a:gd name="connsiteY8" fmla="*/ 129350 h 131255"/>
                <a:gd name="connsiteX9" fmla="*/ 548806 w 596550"/>
                <a:gd name="connsiteY9" fmla="*/ 125826 h 131255"/>
                <a:gd name="connsiteX10" fmla="*/ 545282 w 596550"/>
                <a:gd name="connsiteY10" fmla="*/ 117253 h 131255"/>
                <a:gd name="connsiteX11" fmla="*/ 548806 w 596550"/>
                <a:gd name="connsiteY11" fmla="*/ 108776 h 131255"/>
                <a:gd name="connsiteX12" fmla="*/ 557284 w 596550"/>
                <a:gd name="connsiteY12" fmla="*/ 105252 h 131255"/>
                <a:gd name="connsiteX13" fmla="*/ 582525 w 596550"/>
                <a:gd name="connsiteY13" fmla="*/ 103347 h 131255"/>
                <a:gd name="connsiteX14" fmla="*/ 336684 w 596550"/>
                <a:gd name="connsiteY14" fmla="*/ 96012 h 131255"/>
                <a:gd name="connsiteX15" fmla="*/ 346399 w 596550"/>
                <a:gd name="connsiteY15" fmla="*/ 97441 h 131255"/>
                <a:gd name="connsiteX16" fmla="*/ 352591 w 596550"/>
                <a:gd name="connsiteY16" fmla="*/ 102203 h 131255"/>
                <a:gd name="connsiteX17" fmla="*/ 352495 w 596550"/>
                <a:gd name="connsiteY17" fmla="*/ 102394 h 131255"/>
                <a:gd name="connsiteX18" fmla="*/ 353924 w 596550"/>
                <a:gd name="connsiteY18" fmla="*/ 107633 h 131255"/>
                <a:gd name="connsiteX19" fmla="*/ 351733 w 596550"/>
                <a:gd name="connsiteY19" fmla="*/ 113919 h 131255"/>
                <a:gd name="connsiteX20" fmla="*/ 346399 w 596550"/>
                <a:gd name="connsiteY20" fmla="*/ 117634 h 131255"/>
                <a:gd name="connsiteX21" fmla="*/ 336684 w 596550"/>
                <a:gd name="connsiteY21" fmla="*/ 119063 h 131255"/>
                <a:gd name="connsiteX22" fmla="*/ 326778 w 596550"/>
                <a:gd name="connsiteY22" fmla="*/ 118491 h 131255"/>
                <a:gd name="connsiteX23" fmla="*/ 312300 w 596550"/>
                <a:gd name="connsiteY23" fmla="*/ 116491 h 131255"/>
                <a:gd name="connsiteX24" fmla="*/ 306775 w 596550"/>
                <a:gd name="connsiteY24" fmla="*/ 112205 h 131255"/>
                <a:gd name="connsiteX25" fmla="*/ 305537 w 596550"/>
                <a:gd name="connsiteY25" fmla="*/ 107537 h 131255"/>
                <a:gd name="connsiteX26" fmla="*/ 307537 w 596550"/>
                <a:gd name="connsiteY26" fmla="*/ 101918 h 131255"/>
                <a:gd name="connsiteX27" fmla="*/ 310109 w 596550"/>
                <a:gd name="connsiteY27" fmla="*/ 99536 h 131255"/>
                <a:gd name="connsiteX28" fmla="*/ 312300 w 596550"/>
                <a:gd name="connsiteY28" fmla="*/ 98584 h 131255"/>
                <a:gd name="connsiteX29" fmla="*/ 326778 w 596550"/>
                <a:gd name="connsiteY29" fmla="*/ 96584 h 131255"/>
                <a:gd name="connsiteX30" fmla="*/ 336684 w 596550"/>
                <a:gd name="connsiteY30" fmla="*/ 96012 h 131255"/>
                <a:gd name="connsiteX31" fmla="*/ 17216 w 596550"/>
                <a:gd name="connsiteY31" fmla="*/ 91822 h 131255"/>
                <a:gd name="connsiteX32" fmla="*/ 25598 w 596550"/>
                <a:gd name="connsiteY32" fmla="*/ 92870 h 131255"/>
                <a:gd name="connsiteX33" fmla="*/ 26741 w 596550"/>
                <a:gd name="connsiteY33" fmla="*/ 93536 h 131255"/>
                <a:gd name="connsiteX34" fmla="*/ 30646 w 596550"/>
                <a:gd name="connsiteY34" fmla="*/ 98680 h 131255"/>
                <a:gd name="connsiteX35" fmla="*/ 30741 w 596550"/>
                <a:gd name="connsiteY35" fmla="*/ 98489 h 131255"/>
                <a:gd name="connsiteX36" fmla="*/ 29884 w 596550"/>
                <a:gd name="connsiteY36" fmla="*/ 105062 h 131255"/>
                <a:gd name="connsiteX37" fmla="*/ 29217 w 596550"/>
                <a:gd name="connsiteY37" fmla="*/ 106205 h 131255"/>
                <a:gd name="connsiteX38" fmla="*/ 22550 w 596550"/>
                <a:gd name="connsiteY38" fmla="*/ 111158 h 131255"/>
                <a:gd name="connsiteX39" fmla="*/ 19216 w 596550"/>
                <a:gd name="connsiteY39" fmla="*/ 111920 h 131255"/>
                <a:gd name="connsiteX40" fmla="*/ 12453 w 596550"/>
                <a:gd name="connsiteY40" fmla="*/ 113444 h 131255"/>
                <a:gd name="connsiteX41" fmla="*/ 7215 w 596550"/>
                <a:gd name="connsiteY41" fmla="*/ 113444 h 131255"/>
                <a:gd name="connsiteX42" fmla="*/ 4833 w 596550"/>
                <a:gd name="connsiteY42" fmla="*/ 112491 h 131255"/>
                <a:gd name="connsiteX43" fmla="*/ 357 w 596550"/>
                <a:gd name="connsiteY43" fmla="*/ 106586 h 131255"/>
                <a:gd name="connsiteX44" fmla="*/ 166 w 596550"/>
                <a:gd name="connsiteY44" fmla="*/ 102680 h 131255"/>
                <a:gd name="connsiteX45" fmla="*/ 1309 w 596550"/>
                <a:gd name="connsiteY45" fmla="*/ 99061 h 131255"/>
                <a:gd name="connsiteX46" fmla="*/ 7215 w 596550"/>
                <a:gd name="connsiteY46" fmla="*/ 94584 h 131255"/>
                <a:gd name="connsiteX47" fmla="*/ 13882 w 596550"/>
                <a:gd name="connsiteY47" fmla="*/ 92774 h 131255"/>
                <a:gd name="connsiteX48" fmla="*/ 17216 w 596550"/>
                <a:gd name="connsiteY48" fmla="*/ 91822 h 131255"/>
                <a:gd name="connsiteX49" fmla="*/ 448031 w 596550"/>
                <a:gd name="connsiteY49" fmla="*/ 30957 h 131255"/>
                <a:gd name="connsiteX50" fmla="*/ 458128 w 596550"/>
                <a:gd name="connsiteY50" fmla="*/ 38672 h 131255"/>
                <a:gd name="connsiteX51" fmla="*/ 458223 w 596550"/>
                <a:gd name="connsiteY51" fmla="*/ 38672 h 131255"/>
                <a:gd name="connsiteX52" fmla="*/ 453365 w 596550"/>
                <a:gd name="connsiteY52" fmla="*/ 50483 h 131255"/>
                <a:gd name="connsiteX53" fmla="*/ 447936 w 596550"/>
                <a:gd name="connsiteY53" fmla="*/ 52769 h 131255"/>
                <a:gd name="connsiteX54" fmla="*/ 444888 w 596550"/>
                <a:gd name="connsiteY54" fmla="*/ 53436 h 131255"/>
                <a:gd name="connsiteX55" fmla="*/ 438506 w 596550"/>
                <a:gd name="connsiteY55" fmla="*/ 54769 h 131255"/>
                <a:gd name="connsiteX56" fmla="*/ 425552 w 596550"/>
                <a:gd name="connsiteY56" fmla="*/ 57531 h 131255"/>
                <a:gd name="connsiteX57" fmla="*/ 412884 w 596550"/>
                <a:gd name="connsiteY57" fmla="*/ 50388 h 131255"/>
                <a:gd name="connsiteX58" fmla="*/ 413932 w 596550"/>
                <a:gd name="connsiteY58" fmla="*/ 42482 h 131255"/>
                <a:gd name="connsiteX59" fmla="*/ 420028 w 596550"/>
                <a:gd name="connsiteY59" fmla="*/ 37719 h 131255"/>
                <a:gd name="connsiteX60" fmla="*/ 432791 w 596550"/>
                <a:gd name="connsiteY60" fmla="*/ 34195 h 131255"/>
                <a:gd name="connsiteX61" fmla="*/ 448031 w 596550"/>
                <a:gd name="connsiteY61" fmla="*/ 30957 h 131255"/>
                <a:gd name="connsiteX62" fmla="*/ 563856 w 596550"/>
                <a:gd name="connsiteY62" fmla="*/ 6287 h 131255"/>
                <a:gd name="connsiteX63" fmla="*/ 567190 w 596550"/>
                <a:gd name="connsiteY63" fmla="*/ 6763 h 131255"/>
                <a:gd name="connsiteX64" fmla="*/ 572714 w 596550"/>
                <a:gd name="connsiteY64" fmla="*/ 10002 h 131255"/>
                <a:gd name="connsiteX65" fmla="*/ 574714 w 596550"/>
                <a:gd name="connsiteY65" fmla="*/ 12574 h 131255"/>
                <a:gd name="connsiteX66" fmla="*/ 575572 w 596550"/>
                <a:gd name="connsiteY66" fmla="*/ 14478 h 131255"/>
                <a:gd name="connsiteX67" fmla="*/ 576238 w 596550"/>
                <a:gd name="connsiteY67" fmla="*/ 15526 h 131255"/>
                <a:gd name="connsiteX68" fmla="*/ 576238 w 596550"/>
                <a:gd name="connsiteY68" fmla="*/ 22289 h 131255"/>
                <a:gd name="connsiteX69" fmla="*/ 575381 w 596550"/>
                <a:gd name="connsiteY69" fmla="*/ 23527 h 131255"/>
                <a:gd name="connsiteX70" fmla="*/ 572714 w 596550"/>
                <a:gd name="connsiteY70" fmla="*/ 27718 h 131255"/>
                <a:gd name="connsiteX71" fmla="*/ 568714 w 596550"/>
                <a:gd name="connsiteY71" fmla="*/ 30290 h 131255"/>
                <a:gd name="connsiteX72" fmla="*/ 563856 w 596550"/>
                <a:gd name="connsiteY72" fmla="*/ 31338 h 131255"/>
                <a:gd name="connsiteX73" fmla="*/ 558998 w 596550"/>
                <a:gd name="connsiteY73" fmla="*/ 30290 h 131255"/>
                <a:gd name="connsiteX74" fmla="*/ 554998 w 596550"/>
                <a:gd name="connsiteY74" fmla="*/ 27718 h 131255"/>
                <a:gd name="connsiteX75" fmla="*/ 552998 w 596550"/>
                <a:gd name="connsiteY75" fmla="*/ 25147 h 131255"/>
                <a:gd name="connsiteX76" fmla="*/ 551283 w 596550"/>
                <a:gd name="connsiteY76" fmla="*/ 18860 h 131255"/>
                <a:gd name="connsiteX77" fmla="*/ 551759 w 596550"/>
                <a:gd name="connsiteY77" fmla="*/ 15526 h 131255"/>
                <a:gd name="connsiteX78" fmla="*/ 554998 w 596550"/>
                <a:gd name="connsiteY78" fmla="*/ 10002 h 131255"/>
                <a:gd name="connsiteX79" fmla="*/ 557569 w 596550"/>
                <a:gd name="connsiteY79" fmla="*/ 8001 h 131255"/>
                <a:gd name="connsiteX80" fmla="*/ 563856 w 596550"/>
                <a:gd name="connsiteY80" fmla="*/ 6287 h 131255"/>
                <a:gd name="connsiteX81" fmla="*/ 221744 w 596550"/>
                <a:gd name="connsiteY81" fmla="*/ 10 h 131255"/>
                <a:gd name="connsiteX82" fmla="*/ 229802 w 596550"/>
                <a:gd name="connsiteY82" fmla="*/ 3084 h 131255"/>
                <a:gd name="connsiteX83" fmla="*/ 233814 w 596550"/>
                <a:gd name="connsiteY83" fmla="*/ 10668 h 131255"/>
                <a:gd name="connsiteX84" fmla="*/ 225051 w 596550"/>
                <a:gd name="connsiteY84" fmla="*/ 24098 h 131255"/>
                <a:gd name="connsiteX85" fmla="*/ 195047 w 596550"/>
                <a:gd name="connsiteY85" fmla="*/ 26861 h 131255"/>
                <a:gd name="connsiteX86" fmla="*/ 167139 w 596550"/>
                <a:gd name="connsiteY86" fmla="*/ 28861 h 131255"/>
                <a:gd name="connsiteX87" fmla="*/ 157233 w 596550"/>
                <a:gd name="connsiteY87" fmla="*/ 20098 h 131255"/>
                <a:gd name="connsiteX88" fmla="*/ 164472 w 596550"/>
                <a:gd name="connsiteY88" fmla="*/ 8954 h 131255"/>
                <a:gd name="connsiteX89" fmla="*/ 191999 w 596550"/>
                <a:gd name="connsiteY89" fmla="*/ 4382 h 131255"/>
                <a:gd name="connsiteX90" fmla="*/ 221717 w 596550"/>
                <a:gd name="connsiteY90" fmla="*/ 0 h 131255"/>
                <a:gd name="connsiteX91" fmla="*/ 221813 w 596550"/>
                <a:gd name="connsiteY91" fmla="*/ 0 h 131255"/>
                <a:gd name="connsiteX92" fmla="*/ 221744 w 596550"/>
                <a:gd name="connsiteY92" fmla="*/ 10 h 13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550" h="131255">
                  <a:moveTo>
                    <a:pt x="582525" y="103347"/>
                  </a:moveTo>
                  <a:cubicBezTo>
                    <a:pt x="585573" y="103061"/>
                    <a:pt x="588716" y="104490"/>
                    <a:pt x="591002" y="106299"/>
                  </a:cubicBezTo>
                  <a:cubicBezTo>
                    <a:pt x="593383" y="108109"/>
                    <a:pt x="595288" y="110586"/>
                    <a:pt x="596051" y="113538"/>
                  </a:cubicBezTo>
                  <a:lnTo>
                    <a:pt x="596051" y="113634"/>
                  </a:lnTo>
                  <a:cubicBezTo>
                    <a:pt x="596717" y="116301"/>
                    <a:pt x="596717" y="118396"/>
                    <a:pt x="596051" y="121063"/>
                  </a:cubicBezTo>
                  <a:cubicBezTo>
                    <a:pt x="595288" y="124016"/>
                    <a:pt x="593383" y="126492"/>
                    <a:pt x="591002" y="128302"/>
                  </a:cubicBezTo>
                  <a:cubicBezTo>
                    <a:pt x="589669" y="129540"/>
                    <a:pt x="588050" y="130302"/>
                    <a:pt x="586240" y="130779"/>
                  </a:cubicBezTo>
                  <a:cubicBezTo>
                    <a:pt x="585001" y="130969"/>
                    <a:pt x="583763" y="131064"/>
                    <a:pt x="582525" y="131255"/>
                  </a:cubicBezTo>
                  <a:lnTo>
                    <a:pt x="557284" y="129350"/>
                  </a:lnTo>
                  <a:cubicBezTo>
                    <a:pt x="553950" y="129064"/>
                    <a:pt x="551283" y="128112"/>
                    <a:pt x="548806" y="125826"/>
                  </a:cubicBezTo>
                  <a:cubicBezTo>
                    <a:pt x="546425" y="123635"/>
                    <a:pt x="545377" y="120396"/>
                    <a:pt x="545282" y="117253"/>
                  </a:cubicBezTo>
                  <a:cubicBezTo>
                    <a:pt x="545092" y="114300"/>
                    <a:pt x="546711" y="110871"/>
                    <a:pt x="548806" y="108776"/>
                  </a:cubicBezTo>
                  <a:cubicBezTo>
                    <a:pt x="551092" y="106395"/>
                    <a:pt x="554045" y="105537"/>
                    <a:pt x="557284" y="105252"/>
                  </a:cubicBezTo>
                  <a:cubicBezTo>
                    <a:pt x="565761" y="104585"/>
                    <a:pt x="574143" y="104013"/>
                    <a:pt x="582525" y="103347"/>
                  </a:cubicBezTo>
                  <a:close/>
                  <a:moveTo>
                    <a:pt x="336684" y="96012"/>
                  </a:moveTo>
                  <a:cubicBezTo>
                    <a:pt x="340018" y="95917"/>
                    <a:pt x="343256" y="96298"/>
                    <a:pt x="346399" y="97441"/>
                  </a:cubicBezTo>
                  <a:cubicBezTo>
                    <a:pt x="348876" y="98393"/>
                    <a:pt x="351352" y="99727"/>
                    <a:pt x="352591" y="102203"/>
                  </a:cubicBezTo>
                  <a:lnTo>
                    <a:pt x="352495" y="102394"/>
                  </a:lnTo>
                  <a:cubicBezTo>
                    <a:pt x="353353" y="104013"/>
                    <a:pt x="353924" y="105823"/>
                    <a:pt x="353924" y="107633"/>
                  </a:cubicBezTo>
                  <a:cubicBezTo>
                    <a:pt x="354019" y="109919"/>
                    <a:pt x="353067" y="112205"/>
                    <a:pt x="351733" y="113919"/>
                  </a:cubicBezTo>
                  <a:cubicBezTo>
                    <a:pt x="350305" y="115824"/>
                    <a:pt x="348590" y="116872"/>
                    <a:pt x="346399" y="117634"/>
                  </a:cubicBezTo>
                  <a:cubicBezTo>
                    <a:pt x="343256" y="118777"/>
                    <a:pt x="340018" y="119063"/>
                    <a:pt x="336684" y="119063"/>
                  </a:cubicBezTo>
                  <a:cubicBezTo>
                    <a:pt x="333350" y="118967"/>
                    <a:pt x="330112" y="118967"/>
                    <a:pt x="326778" y="118491"/>
                  </a:cubicBezTo>
                  <a:cubicBezTo>
                    <a:pt x="322015" y="117824"/>
                    <a:pt x="317158" y="117158"/>
                    <a:pt x="312300" y="116491"/>
                  </a:cubicBezTo>
                  <a:cubicBezTo>
                    <a:pt x="310300" y="116205"/>
                    <a:pt x="307728" y="113919"/>
                    <a:pt x="306775" y="112205"/>
                  </a:cubicBezTo>
                  <a:cubicBezTo>
                    <a:pt x="306013" y="110776"/>
                    <a:pt x="305537" y="109157"/>
                    <a:pt x="305537" y="107537"/>
                  </a:cubicBezTo>
                  <a:cubicBezTo>
                    <a:pt x="305442" y="105537"/>
                    <a:pt x="306299" y="103442"/>
                    <a:pt x="307537" y="101918"/>
                  </a:cubicBezTo>
                  <a:cubicBezTo>
                    <a:pt x="308204" y="100870"/>
                    <a:pt x="309061" y="100108"/>
                    <a:pt x="310109" y="99536"/>
                  </a:cubicBezTo>
                  <a:cubicBezTo>
                    <a:pt x="310871" y="99251"/>
                    <a:pt x="311538" y="98870"/>
                    <a:pt x="312300" y="98584"/>
                  </a:cubicBezTo>
                  <a:cubicBezTo>
                    <a:pt x="317062" y="97917"/>
                    <a:pt x="321920" y="97250"/>
                    <a:pt x="326778" y="96584"/>
                  </a:cubicBezTo>
                  <a:cubicBezTo>
                    <a:pt x="330112" y="96107"/>
                    <a:pt x="333350" y="96012"/>
                    <a:pt x="336684" y="96012"/>
                  </a:cubicBezTo>
                  <a:close/>
                  <a:moveTo>
                    <a:pt x="17216" y="91822"/>
                  </a:moveTo>
                  <a:cubicBezTo>
                    <a:pt x="20073" y="91060"/>
                    <a:pt x="23026" y="91346"/>
                    <a:pt x="25598" y="92870"/>
                  </a:cubicBezTo>
                  <a:cubicBezTo>
                    <a:pt x="25979" y="93060"/>
                    <a:pt x="26360" y="93346"/>
                    <a:pt x="26741" y="93536"/>
                  </a:cubicBezTo>
                  <a:cubicBezTo>
                    <a:pt x="28646" y="94775"/>
                    <a:pt x="29979" y="96489"/>
                    <a:pt x="30646" y="98680"/>
                  </a:cubicBezTo>
                  <a:lnTo>
                    <a:pt x="30741" y="98489"/>
                  </a:lnTo>
                  <a:cubicBezTo>
                    <a:pt x="31408" y="100490"/>
                    <a:pt x="30932" y="103252"/>
                    <a:pt x="29884" y="105062"/>
                  </a:cubicBezTo>
                  <a:cubicBezTo>
                    <a:pt x="29694" y="105443"/>
                    <a:pt x="29408" y="105824"/>
                    <a:pt x="29217" y="106205"/>
                  </a:cubicBezTo>
                  <a:cubicBezTo>
                    <a:pt x="27789" y="108586"/>
                    <a:pt x="25312" y="110586"/>
                    <a:pt x="22550" y="111158"/>
                  </a:cubicBezTo>
                  <a:cubicBezTo>
                    <a:pt x="21407" y="111443"/>
                    <a:pt x="20359" y="111634"/>
                    <a:pt x="19216" y="111920"/>
                  </a:cubicBezTo>
                  <a:lnTo>
                    <a:pt x="12453" y="113444"/>
                  </a:lnTo>
                  <a:cubicBezTo>
                    <a:pt x="10739" y="113920"/>
                    <a:pt x="8929" y="113920"/>
                    <a:pt x="7215" y="113444"/>
                  </a:cubicBezTo>
                  <a:cubicBezTo>
                    <a:pt x="6357" y="113158"/>
                    <a:pt x="5595" y="112777"/>
                    <a:pt x="4833" y="112491"/>
                  </a:cubicBezTo>
                  <a:cubicBezTo>
                    <a:pt x="2643" y="111253"/>
                    <a:pt x="1119" y="108967"/>
                    <a:pt x="357" y="106586"/>
                  </a:cubicBezTo>
                  <a:cubicBezTo>
                    <a:pt x="-24" y="105252"/>
                    <a:pt x="-120" y="104014"/>
                    <a:pt x="166" y="102680"/>
                  </a:cubicBezTo>
                  <a:cubicBezTo>
                    <a:pt x="166" y="101442"/>
                    <a:pt x="547" y="100204"/>
                    <a:pt x="1309" y="99061"/>
                  </a:cubicBezTo>
                  <a:cubicBezTo>
                    <a:pt x="2643" y="96965"/>
                    <a:pt x="4833" y="95251"/>
                    <a:pt x="7215" y="94584"/>
                  </a:cubicBezTo>
                  <a:lnTo>
                    <a:pt x="13882" y="92774"/>
                  </a:lnTo>
                  <a:cubicBezTo>
                    <a:pt x="14930" y="92489"/>
                    <a:pt x="16073" y="92108"/>
                    <a:pt x="17216" y="91822"/>
                  </a:cubicBezTo>
                  <a:close/>
                  <a:moveTo>
                    <a:pt x="448031" y="30957"/>
                  </a:moveTo>
                  <a:cubicBezTo>
                    <a:pt x="452794" y="31147"/>
                    <a:pt x="456699" y="34195"/>
                    <a:pt x="458128" y="38672"/>
                  </a:cubicBezTo>
                  <a:lnTo>
                    <a:pt x="458223" y="38672"/>
                  </a:lnTo>
                  <a:cubicBezTo>
                    <a:pt x="459557" y="42958"/>
                    <a:pt x="457271" y="48292"/>
                    <a:pt x="453365" y="50483"/>
                  </a:cubicBezTo>
                  <a:cubicBezTo>
                    <a:pt x="451651" y="51435"/>
                    <a:pt x="449841" y="52388"/>
                    <a:pt x="447936" y="52769"/>
                  </a:cubicBezTo>
                  <a:cubicBezTo>
                    <a:pt x="446888" y="52959"/>
                    <a:pt x="445936" y="53245"/>
                    <a:pt x="444888" y="53436"/>
                  </a:cubicBezTo>
                  <a:lnTo>
                    <a:pt x="438506" y="54769"/>
                  </a:lnTo>
                  <a:cubicBezTo>
                    <a:pt x="434220" y="55722"/>
                    <a:pt x="429839" y="56579"/>
                    <a:pt x="425552" y="57531"/>
                  </a:cubicBezTo>
                  <a:cubicBezTo>
                    <a:pt x="419837" y="58770"/>
                    <a:pt x="414694" y="55912"/>
                    <a:pt x="412884" y="50388"/>
                  </a:cubicBezTo>
                  <a:cubicBezTo>
                    <a:pt x="412122" y="47911"/>
                    <a:pt x="412694" y="44673"/>
                    <a:pt x="413932" y="42482"/>
                  </a:cubicBezTo>
                  <a:cubicBezTo>
                    <a:pt x="415170" y="40196"/>
                    <a:pt x="417551" y="38386"/>
                    <a:pt x="420028" y="37719"/>
                  </a:cubicBezTo>
                  <a:cubicBezTo>
                    <a:pt x="424314" y="36576"/>
                    <a:pt x="428505" y="35338"/>
                    <a:pt x="432791" y="34195"/>
                  </a:cubicBezTo>
                  <a:cubicBezTo>
                    <a:pt x="437744" y="32766"/>
                    <a:pt x="442888" y="30766"/>
                    <a:pt x="448031" y="30957"/>
                  </a:cubicBezTo>
                  <a:close/>
                  <a:moveTo>
                    <a:pt x="563856" y="6287"/>
                  </a:moveTo>
                  <a:cubicBezTo>
                    <a:pt x="564999" y="6477"/>
                    <a:pt x="566047" y="6573"/>
                    <a:pt x="567190" y="6763"/>
                  </a:cubicBezTo>
                  <a:cubicBezTo>
                    <a:pt x="569285" y="7430"/>
                    <a:pt x="571190" y="8478"/>
                    <a:pt x="572714" y="10002"/>
                  </a:cubicBezTo>
                  <a:cubicBezTo>
                    <a:pt x="573381" y="10859"/>
                    <a:pt x="574048" y="11716"/>
                    <a:pt x="574714" y="12574"/>
                  </a:cubicBezTo>
                  <a:cubicBezTo>
                    <a:pt x="575000" y="13050"/>
                    <a:pt x="575286" y="13812"/>
                    <a:pt x="575572" y="14478"/>
                  </a:cubicBezTo>
                  <a:cubicBezTo>
                    <a:pt x="575762" y="14859"/>
                    <a:pt x="576238" y="15526"/>
                    <a:pt x="576238" y="15526"/>
                  </a:cubicBezTo>
                  <a:cubicBezTo>
                    <a:pt x="577477" y="17431"/>
                    <a:pt x="577477" y="20384"/>
                    <a:pt x="576238" y="22289"/>
                  </a:cubicBezTo>
                  <a:cubicBezTo>
                    <a:pt x="575953" y="22670"/>
                    <a:pt x="575667" y="23146"/>
                    <a:pt x="575381" y="23527"/>
                  </a:cubicBezTo>
                  <a:cubicBezTo>
                    <a:pt x="574714" y="25051"/>
                    <a:pt x="573952" y="26480"/>
                    <a:pt x="572714" y="27718"/>
                  </a:cubicBezTo>
                  <a:cubicBezTo>
                    <a:pt x="571571" y="28957"/>
                    <a:pt x="570238" y="29814"/>
                    <a:pt x="568714" y="30290"/>
                  </a:cubicBezTo>
                  <a:cubicBezTo>
                    <a:pt x="567190" y="31052"/>
                    <a:pt x="565571" y="31338"/>
                    <a:pt x="563856" y="31338"/>
                  </a:cubicBezTo>
                  <a:cubicBezTo>
                    <a:pt x="562046" y="31433"/>
                    <a:pt x="560522" y="31052"/>
                    <a:pt x="558998" y="30290"/>
                  </a:cubicBezTo>
                  <a:cubicBezTo>
                    <a:pt x="557474" y="29814"/>
                    <a:pt x="556141" y="28957"/>
                    <a:pt x="554998" y="27718"/>
                  </a:cubicBezTo>
                  <a:cubicBezTo>
                    <a:pt x="554331" y="26861"/>
                    <a:pt x="553664" y="26004"/>
                    <a:pt x="552998" y="25147"/>
                  </a:cubicBezTo>
                  <a:cubicBezTo>
                    <a:pt x="551854" y="23242"/>
                    <a:pt x="551283" y="21146"/>
                    <a:pt x="551283" y="18860"/>
                  </a:cubicBezTo>
                  <a:cubicBezTo>
                    <a:pt x="551474" y="17717"/>
                    <a:pt x="551569" y="16669"/>
                    <a:pt x="551759" y="15526"/>
                  </a:cubicBezTo>
                  <a:cubicBezTo>
                    <a:pt x="552331" y="13431"/>
                    <a:pt x="553474" y="11526"/>
                    <a:pt x="554998" y="10002"/>
                  </a:cubicBezTo>
                  <a:cubicBezTo>
                    <a:pt x="555855" y="9335"/>
                    <a:pt x="556712" y="8668"/>
                    <a:pt x="557569" y="8001"/>
                  </a:cubicBezTo>
                  <a:cubicBezTo>
                    <a:pt x="559475" y="6859"/>
                    <a:pt x="561570" y="6287"/>
                    <a:pt x="563856" y="6287"/>
                  </a:cubicBezTo>
                  <a:close/>
                  <a:moveTo>
                    <a:pt x="221744" y="10"/>
                  </a:moveTo>
                  <a:lnTo>
                    <a:pt x="229802" y="3084"/>
                  </a:lnTo>
                  <a:cubicBezTo>
                    <a:pt x="231957" y="5072"/>
                    <a:pt x="233433" y="7810"/>
                    <a:pt x="233814" y="10668"/>
                  </a:cubicBezTo>
                  <a:cubicBezTo>
                    <a:pt x="234576" y="16193"/>
                    <a:pt x="231052" y="22955"/>
                    <a:pt x="225051" y="24098"/>
                  </a:cubicBezTo>
                  <a:cubicBezTo>
                    <a:pt x="215240" y="25908"/>
                    <a:pt x="205049" y="26194"/>
                    <a:pt x="195047" y="26861"/>
                  </a:cubicBezTo>
                  <a:cubicBezTo>
                    <a:pt x="185713" y="27527"/>
                    <a:pt x="176474" y="28194"/>
                    <a:pt x="167139" y="28861"/>
                  </a:cubicBezTo>
                  <a:cubicBezTo>
                    <a:pt x="162091" y="29242"/>
                    <a:pt x="157900" y="24765"/>
                    <a:pt x="157233" y="20098"/>
                  </a:cubicBezTo>
                  <a:cubicBezTo>
                    <a:pt x="156662" y="15526"/>
                    <a:pt x="159519" y="9811"/>
                    <a:pt x="164472" y="8954"/>
                  </a:cubicBezTo>
                  <a:cubicBezTo>
                    <a:pt x="173616" y="7430"/>
                    <a:pt x="182855" y="5906"/>
                    <a:pt x="191999" y="4382"/>
                  </a:cubicBezTo>
                  <a:close/>
                  <a:moveTo>
                    <a:pt x="221717" y="0"/>
                  </a:moveTo>
                  <a:lnTo>
                    <a:pt x="221813" y="0"/>
                  </a:lnTo>
                  <a:lnTo>
                    <a:pt x="221744" y="10"/>
                  </a:lnTo>
                  <a:close/>
                </a:path>
              </a:pathLst>
            </a:custGeom>
            <a:solidFill>
              <a:srgbClr val="FFEAB5"/>
            </a:solidFill>
            <a:ln w="0" cap="flat">
              <a:noFill/>
              <a:prstDash val="solid"/>
              <a:miter/>
            </a:ln>
          </p:spPr>
          <p:txBody>
            <a:bodyPr rtlCol="0" anchor="ctr"/>
            <a:lstStyle/>
            <a:p>
              <a:endParaRPr lang="en-IN"/>
            </a:p>
          </p:txBody>
        </p:sp>
        <p:sp>
          <p:nvSpPr>
            <p:cNvPr id="1550" name="TextBox 1549">
              <a:extLst>
                <a:ext uri="{FF2B5EF4-FFF2-40B4-BE49-F238E27FC236}">
                  <a16:creationId xmlns:a16="http://schemas.microsoft.com/office/drawing/2014/main" id="{CC1B6038-EC7B-3136-47DD-055BC43FB256}"/>
                </a:ext>
              </a:extLst>
            </p:cNvPr>
            <p:cNvSpPr txBox="1"/>
            <p:nvPr/>
          </p:nvSpPr>
          <p:spPr>
            <a:xfrm>
              <a:off x="945599" y="1585718"/>
              <a:ext cx="10376416" cy="2062103"/>
            </a:xfrm>
            <a:prstGeom prst="rect">
              <a:avLst/>
            </a:prstGeom>
            <a:noFill/>
          </p:spPr>
          <p:txBody>
            <a:bodyPr wrap="square">
              <a:spAutoFit/>
            </a:bodyPr>
            <a:lstStyle/>
            <a:p>
              <a:pPr algn="ctr"/>
              <a:r>
                <a:rPr lang="en-US" sz="3200" b="1" dirty="0"/>
                <a:t>A Preemptive Fuzzy Goal Programming Approach for Broiler Feed Formulation</a:t>
              </a:r>
              <a:br>
                <a:rPr lang="en-US" sz="3200" dirty="0"/>
              </a:br>
              <a:br>
                <a:rPr lang="en-US" sz="3200" dirty="0"/>
              </a:br>
              <a:endParaRPr lang="en-IN" sz="3200" b="1" dirty="0">
                <a:solidFill>
                  <a:schemeClr val="accent6">
                    <a:lumMod val="75000"/>
                  </a:schemeClr>
                </a:solidFill>
                <a:latin typeface="Shanti" pitchFamily="2" charset="0"/>
                <a:cs typeface="MV Boli" panose="02000500030200090000" pitchFamily="2" charset="0"/>
              </a:endParaRPr>
            </a:p>
          </p:txBody>
        </p:sp>
        <p:grpSp>
          <p:nvGrpSpPr>
            <p:cNvPr id="1553" name="Group 1552">
              <a:extLst>
                <a:ext uri="{FF2B5EF4-FFF2-40B4-BE49-F238E27FC236}">
                  <a16:creationId xmlns:a16="http://schemas.microsoft.com/office/drawing/2014/main" id="{E34839E9-2048-DB8D-C801-11A4EA1E0644}"/>
                </a:ext>
              </a:extLst>
            </p:cNvPr>
            <p:cNvGrpSpPr/>
            <p:nvPr/>
          </p:nvGrpSpPr>
          <p:grpSpPr>
            <a:xfrm>
              <a:off x="10710452" y="4418390"/>
              <a:ext cx="410568" cy="381799"/>
              <a:chOff x="6700816" y="754478"/>
              <a:chExt cx="1142652" cy="1062585"/>
            </a:xfrm>
          </p:grpSpPr>
          <p:sp>
            <p:nvSpPr>
              <p:cNvPr id="1554" name="Freeform: Shape 1553">
                <a:extLst>
                  <a:ext uri="{FF2B5EF4-FFF2-40B4-BE49-F238E27FC236}">
                    <a16:creationId xmlns:a16="http://schemas.microsoft.com/office/drawing/2014/main" id="{56B86CCC-65A4-D87B-AE4A-4481B1317D4F}"/>
                  </a:ext>
                </a:extLst>
              </p:cNvPr>
              <p:cNvSpPr/>
              <p:nvPr/>
            </p:nvSpPr>
            <p:spPr>
              <a:xfrm>
                <a:off x="7410841" y="1756134"/>
                <a:ext cx="19872" cy="12892"/>
              </a:xfrm>
              <a:custGeom>
                <a:avLst/>
                <a:gdLst>
                  <a:gd name="connsiteX0" fmla="*/ 82 w 19872"/>
                  <a:gd name="connsiteY0" fmla="*/ 12892 h 12892"/>
                  <a:gd name="connsiteX1" fmla="*/ 18312 w 19872"/>
                  <a:gd name="connsiteY1" fmla="*/ 5502 h 12892"/>
                  <a:gd name="connsiteX2" fmla="*/ 19872 w 19872"/>
                  <a:gd name="connsiteY2" fmla="*/ 0 h 12892"/>
                  <a:gd name="connsiteX3" fmla="*/ 0 w 19872"/>
                  <a:gd name="connsiteY3" fmla="*/ 12892 h 12892"/>
                </a:gdLst>
                <a:ahLst/>
                <a:cxnLst>
                  <a:cxn ang="0">
                    <a:pos x="connsiteX0" y="connsiteY0"/>
                  </a:cxn>
                  <a:cxn ang="0">
                    <a:pos x="connsiteX1" y="connsiteY1"/>
                  </a:cxn>
                  <a:cxn ang="0">
                    <a:pos x="connsiteX2" y="connsiteY2"/>
                  </a:cxn>
                  <a:cxn ang="0">
                    <a:pos x="connsiteX3" y="connsiteY3"/>
                  </a:cxn>
                </a:cxnLst>
                <a:rect l="l" t="t" r="r" b="b"/>
                <a:pathLst>
                  <a:path w="19872" h="12892">
                    <a:moveTo>
                      <a:pt x="82" y="12892"/>
                    </a:moveTo>
                    <a:cubicBezTo>
                      <a:pt x="5748" y="9033"/>
                      <a:pt x="11578" y="6651"/>
                      <a:pt x="18312" y="5502"/>
                    </a:cubicBezTo>
                    <a:cubicBezTo>
                      <a:pt x="18887" y="3695"/>
                      <a:pt x="19379" y="1807"/>
                      <a:pt x="19872" y="0"/>
                    </a:cubicBezTo>
                    <a:cubicBezTo>
                      <a:pt x="10921" y="1067"/>
                      <a:pt x="4681" y="5173"/>
                      <a:pt x="0" y="12892"/>
                    </a:cubicBezTo>
                    <a:close/>
                  </a:path>
                </a:pathLst>
              </a:custGeom>
              <a:solidFill>
                <a:schemeClr val="tx1"/>
              </a:solidFill>
              <a:ln w="0" cap="flat">
                <a:noFill/>
                <a:prstDash val="solid"/>
                <a:miter/>
              </a:ln>
            </p:spPr>
            <p:txBody>
              <a:bodyPr rtlCol="0" anchor="ctr"/>
              <a:lstStyle/>
              <a:p>
                <a:endParaRPr lang="en-IN"/>
              </a:p>
            </p:txBody>
          </p:sp>
          <p:sp>
            <p:nvSpPr>
              <p:cNvPr id="1555" name="Freeform: Shape 1554">
                <a:extLst>
                  <a:ext uri="{FF2B5EF4-FFF2-40B4-BE49-F238E27FC236}">
                    <a16:creationId xmlns:a16="http://schemas.microsoft.com/office/drawing/2014/main" id="{DE29C327-3E80-7119-1B34-B2A8F2F6CF99}"/>
                  </a:ext>
                </a:extLst>
              </p:cNvPr>
              <p:cNvSpPr/>
              <p:nvPr/>
            </p:nvSpPr>
            <p:spPr>
              <a:xfrm>
                <a:off x="7429892" y="1783396"/>
                <a:ext cx="16505" cy="16998"/>
              </a:xfrm>
              <a:custGeom>
                <a:avLst/>
                <a:gdLst>
                  <a:gd name="connsiteX0" fmla="*/ 0 w 16505"/>
                  <a:gd name="connsiteY0" fmla="*/ 16998 h 16998"/>
                  <a:gd name="connsiteX1" fmla="*/ 16177 w 16505"/>
                  <a:gd name="connsiteY1" fmla="*/ 5748 h 16998"/>
                  <a:gd name="connsiteX2" fmla="*/ 16505 w 16505"/>
                  <a:gd name="connsiteY2" fmla="*/ 0 h 16998"/>
                  <a:gd name="connsiteX3" fmla="*/ 0 w 16505"/>
                  <a:gd name="connsiteY3" fmla="*/ 16998 h 16998"/>
                </a:gdLst>
                <a:ahLst/>
                <a:cxnLst>
                  <a:cxn ang="0">
                    <a:pos x="connsiteX0" y="connsiteY0"/>
                  </a:cxn>
                  <a:cxn ang="0">
                    <a:pos x="connsiteX1" y="connsiteY1"/>
                  </a:cxn>
                  <a:cxn ang="0">
                    <a:pos x="connsiteX2" y="connsiteY2"/>
                  </a:cxn>
                  <a:cxn ang="0">
                    <a:pos x="connsiteX3" y="connsiteY3"/>
                  </a:cxn>
                </a:cxnLst>
                <a:rect l="l" t="t" r="r" b="b"/>
                <a:pathLst>
                  <a:path w="16505" h="16998">
                    <a:moveTo>
                      <a:pt x="0" y="16998"/>
                    </a:moveTo>
                    <a:cubicBezTo>
                      <a:pt x="4681" y="11989"/>
                      <a:pt x="9854" y="8376"/>
                      <a:pt x="16177" y="5748"/>
                    </a:cubicBezTo>
                    <a:cubicBezTo>
                      <a:pt x="16259" y="3859"/>
                      <a:pt x="16423" y="1889"/>
                      <a:pt x="16505" y="0"/>
                    </a:cubicBezTo>
                    <a:cubicBezTo>
                      <a:pt x="8047" y="3038"/>
                      <a:pt x="2792" y="8376"/>
                      <a:pt x="0" y="16998"/>
                    </a:cubicBezTo>
                    <a:close/>
                  </a:path>
                </a:pathLst>
              </a:custGeom>
              <a:solidFill>
                <a:schemeClr val="tx1"/>
              </a:solidFill>
              <a:ln w="0" cap="flat">
                <a:noFill/>
                <a:prstDash val="solid"/>
                <a:miter/>
              </a:ln>
            </p:spPr>
            <p:txBody>
              <a:bodyPr rtlCol="0" anchor="ctr"/>
              <a:lstStyle/>
              <a:p>
                <a:endParaRPr lang="en-IN"/>
              </a:p>
            </p:txBody>
          </p:sp>
          <p:sp>
            <p:nvSpPr>
              <p:cNvPr id="1556" name="Freeform: Shape 1555">
                <a:extLst>
                  <a:ext uri="{FF2B5EF4-FFF2-40B4-BE49-F238E27FC236}">
                    <a16:creationId xmlns:a16="http://schemas.microsoft.com/office/drawing/2014/main" id="{6CC8C8A7-CFF8-F81A-1719-F401E6008DF3}"/>
                  </a:ext>
                </a:extLst>
              </p:cNvPr>
              <p:cNvSpPr/>
              <p:nvPr/>
            </p:nvSpPr>
            <p:spPr>
              <a:xfrm>
                <a:off x="7463806" y="1796781"/>
                <a:ext cx="13302" cy="20282"/>
              </a:xfrm>
              <a:custGeom>
                <a:avLst/>
                <a:gdLst>
                  <a:gd name="connsiteX0" fmla="*/ 0 w 13302"/>
                  <a:gd name="connsiteY0" fmla="*/ 20201 h 20282"/>
                  <a:gd name="connsiteX1" fmla="*/ 13303 w 13302"/>
                  <a:gd name="connsiteY1" fmla="*/ 5666 h 20282"/>
                  <a:gd name="connsiteX2" fmla="*/ 12317 w 13302"/>
                  <a:gd name="connsiteY2" fmla="*/ 0 h 20282"/>
                  <a:gd name="connsiteX3" fmla="*/ 0 w 13302"/>
                  <a:gd name="connsiteY3" fmla="*/ 20283 h 20282"/>
                </a:gdLst>
                <a:ahLst/>
                <a:cxnLst>
                  <a:cxn ang="0">
                    <a:pos x="connsiteX0" y="connsiteY0"/>
                  </a:cxn>
                  <a:cxn ang="0">
                    <a:pos x="connsiteX1" y="connsiteY1"/>
                  </a:cxn>
                  <a:cxn ang="0">
                    <a:pos x="connsiteX2" y="connsiteY2"/>
                  </a:cxn>
                  <a:cxn ang="0">
                    <a:pos x="connsiteX3" y="connsiteY3"/>
                  </a:cxn>
                </a:cxnLst>
                <a:rect l="l" t="t" r="r" b="b"/>
                <a:pathLst>
                  <a:path w="13302" h="20282">
                    <a:moveTo>
                      <a:pt x="0" y="20201"/>
                    </a:moveTo>
                    <a:cubicBezTo>
                      <a:pt x="3449" y="14206"/>
                      <a:pt x="7637" y="9608"/>
                      <a:pt x="13303" y="5666"/>
                    </a:cubicBezTo>
                    <a:cubicBezTo>
                      <a:pt x="12974" y="3777"/>
                      <a:pt x="12646" y="1889"/>
                      <a:pt x="12317" y="0"/>
                    </a:cubicBezTo>
                    <a:cubicBezTo>
                      <a:pt x="4681" y="4845"/>
                      <a:pt x="821" y="11250"/>
                      <a:pt x="0" y="20283"/>
                    </a:cubicBezTo>
                    <a:close/>
                  </a:path>
                </a:pathLst>
              </a:custGeom>
              <a:solidFill>
                <a:schemeClr val="tx1"/>
              </a:solidFill>
              <a:ln w="0" cap="flat">
                <a:noFill/>
                <a:prstDash val="solid"/>
                <a:miter/>
              </a:ln>
            </p:spPr>
            <p:txBody>
              <a:bodyPr rtlCol="0" anchor="ctr"/>
              <a:lstStyle/>
              <a:p>
                <a:endParaRPr lang="en-IN"/>
              </a:p>
            </p:txBody>
          </p:sp>
          <p:sp>
            <p:nvSpPr>
              <p:cNvPr id="1557" name="Freeform: Shape 1556">
                <a:extLst>
                  <a:ext uri="{FF2B5EF4-FFF2-40B4-BE49-F238E27FC236}">
                    <a16:creationId xmlns:a16="http://schemas.microsoft.com/office/drawing/2014/main" id="{6152040A-01C8-1CA1-D75B-D991AD841AC5}"/>
                  </a:ext>
                </a:extLst>
              </p:cNvPr>
              <p:cNvSpPr/>
              <p:nvPr/>
            </p:nvSpPr>
            <p:spPr>
              <a:xfrm>
                <a:off x="7572774" y="1764428"/>
                <a:ext cx="19707" cy="13056"/>
              </a:xfrm>
              <a:custGeom>
                <a:avLst/>
                <a:gdLst>
                  <a:gd name="connsiteX0" fmla="*/ 19626 w 19707"/>
                  <a:gd name="connsiteY0" fmla="*/ 13057 h 13056"/>
                  <a:gd name="connsiteX1" fmla="*/ 1478 w 19707"/>
                  <a:gd name="connsiteY1" fmla="*/ 5584 h 13056"/>
                  <a:gd name="connsiteX2" fmla="*/ 0 w 19707"/>
                  <a:gd name="connsiteY2" fmla="*/ 0 h 13056"/>
                  <a:gd name="connsiteX3" fmla="*/ 19708 w 19707"/>
                  <a:gd name="connsiteY3" fmla="*/ 13057 h 13056"/>
                </a:gdLst>
                <a:ahLst/>
                <a:cxnLst>
                  <a:cxn ang="0">
                    <a:pos x="connsiteX0" y="connsiteY0"/>
                  </a:cxn>
                  <a:cxn ang="0">
                    <a:pos x="connsiteX1" y="connsiteY1"/>
                  </a:cxn>
                  <a:cxn ang="0">
                    <a:pos x="connsiteX2" y="connsiteY2"/>
                  </a:cxn>
                  <a:cxn ang="0">
                    <a:pos x="connsiteX3" y="connsiteY3"/>
                  </a:cxn>
                </a:cxnLst>
                <a:rect l="l" t="t" r="r" b="b"/>
                <a:pathLst>
                  <a:path w="19707" h="13056">
                    <a:moveTo>
                      <a:pt x="19626" y="13057"/>
                    </a:moveTo>
                    <a:cubicBezTo>
                      <a:pt x="13960" y="9115"/>
                      <a:pt x="8212" y="6734"/>
                      <a:pt x="1478" y="5584"/>
                    </a:cubicBezTo>
                    <a:cubicBezTo>
                      <a:pt x="985" y="3777"/>
                      <a:pt x="493" y="1889"/>
                      <a:pt x="0" y="0"/>
                    </a:cubicBezTo>
                    <a:cubicBezTo>
                      <a:pt x="8951" y="1150"/>
                      <a:pt x="15192" y="5255"/>
                      <a:pt x="19708" y="13057"/>
                    </a:cubicBezTo>
                    <a:close/>
                  </a:path>
                </a:pathLst>
              </a:custGeom>
              <a:solidFill>
                <a:schemeClr val="tx1"/>
              </a:solidFill>
              <a:ln w="0" cap="flat">
                <a:noFill/>
                <a:prstDash val="solid"/>
                <a:miter/>
              </a:ln>
            </p:spPr>
            <p:txBody>
              <a:bodyPr rtlCol="0" anchor="ctr"/>
              <a:lstStyle/>
              <a:p>
                <a:endParaRPr lang="en-IN"/>
              </a:p>
            </p:txBody>
          </p:sp>
          <p:sp>
            <p:nvSpPr>
              <p:cNvPr id="1558" name="Freeform: Shape 1557">
                <a:extLst>
                  <a:ext uri="{FF2B5EF4-FFF2-40B4-BE49-F238E27FC236}">
                    <a16:creationId xmlns:a16="http://schemas.microsoft.com/office/drawing/2014/main" id="{88CFB500-456A-5147-810D-A538E1B92770}"/>
                  </a:ext>
                </a:extLst>
              </p:cNvPr>
              <p:cNvSpPr/>
              <p:nvPr/>
            </p:nvSpPr>
            <p:spPr>
              <a:xfrm>
                <a:off x="7427143" y="1577613"/>
                <a:ext cx="152262" cy="227850"/>
              </a:xfrm>
              <a:custGeom>
                <a:avLst/>
                <a:gdLst>
                  <a:gd name="connsiteX0" fmla="*/ 122639 w 152262"/>
                  <a:gd name="connsiteY0" fmla="*/ 166122 h 227850"/>
                  <a:gd name="connsiteX1" fmla="*/ 131754 w 152262"/>
                  <a:gd name="connsiteY1" fmla="*/ 0 h 227850"/>
                  <a:gd name="connsiteX2" fmla="*/ 85194 w 152262"/>
                  <a:gd name="connsiteY2" fmla="*/ 15848 h 227850"/>
                  <a:gd name="connsiteX3" fmla="*/ 88643 w 152262"/>
                  <a:gd name="connsiteY3" fmla="*/ 150355 h 227850"/>
                  <a:gd name="connsiteX4" fmla="*/ 2667 w 152262"/>
                  <a:gd name="connsiteY4" fmla="*/ 179014 h 227850"/>
                  <a:gd name="connsiteX5" fmla="*/ 55468 w 152262"/>
                  <a:gd name="connsiteY5" fmla="*/ 178439 h 227850"/>
                  <a:gd name="connsiteX6" fmla="*/ 13424 w 152262"/>
                  <a:gd name="connsiteY6" fmla="*/ 212517 h 227850"/>
                  <a:gd name="connsiteX7" fmla="*/ 64500 w 152262"/>
                  <a:gd name="connsiteY7" fmla="*/ 185994 h 227850"/>
                  <a:gd name="connsiteX8" fmla="*/ 45285 w 152262"/>
                  <a:gd name="connsiteY8" fmla="*/ 227545 h 227850"/>
                  <a:gd name="connsiteX9" fmla="*/ 75093 w 152262"/>
                  <a:gd name="connsiteY9" fmla="*/ 196751 h 227850"/>
                  <a:gd name="connsiteX10" fmla="*/ 151133 w 152262"/>
                  <a:gd name="connsiteY10" fmla="*/ 186979 h 227850"/>
                  <a:gd name="connsiteX11" fmla="*/ 122557 w 152262"/>
                  <a:gd name="connsiteY11" fmla="*/ 166039 h 22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262" h="227850">
                    <a:moveTo>
                      <a:pt x="122639" y="166122"/>
                    </a:moveTo>
                    <a:cubicBezTo>
                      <a:pt x="86672" y="123749"/>
                      <a:pt x="144071" y="54607"/>
                      <a:pt x="131754" y="0"/>
                    </a:cubicBezTo>
                    <a:cubicBezTo>
                      <a:pt x="116070" y="4927"/>
                      <a:pt x="100796" y="10675"/>
                      <a:pt x="85194" y="15848"/>
                    </a:cubicBezTo>
                    <a:cubicBezTo>
                      <a:pt x="89135" y="61587"/>
                      <a:pt x="101289" y="104945"/>
                      <a:pt x="88643" y="150355"/>
                    </a:cubicBezTo>
                    <a:cubicBezTo>
                      <a:pt x="66307" y="170392"/>
                      <a:pt x="22293" y="161523"/>
                      <a:pt x="2667" y="179014"/>
                    </a:cubicBezTo>
                    <a:cubicBezTo>
                      <a:pt x="-13674" y="193548"/>
                      <a:pt x="50212" y="177536"/>
                      <a:pt x="55468" y="178439"/>
                    </a:cubicBezTo>
                    <a:cubicBezTo>
                      <a:pt x="42411" y="188950"/>
                      <a:pt x="18597" y="194534"/>
                      <a:pt x="13424" y="212517"/>
                    </a:cubicBezTo>
                    <a:cubicBezTo>
                      <a:pt x="33214" y="214078"/>
                      <a:pt x="48652" y="194452"/>
                      <a:pt x="64500" y="185994"/>
                    </a:cubicBezTo>
                    <a:cubicBezTo>
                      <a:pt x="67457" y="196751"/>
                      <a:pt x="28698" y="219661"/>
                      <a:pt x="45285" y="227545"/>
                    </a:cubicBezTo>
                    <a:cubicBezTo>
                      <a:pt x="51444" y="230501"/>
                      <a:pt x="65486" y="211450"/>
                      <a:pt x="75093" y="196751"/>
                    </a:cubicBezTo>
                    <a:cubicBezTo>
                      <a:pt x="91845" y="171049"/>
                      <a:pt x="132164" y="208658"/>
                      <a:pt x="151133" y="186979"/>
                    </a:cubicBezTo>
                    <a:cubicBezTo>
                      <a:pt x="158031" y="179096"/>
                      <a:pt x="131425" y="176468"/>
                      <a:pt x="122557" y="166039"/>
                    </a:cubicBezTo>
                    <a:close/>
                  </a:path>
                </a:pathLst>
              </a:custGeom>
              <a:solidFill>
                <a:schemeClr val="tx1"/>
              </a:solidFill>
              <a:ln w="0" cap="flat">
                <a:noFill/>
                <a:prstDash val="solid"/>
                <a:miter/>
              </a:ln>
            </p:spPr>
            <p:txBody>
              <a:bodyPr rtlCol="0" anchor="ctr"/>
              <a:lstStyle/>
              <a:p>
                <a:endParaRPr lang="en-IN"/>
              </a:p>
            </p:txBody>
          </p:sp>
          <p:sp>
            <p:nvSpPr>
              <p:cNvPr id="1559" name="Freeform: Shape 1558">
                <a:extLst>
                  <a:ext uri="{FF2B5EF4-FFF2-40B4-BE49-F238E27FC236}">
                    <a16:creationId xmlns:a16="http://schemas.microsoft.com/office/drawing/2014/main" id="{3A89168F-A028-3C8B-4C43-3A3F3C92AE83}"/>
                  </a:ext>
                </a:extLst>
              </p:cNvPr>
              <p:cNvSpPr/>
              <p:nvPr/>
            </p:nvSpPr>
            <p:spPr>
              <a:xfrm>
                <a:off x="7208424" y="1752110"/>
                <a:ext cx="19707" cy="13467"/>
              </a:xfrm>
              <a:custGeom>
                <a:avLst/>
                <a:gdLst>
                  <a:gd name="connsiteX0" fmla="*/ 0 w 19707"/>
                  <a:gd name="connsiteY0" fmla="*/ 13467 h 13467"/>
                  <a:gd name="connsiteX1" fmla="*/ 18230 w 19707"/>
                  <a:gd name="connsiteY1" fmla="*/ 5584 h 13467"/>
                  <a:gd name="connsiteX2" fmla="*/ 19708 w 19707"/>
                  <a:gd name="connsiteY2" fmla="*/ 0 h 13467"/>
                  <a:gd name="connsiteX3" fmla="*/ 82 w 19707"/>
                  <a:gd name="connsiteY3" fmla="*/ 13385 h 13467"/>
                </a:gdLst>
                <a:ahLst/>
                <a:cxnLst>
                  <a:cxn ang="0">
                    <a:pos x="connsiteX0" y="connsiteY0"/>
                  </a:cxn>
                  <a:cxn ang="0">
                    <a:pos x="connsiteX1" y="connsiteY1"/>
                  </a:cxn>
                  <a:cxn ang="0">
                    <a:pos x="connsiteX2" y="connsiteY2"/>
                  </a:cxn>
                  <a:cxn ang="0">
                    <a:pos x="connsiteX3" y="connsiteY3"/>
                  </a:cxn>
                </a:cxnLst>
                <a:rect l="l" t="t" r="r" b="b"/>
                <a:pathLst>
                  <a:path w="19707" h="13467">
                    <a:moveTo>
                      <a:pt x="0" y="13467"/>
                    </a:moveTo>
                    <a:cubicBezTo>
                      <a:pt x="5584" y="9443"/>
                      <a:pt x="11414" y="6898"/>
                      <a:pt x="18230" y="5584"/>
                    </a:cubicBezTo>
                    <a:cubicBezTo>
                      <a:pt x="18722" y="3695"/>
                      <a:pt x="19215" y="1889"/>
                      <a:pt x="19708" y="0"/>
                    </a:cubicBezTo>
                    <a:cubicBezTo>
                      <a:pt x="10757" y="1314"/>
                      <a:pt x="4516" y="5502"/>
                      <a:pt x="82" y="13385"/>
                    </a:cubicBezTo>
                    <a:close/>
                  </a:path>
                </a:pathLst>
              </a:custGeom>
              <a:solidFill>
                <a:schemeClr val="tx1"/>
              </a:solidFill>
              <a:ln w="0" cap="flat">
                <a:noFill/>
                <a:prstDash val="solid"/>
                <a:miter/>
              </a:ln>
            </p:spPr>
            <p:txBody>
              <a:bodyPr rtlCol="0" anchor="ctr"/>
              <a:lstStyle/>
              <a:p>
                <a:endParaRPr lang="en-IN"/>
              </a:p>
            </p:txBody>
          </p:sp>
          <p:sp>
            <p:nvSpPr>
              <p:cNvPr id="1560" name="Freeform: Shape 1559">
                <a:extLst>
                  <a:ext uri="{FF2B5EF4-FFF2-40B4-BE49-F238E27FC236}">
                    <a16:creationId xmlns:a16="http://schemas.microsoft.com/office/drawing/2014/main" id="{401C5024-634A-1E0B-1628-52AE4195D1D1}"/>
                  </a:ext>
                </a:extLst>
              </p:cNvPr>
              <p:cNvSpPr/>
              <p:nvPr/>
            </p:nvSpPr>
            <p:spPr>
              <a:xfrm>
                <a:off x="7228296" y="1778798"/>
                <a:ext cx="16176" cy="17408"/>
              </a:xfrm>
              <a:custGeom>
                <a:avLst/>
                <a:gdLst>
                  <a:gd name="connsiteX0" fmla="*/ 0 w 16176"/>
                  <a:gd name="connsiteY0" fmla="*/ 17409 h 17408"/>
                  <a:gd name="connsiteX1" fmla="*/ 16013 w 16176"/>
                  <a:gd name="connsiteY1" fmla="*/ 5748 h 17408"/>
                  <a:gd name="connsiteX2" fmla="*/ 16177 w 16176"/>
                  <a:gd name="connsiteY2" fmla="*/ 0 h 17408"/>
                  <a:gd name="connsiteX3" fmla="*/ 0 w 16176"/>
                  <a:gd name="connsiteY3" fmla="*/ 17409 h 17408"/>
                </a:gdLst>
                <a:ahLst/>
                <a:cxnLst>
                  <a:cxn ang="0">
                    <a:pos x="connsiteX0" y="connsiteY0"/>
                  </a:cxn>
                  <a:cxn ang="0">
                    <a:pos x="connsiteX1" y="connsiteY1"/>
                  </a:cxn>
                  <a:cxn ang="0">
                    <a:pos x="connsiteX2" y="connsiteY2"/>
                  </a:cxn>
                  <a:cxn ang="0">
                    <a:pos x="connsiteX3" y="connsiteY3"/>
                  </a:cxn>
                </a:cxnLst>
                <a:rect l="l" t="t" r="r" b="b"/>
                <a:pathLst>
                  <a:path w="16176" h="17408">
                    <a:moveTo>
                      <a:pt x="0" y="17409"/>
                    </a:moveTo>
                    <a:cubicBezTo>
                      <a:pt x="4598" y="12235"/>
                      <a:pt x="9690" y="8540"/>
                      <a:pt x="16013" y="5748"/>
                    </a:cubicBezTo>
                    <a:cubicBezTo>
                      <a:pt x="16013" y="3859"/>
                      <a:pt x="16095" y="1889"/>
                      <a:pt x="16177" y="0"/>
                    </a:cubicBezTo>
                    <a:cubicBezTo>
                      <a:pt x="7719" y="3203"/>
                      <a:pt x="2546" y="8704"/>
                      <a:pt x="0" y="17409"/>
                    </a:cubicBezTo>
                    <a:close/>
                  </a:path>
                </a:pathLst>
              </a:custGeom>
              <a:solidFill>
                <a:schemeClr val="tx1"/>
              </a:solidFill>
              <a:ln w="0" cap="flat">
                <a:noFill/>
                <a:prstDash val="solid"/>
                <a:miter/>
              </a:ln>
            </p:spPr>
            <p:txBody>
              <a:bodyPr rtlCol="0" anchor="ctr"/>
              <a:lstStyle/>
              <a:p>
                <a:endParaRPr lang="en-IN"/>
              </a:p>
            </p:txBody>
          </p:sp>
          <p:sp>
            <p:nvSpPr>
              <p:cNvPr id="1561" name="Freeform: Shape 1560">
                <a:extLst>
                  <a:ext uri="{FF2B5EF4-FFF2-40B4-BE49-F238E27FC236}">
                    <a16:creationId xmlns:a16="http://schemas.microsoft.com/office/drawing/2014/main" id="{3BBF292A-0B31-1C7B-2487-C427255C838C}"/>
                  </a:ext>
                </a:extLst>
              </p:cNvPr>
              <p:cNvSpPr/>
              <p:nvPr/>
            </p:nvSpPr>
            <p:spPr>
              <a:xfrm>
                <a:off x="7262867" y="1791362"/>
                <a:ext cx="13056" cy="20529"/>
              </a:xfrm>
              <a:custGeom>
                <a:avLst/>
                <a:gdLst>
                  <a:gd name="connsiteX0" fmla="*/ 0 w 13056"/>
                  <a:gd name="connsiteY0" fmla="*/ 20447 h 20529"/>
                  <a:gd name="connsiteX1" fmla="*/ 13056 w 13056"/>
                  <a:gd name="connsiteY1" fmla="*/ 5584 h 20529"/>
                  <a:gd name="connsiteX2" fmla="*/ 11907 w 13056"/>
                  <a:gd name="connsiteY2" fmla="*/ 0 h 20529"/>
                  <a:gd name="connsiteX3" fmla="*/ 0 w 13056"/>
                  <a:gd name="connsiteY3" fmla="*/ 20529 h 20529"/>
                </a:gdLst>
                <a:ahLst/>
                <a:cxnLst>
                  <a:cxn ang="0">
                    <a:pos x="connsiteX0" y="connsiteY0"/>
                  </a:cxn>
                  <a:cxn ang="0">
                    <a:pos x="connsiteX1" y="connsiteY1"/>
                  </a:cxn>
                  <a:cxn ang="0">
                    <a:pos x="connsiteX2" y="connsiteY2"/>
                  </a:cxn>
                  <a:cxn ang="0">
                    <a:pos x="connsiteX3" y="connsiteY3"/>
                  </a:cxn>
                </a:cxnLst>
                <a:rect l="l" t="t" r="r" b="b"/>
                <a:pathLst>
                  <a:path w="13056" h="20529">
                    <a:moveTo>
                      <a:pt x="0" y="20447"/>
                    </a:moveTo>
                    <a:cubicBezTo>
                      <a:pt x="3285" y="14370"/>
                      <a:pt x="7473" y="9690"/>
                      <a:pt x="13056" y="5584"/>
                    </a:cubicBezTo>
                    <a:cubicBezTo>
                      <a:pt x="12646" y="3695"/>
                      <a:pt x="12317" y="1807"/>
                      <a:pt x="11907" y="0"/>
                    </a:cubicBezTo>
                    <a:cubicBezTo>
                      <a:pt x="4434" y="5009"/>
                      <a:pt x="575" y="11496"/>
                      <a:pt x="0" y="20529"/>
                    </a:cubicBezTo>
                    <a:close/>
                  </a:path>
                </a:pathLst>
              </a:custGeom>
              <a:solidFill>
                <a:schemeClr val="tx1"/>
              </a:solidFill>
              <a:ln w="0" cap="flat">
                <a:noFill/>
                <a:prstDash val="solid"/>
                <a:miter/>
              </a:ln>
            </p:spPr>
            <p:txBody>
              <a:bodyPr rtlCol="0" anchor="ctr"/>
              <a:lstStyle/>
              <a:p>
                <a:endParaRPr lang="en-IN"/>
              </a:p>
            </p:txBody>
          </p:sp>
          <p:sp>
            <p:nvSpPr>
              <p:cNvPr id="1562" name="Freeform: Shape 1561">
                <a:extLst>
                  <a:ext uri="{FF2B5EF4-FFF2-40B4-BE49-F238E27FC236}">
                    <a16:creationId xmlns:a16="http://schemas.microsoft.com/office/drawing/2014/main" id="{A321170F-0D78-F9C1-4818-5BA06DEB07D1}"/>
                  </a:ext>
                </a:extLst>
              </p:cNvPr>
              <p:cNvSpPr/>
              <p:nvPr/>
            </p:nvSpPr>
            <p:spPr>
              <a:xfrm>
                <a:off x="7371179" y="1756216"/>
                <a:ext cx="20118" cy="12481"/>
              </a:xfrm>
              <a:custGeom>
                <a:avLst/>
                <a:gdLst>
                  <a:gd name="connsiteX0" fmla="*/ 20119 w 20118"/>
                  <a:gd name="connsiteY0" fmla="*/ 12482 h 12481"/>
                  <a:gd name="connsiteX1" fmla="*/ 1642 w 20118"/>
                  <a:gd name="connsiteY1" fmla="*/ 5502 h 12481"/>
                  <a:gd name="connsiteX2" fmla="*/ 0 w 20118"/>
                  <a:gd name="connsiteY2" fmla="*/ 0 h 12481"/>
                  <a:gd name="connsiteX3" fmla="*/ 20119 w 20118"/>
                  <a:gd name="connsiteY3" fmla="*/ 12400 h 12481"/>
                </a:gdLst>
                <a:ahLst/>
                <a:cxnLst>
                  <a:cxn ang="0">
                    <a:pos x="connsiteX0" y="connsiteY0"/>
                  </a:cxn>
                  <a:cxn ang="0">
                    <a:pos x="connsiteX1" y="connsiteY1"/>
                  </a:cxn>
                  <a:cxn ang="0">
                    <a:pos x="connsiteX2" y="connsiteY2"/>
                  </a:cxn>
                  <a:cxn ang="0">
                    <a:pos x="connsiteX3" y="connsiteY3"/>
                  </a:cxn>
                </a:cxnLst>
                <a:rect l="l" t="t" r="r" b="b"/>
                <a:pathLst>
                  <a:path w="20118" h="12481">
                    <a:moveTo>
                      <a:pt x="20119" y="12482"/>
                    </a:moveTo>
                    <a:cubicBezTo>
                      <a:pt x="14370" y="8704"/>
                      <a:pt x="8458" y="6487"/>
                      <a:pt x="1642" y="5502"/>
                    </a:cubicBezTo>
                    <a:cubicBezTo>
                      <a:pt x="1068" y="3695"/>
                      <a:pt x="575" y="1889"/>
                      <a:pt x="0" y="0"/>
                    </a:cubicBezTo>
                    <a:cubicBezTo>
                      <a:pt x="8951" y="821"/>
                      <a:pt x="15356" y="4763"/>
                      <a:pt x="20119" y="12400"/>
                    </a:cubicBezTo>
                    <a:close/>
                  </a:path>
                </a:pathLst>
              </a:custGeom>
              <a:solidFill>
                <a:schemeClr val="tx1"/>
              </a:solidFill>
              <a:ln w="0" cap="flat">
                <a:noFill/>
                <a:prstDash val="solid"/>
                <a:miter/>
              </a:ln>
            </p:spPr>
            <p:txBody>
              <a:bodyPr rtlCol="0" anchor="ctr"/>
              <a:lstStyle/>
              <a:p>
                <a:endParaRPr lang="en-IN"/>
              </a:p>
            </p:txBody>
          </p:sp>
          <p:sp>
            <p:nvSpPr>
              <p:cNvPr id="1563" name="Freeform: Shape 1562">
                <a:extLst>
                  <a:ext uri="{FF2B5EF4-FFF2-40B4-BE49-F238E27FC236}">
                    <a16:creationId xmlns:a16="http://schemas.microsoft.com/office/drawing/2014/main" id="{FF35B865-A1D8-4C0C-30D8-3934ECAABCA9}"/>
                  </a:ext>
                </a:extLst>
              </p:cNvPr>
              <p:cNvSpPr/>
              <p:nvPr/>
            </p:nvSpPr>
            <p:spPr>
              <a:xfrm>
                <a:off x="7224535" y="1570140"/>
                <a:ext cx="153375" cy="229854"/>
              </a:xfrm>
              <a:custGeom>
                <a:avLst/>
                <a:gdLst>
                  <a:gd name="connsiteX0" fmla="*/ 123076 w 153375"/>
                  <a:gd name="connsiteY0" fmla="*/ 166204 h 229854"/>
                  <a:gd name="connsiteX1" fmla="*/ 133095 w 153375"/>
                  <a:gd name="connsiteY1" fmla="*/ 0 h 229854"/>
                  <a:gd name="connsiteX2" fmla="*/ 86863 w 153375"/>
                  <a:gd name="connsiteY2" fmla="*/ 15848 h 229854"/>
                  <a:gd name="connsiteX3" fmla="*/ 88834 w 153375"/>
                  <a:gd name="connsiteY3" fmla="*/ 151341 h 229854"/>
                  <a:gd name="connsiteX4" fmla="*/ 2612 w 153375"/>
                  <a:gd name="connsiteY4" fmla="*/ 182463 h 229854"/>
                  <a:gd name="connsiteX5" fmla="*/ 55741 w 153375"/>
                  <a:gd name="connsiteY5" fmla="*/ 180410 h 229854"/>
                  <a:gd name="connsiteX6" fmla="*/ 14272 w 153375"/>
                  <a:gd name="connsiteY6" fmla="*/ 215556 h 229854"/>
                  <a:gd name="connsiteX7" fmla="*/ 65102 w 153375"/>
                  <a:gd name="connsiteY7" fmla="*/ 187636 h 229854"/>
                  <a:gd name="connsiteX8" fmla="*/ 46708 w 153375"/>
                  <a:gd name="connsiteY8" fmla="*/ 229598 h 229854"/>
                  <a:gd name="connsiteX9" fmla="*/ 75942 w 153375"/>
                  <a:gd name="connsiteY9" fmla="*/ 198065 h 229854"/>
                  <a:gd name="connsiteX10" fmla="*/ 152310 w 153375"/>
                  <a:gd name="connsiteY10" fmla="*/ 186158 h 229854"/>
                  <a:gd name="connsiteX11" fmla="*/ 123076 w 153375"/>
                  <a:gd name="connsiteY11" fmla="*/ 166122 h 22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375" h="229854">
                    <a:moveTo>
                      <a:pt x="123076" y="166204"/>
                    </a:moveTo>
                    <a:cubicBezTo>
                      <a:pt x="86617" y="124735"/>
                      <a:pt x="145084" y="54443"/>
                      <a:pt x="133095" y="0"/>
                    </a:cubicBezTo>
                    <a:cubicBezTo>
                      <a:pt x="117493" y="4927"/>
                      <a:pt x="102219" y="10593"/>
                      <a:pt x="86863" y="15848"/>
                    </a:cubicBezTo>
                    <a:cubicBezTo>
                      <a:pt x="90476" y="61998"/>
                      <a:pt x="101480" y="105520"/>
                      <a:pt x="88834" y="151341"/>
                    </a:cubicBezTo>
                    <a:cubicBezTo>
                      <a:pt x="66580" y="171870"/>
                      <a:pt x="22073" y="164479"/>
                      <a:pt x="2612" y="182463"/>
                    </a:cubicBezTo>
                    <a:cubicBezTo>
                      <a:pt x="-13565" y="197408"/>
                      <a:pt x="50486" y="179589"/>
                      <a:pt x="55741" y="180410"/>
                    </a:cubicBezTo>
                    <a:cubicBezTo>
                      <a:pt x="42849" y="191249"/>
                      <a:pt x="18953" y="197408"/>
                      <a:pt x="14272" y="215556"/>
                    </a:cubicBezTo>
                    <a:cubicBezTo>
                      <a:pt x="34227" y="216541"/>
                      <a:pt x="49254" y="196587"/>
                      <a:pt x="65102" y="187636"/>
                    </a:cubicBezTo>
                    <a:cubicBezTo>
                      <a:pt x="68387" y="198311"/>
                      <a:pt x="29874" y="222125"/>
                      <a:pt x="46708" y="229598"/>
                    </a:cubicBezTo>
                    <a:cubicBezTo>
                      <a:pt x="52949" y="232307"/>
                      <a:pt x="66662" y="213010"/>
                      <a:pt x="75942" y="198065"/>
                    </a:cubicBezTo>
                    <a:cubicBezTo>
                      <a:pt x="92201" y="172034"/>
                      <a:pt x="133670" y="208329"/>
                      <a:pt x="152310" y="186158"/>
                    </a:cubicBezTo>
                    <a:cubicBezTo>
                      <a:pt x="159043" y="178111"/>
                      <a:pt x="132027" y="176304"/>
                      <a:pt x="123076" y="166122"/>
                    </a:cubicBezTo>
                    <a:close/>
                  </a:path>
                </a:pathLst>
              </a:custGeom>
              <a:solidFill>
                <a:schemeClr val="tx1"/>
              </a:solidFill>
              <a:ln w="0" cap="flat">
                <a:noFill/>
                <a:prstDash val="solid"/>
                <a:miter/>
              </a:ln>
            </p:spPr>
            <p:txBody>
              <a:bodyPr rtlCol="0" anchor="ctr"/>
              <a:lstStyle/>
              <a:p>
                <a:endParaRPr lang="en-IN"/>
              </a:p>
            </p:txBody>
          </p:sp>
          <p:sp>
            <p:nvSpPr>
              <p:cNvPr id="1564" name="Freeform: Shape 1563">
                <a:extLst>
                  <a:ext uri="{FF2B5EF4-FFF2-40B4-BE49-F238E27FC236}">
                    <a16:creationId xmlns:a16="http://schemas.microsoft.com/office/drawing/2014/main" id="{D9FCCF66-5579-C129-60B2-6BCD6E98CC40}"/>
                  </a:ext>
                </a:extLst>
              </p:cNvPr>
              <p:cNvSpPr/>
              <p:nvPr/>
            </p:nvSpPr>
            <p:spPr>
              <a:xfrm>
                <a:off x="6729598" y="1012405"/>
                <a:ext cx="69295" cy="89665"/>
              </a:xfrm>
              <a:custGeom>
                <a:avLst/>
                <a:gdLst>
                  <a:gd name="connsiteX0" fmla="*/ 68244 w 69295"/>
                  <a:gd name="connsiteY0" fmla="*/ 11250 h 89665"/>
                  <a:gd name="connsiteX1" fmla="*/ 63482 w 69295"/>
                  <a:gd name="connsiteY1" fmla="*/ 28741 h 89665"/>
                  <a:gd name="connsiteX2" fmla="*/ 252 w 69295"/>
                  <a:gd name="connsiteY2" fmla="*/ 87536 h 89665"/>
                  <a:gd name="connsiteX3" fmla="*/ 6 w 69295"/>
                  <a:gd name="connsiteY3" fmla="*/ 85894 h 89665"/>
                  <a:gd name="connsiteX4" fmla="*/ 11174 w 69295"/>
                  <a:gd name="connsiteY4" fmla="*/ 41222 h 89665"/>
                  <a:gd name="connsiteX5" fmla="*/ 20124 w 69295"/>
                  <a:gd name="connsiteY5" fmla="*/ 0 h 89665"/>
                  <a:gd name="connsiteX6" fmla="*/ 50097 w 69295"/>
                  <a:gd name="connsiteY6" fmla="*/ 8540 h 89665"/>
                  <a:gd name="connsiteX7" fmla="*/ 68244 w 69295"/>
                  <a:gd name="connsiteY7" fmla="*/ 11332 h 8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5" h="89665">
                    <a:moveTo>
                      <a:pt x="68244" y="11250"/>
                    </a:moveTo>
                    <a:cubicBezTo>
                      <a:pt x="67423" y="21186"/>
                      <a:pt x="73418" y="16013"/>
                      <a:pt x="63482" y="28741"/>
                    </a:cubicBezTo>
                    <a:cubicBezTo>
                      <a:pt x="50918" y="44671"/>
                      <a:pt x="20863" y="74151"/>
                      <a:pt x="252" y="87536"/>
                    </a:cubicBezTo>
                    <a:cubicBezTo>
                      <a:pt x="252" y="87536"/>
                      <a:pt x="252" y="93284"/>
                      <a:pt x="6" y="85894"/>
                    </a:cubicBezTo>
                    <a:cubicBezTo>
                      <a:pt x="-159" y="78503"/>
                      <a:pt x="3208" y="52555"/>
                      <a:pt x="11174" y="41222"/>
                    </a:cubicBezTo>
                    <a:cubicBezTo>
                      <a:pt x="19139" y="29890"/>
                      <a:pt x="21767" y="13878"/>
                      <a:pt x="20124" y="0"/>
                    </a:cubicBezTo>
                    <a:cubicBezTo>
                      <a:pt x="30389" y="3285"/>
                      <a:pt x="38765" y="5994"/>
                      <a:pt x="50097" y="8540"/>
                    </a:cubicBezTo>
                    <a:cubicBezTo>
                      <a:pt x="54203" y="9443"/>
                      <a:pt x="62743" y="11414"/>
                      <a:pt x="68244" y="11332"/>
                    </a:cubicBezTo>
                    <a:close/>
                  </a:path>
                </a:pathLst>
              </a:custGeom>
              <a:solidFill>
                <a:schemeClr val="accent6"/>
              </a:solidFill>
              <a:ln w="0" cap="flat">
                <a:noFill/>
                <a:prstDash val="solid"/>
                <a:miter/>
              </a:ln>
            </p:spPr>
            <p:txBody>
              <a:bodyPr rtlCol="0" anchor="ctr"/>
              <a:lstStyle/>
              <a:p>
                <a:endParaRPr lang="en-IN"/>
              </a:p>
            </p:txBody>
          </p:sp>
          <p:sp>
            <p:nvSpPr>
              <p:cNvPr id="1565" name="Freeform: Shape 1564">
                <a:extLst>
                  <a:ext uri="{FF2B5EF4-FFF2-40B4-BE49-F238E27FC236}">
                    <a16:creationId xmlns:a16="http://schemas.microsoft.com/office/drawing/2014/main" id="{854A250C-5BB2-EDF5-6582-3B1C60864368}"/>
                  </a:ext>
                </a:extLst>
              </p:cNvPr>
              <p:cNvSpPr/>
              <p:nvPr/>
            </p:nvSpPr>
            <p:spPr>
              <a:xfrm>
                <a:off x="6729711" y="1012323"/>
                <a:ext cx="49654" cy="88357"/>
              </a:xfrm>
              <a:custGeom>
                <a:avLst/>
                <a:gdLst>
                  <a:gd name="connsiteX0" fmla="*/ 49572 w 49654"/>
                  <a:gd name="connsiteY0" fmla="*/ 8540 h 88357"/>
                  <a:gd name="connsiteX1" fmla="*/ 23131 w 49654"/>
                  <a:gd name="connsiteY1" fmla="*/ 42618 h 88357"/>
                  <a:gd name="connsiteX2" fmla="*/ 56 w 49654"/>
                  <a:gd name="connsiteY2" fmla="*/ 88357 h 88357"/>
                  <a:gd name="connsiteX3" fmla="*/ 11224 w 49654"/>
                  <a:gd name="connsiteY3" fmla="*/ 41797 h 88357"/>
                  <a:gd name="connsiteX4" fmla="*/ 20175 w 49654"/>
                  <a:gd name="connsiteY4" fmla="*/ 0 h 88357"/>
                  <a:gd name="connsiteX5" fmla="*/ 49654 w 49654"/>
                  <a:gd name="connsiteY5" fmla="*/ 8622 h 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54" h="88357">
                    <a:moveTo>
                      <a:pt x="49572" y="8540"/>
                    </a:moveTo>
                    <a:cubicBezTo>
                      <a:pt x="42264" y="20283"/>
                      <a:pt x="32574" y="33175"/>
                      <a:pt x="23131" y="42618"/>
                    </a:cubicBezTo>
                    <a:cubicBezTo>
                      <a:pt x="9992" y="55675"/>
                      <a:pt x="5065" y="71359"/>
                      <a:pt x="56" y="88357"/>
                    </a:cubicBezTo>
                    <a:cubicBezTo>
                      <a:pt x="-519" y="71934"/>
                      <a:pt x="3341" y="55839"/>
                      <a:pt x="11224" y="41797"/>
                    </a:cubicBezTo>
                    <a:cubicBezTo>
                      <a:pt x="19107" y="27673"/>
                      <a:pt x="21817" y="15684"/>
                      <a:pt x="20175" y="0"/>
                    </a:cubicBezTo>
                    <a:cubicBezTo>
                      <a:pt x="29782" y="3531"/>
                      <a:pt x="39800" y="6159"/>
                      <a:pt x="49654" y="8622"/>
                    </a:cubicBezTo>
                    <a:close/>
                  </a:path>
                </a:pathLst>
              </a:custGeom>
              <a:solidFill>
                <a:schemeClr val="accent6"/>
              </a:solidFill>
              <a:ln w="0" cap="flat">
                <a:noFill/>
                <a:prstDash val="solid"/>
                <a:miter/>
              </a:ln>
            </p:spPr>
            <p:txBody>
              <a:bodyPr rtlCol="0" anchor="ctr"/>
              <a:lstStyle/>
              <a:p>
                <a:endParaRPr lang="en-IN"/>
              </a:p>
            </p:txBody>
          </p:sp>
          <p:sp>
            <p:nvSpPr>
              <p:cNvPr id="1566" name="Freeform: Shape 1565">
                <a:extLst>
                  <a:ext uri="{FF2B5EF4-FFF2-40B4-BE49-F238E27FC236}">
                    <a16:creationId xmlns:a16="http://schemas.microsoft.com/office/drawing/2014/main" id="{78E7FFC9-E2A2-F9FD-AF85-4FF2CBE70D18}"/>
                  </a:ext>
                </a:extLst>
              </p:cNvPr>
              <p:cNvSpPr/>
              <p:nvPr/>
            </p:nvSpPr>
            <p:spPr>
              <a:xfrm>
                <a:off x="7244966" y="1516190"/>
                <a:ext cx="206933" cy="119350"/>
              </a:xfrm>
              <a:custGeom>
                <a:avLst/>
                <a:gdLst>
                  <a:gd name="connsiteX0" fmla="*/ 0 w 206933"/>
                  <a:gd name="connsiteY0" fmla="*/ 57646 h 119350"/>
                  <a:gd name="connsiteX1" fmla="*/ 186568 w 206933"/>
                  <a:gd name="connsiteY1" fmla="*/ 0 h 119350"/>
                  <a:gd name="connsiteX2" fmla="*/ 206933 w 206933"/>
                  <a:gd name="connsiteY2" fmla="*/ 66596 h 119350"/>
                  <a:gd name="connsiteX3" fmla="*/ 109872 w 206933"/>
                  <a:gd name="connsiteY3" fmla="*/ 119151 h 119350"/>
                  <a:gd name="connsiteX4" fmla="*/ 0 w 206933"/>
                  <a:gd name="connsiteY4" fmla="*/ 57646 h 119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933" h="119350">
                    <a:moveTo>
                      <a:pt x="0" y="57646"/>
                    </a:moveTo>
                    <a:cubicBezTo>
                      <a:pt x="61916" y="37938"/>
                      <a:pt x="124324" y="19133"/>
                      <a:pt x="186568" y="0"/>
                    </a:cubicBezTo>
                    <a:cubicBezTo>
                      <a:pt x="193384" y="22254"/>
                      <a:pt x="199953" y="44096"/>
                      <a:pt x="206933" y="66596"/>
                    </a:cubicBezTo>
                    <a:cubicBezTo>
                      <a:pt x="185501" y="102563"/>
                      <a:pt x="153640" y="121532"/>
                      <a:pt x="109872" y="119151"/>
                    </a:cubicBezTo>
                    <a:cubicBezTo>
                      <a:pt x="66104" y="116770"/>
                      <a:pt x="25702" y="94270"/>
                      <a:pt x="0" y="57646"/>
                    </a:cubicBezTo>
                    <a:close/>
                  </a:path>
                </a:pathLst>
              </a:custGeom>
              <a:solidFill>
                <a:schemeClr val="bg1">
                  <a:lumMod val="85000"/>
                </a:schemeClr>
              </a:solidFill>
              <a:ln w="0" cap="flat">
                <a:noFill/>
                <a:prstDash val="solid"/>
                <a:miter/>
              </a:ln>
            </p:spPr>
            <p:txBody>
              <a:bodyPr rtlCol="0" anchor="ctr"/>
              <a:lstStyle/>
              <a:p>
                <a:endParaRPr lang="en-IN"/>
              </a:p>
            </p:txBody>
          </p:sp>
          <p:sp>
            <p:nvSpPr>
              <p:cNvPr id="1567" name="Freeform: Shape 1566">
                <a:extLst>
                  <a:ext uri="{FF2B5EF4-FFF2-40B4-BE49-F238E27FC236}">
                    <a16:creationId xmlns:a16="http://schemas.microsoft.com/office/drawing/2014/main" id="{4CE16B74-6C53-C53B-AF9E-5779D9284CF4}"/>
                  </a:ext>
                </a:extLst>
              </p:cNvPr>
              <p:cNvSpPr/>
              <p:nvPr/>
            </p:nvSpPr>
            <p:spPr>
              <a:xfrm>
                <a:off x="6893929" y="1003331"/>
                <a:ext cx="873630" cy="604872"/>
              </a:xfrm>
              <a:custGeom>
                <a:avLst/>
                <a:gdLst>
                  <a:gd name="connsiteX0" fmla="*/ 867878 w 873630"/>
                  <a:gd name="connsiteY0" fmla="*/ 175689 h 604872"/>
                  <a:gd name="connsiteX1" fmla="*/ 757513 w 873630"/>
                  <a:gd name="connsiteY1" fmla="*/ 411773 h 604872"/>
                  <a:gd name="connsiteX2" fmla="*/ 652815 w 873630"/>
                  <a:gd name="connsiteY2" fmla="*/ 598835 h 604872"/>
                  <a:gd name="connsiteX3" fmla="*/ 611674 w 873630"/>
                  <a:gd name="connsiteY3" fmla="*/ 603844 h 604872"/>
                  <a:gd name="connsiteX4" fmla="*/ 517651 w 873630"/>
                  <a:gd name="connsiteY4" fmla="*/ 545787 h 604872"/>
                  <a:gd name="connsiteX5" fmla="*/ 507387 w 873630"/>
                  <a:gd name="connsiteY5" fmla="*/ 532074 h 604872"/>
                  <a:gd name="connsiteX6" fmla="*/ 1221 w 873630"/>
                  <a:gd name="connsiteY6" fmla="*/ 233170 h 604872"/>
                  <a:gd name="connsiteX7" fmla="*/ 9022 w 873630"/>
                  <a:gd name="connsiteY7" fmla="*/ 184886 h 604872"/>
                  <a:gd name="connsiteX8" fmla="*/ 285098 w 873630"/>
                  <a:gd name="connsiteY8" fmla="*/ 13427 h 604872"/>
                  <a:gd name="connsiteX9" fmla="*/ 660780 w 873630"/>
                  <a:gd name="connsiteY9" fmla="*/ 7350 h 604872"/>
                  <a:gd name="connsiteX10" fmla="*/ 867878 w 873630"/>
                  <a:gd name="connsiteY10" fmla="*/ 175771 h 604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3630" h="604872">
                    <a:moveTo>
                      <a:pt x="867878" y="175689"/>
                    </a:moveTo>
                    <a:cubicBezTo>
                      <a:pt x="828051" y="346162"/>
                      <a:pt x="811382" y="285150"/>
                      <a:pt x="757513" y="411773"/>
                    </a:cubicBezTo>
                    <a:cubicBezTo>
                      <a:pt x="727294" y="482722"/>
                      <a:pt x="763261" y="565742"/>
                      <a:pt x="652815" y="598835"/>
                    </a:cubicBezTo>
                    <a:cubicBezTo>
                      <a:pt x="642058" y="602037"/>
                      <a:pt x="624320" y="607046"/>
                      <a:pt x="611674" y="603844"/>
                    </a:cubicBezTo>
                    <a:cubicBezTo>
                      <a:pt x="572833" y="593990"/>
                      <a:pt x="544175" y="575596"/>
                      <a:pt x="517651" y="545787"/>
                    </a:cubicBezTo>
                    <a:cubicBezTo>
                      <a:pt x="513956" y="541682"/>
                      <a:pt x="510671" y="536180"/>
                      <a:pt x="507387" y="532074"/>
                    </a:cubicBezTo>
                    <a:cubicBezTo>
                      <a:pt x="237798" y="652046"/>
                      <a:pt x="49095" y="520660"/>
                      <a:pt x="1221" y="233170"/>
                    </a:cubicBezTo>
                    <a:cubicBezTo>
                      <a:pt x="-421" y="223480"/>
                      <a:pt x="-2228" y="205661"/>
                      <a:pt x="9022" y="184886"/>
                    </a:cubicBezTo>
                    <a:cubicBezTo>
                      <a:pt x="64615" y="82815"/>
                      <a:pt x="158474" y="17779"/>
                      <a:pt x="285098" y="13427"/>
                    </a:cubicBezTo>
                    <a:cubicBezTo>
                      <a:pt x="437423" y="8253"/>
                      <a:pt x="471502" y="66967"/>
                      <a:pt x="660780" y="7350"/>
                    </a:cubicBezTo>
                    <a:cubicBezTo>
                      <a:pt x="730907" y="-14739"/>
                      <a:pt x="907622" y="5215"/>
                      <a:pt x="867878" y="175771"/>
                    </a:cubicBezTo>
                    <a:close/>
                  </a:path>
                </a:pathLst>
              </a:custGeom>
              <a:solidFill>
                <a:schemeClr val="bg1"/>
              </a:solidFill>
              <a:ln w="0" cap="flat">
                <a:noFill/>
                <a:prstDash val="solid"/>
                <a:miter/>
              </a:ln>
            </p:spPr>
            <p:txBody>
              <a:bodyPr rtlCol="0" anchor="ctr"/>
              <a:lstStyle/>
              <a:p>
                <a:endParaRPr lang="en-IN"/>
              </a:p>
            </p:txBody>
          </p:sp>
          <p:sp>
            <p:nvSpPr>
              <p:cNvPr id="1568" name="Freeform: Shape 1567">
                <a:extLst>
                  <a:ext uri="{FF2B5EF4-FFF2-40B4-BE49-F238E27FC236}">
                    <a16:creationId xmlns:a16="http://schemas.microsoft.com/office/drawing/2014/main" id="{4A174CE4-F24B-7B6F-6E03-819D0D6F4A3C}"/>
                  </a:ext>
                </a:extLst>
              </p:cNvPr>
              <p:cNvSpPr/>
              <p:nvPr/>
            </p:nvSpPr>
            <p:spPr>
              <a:xfrm>
                <a:off x="6894523" y="1184850"/>
                <a:ext cx="517221" cy="394939"/>
              </a:xfrm>
              <a:custGeom>
                <a:avLst/>
                <a:gdLst>
                  <a:gd name="connsiteX0" fmla="*/ 517140 w 517221"/>
                  <a:gd name="connsiteY0" fmla="*/ 364268 h 394939"/>
                  <a:gd name="connsiteX1" fmla="*/ 506957 w 517221"/>
                  <a:gd name="connsiteY1" fmla="*/ 350391 h 394939"/>
                  <a:gd name="connsiteX2" fmla="*/ 381 w 517221"/>
                  <a:gd name="connsiteY2" fmla="*/ 52390 h 394939"/>
                  <a:gd name="connsiteX3" fmla="*/ 6950 w 517221"/>
                  <a:gd name="connsiteY3" fmla="*/ 5994 h 394939"/>
                  <a:gd name="connsiteX4" fmla="*/ 23948 w 517221"/>
                  <a:gd name="connsiteY4" fmla="*/ 0 h 394939"/>
                  <a:gd name="connsiteX5" fmla="*/ 96950 w 517221"/>
                  <a:gd name="connsiteY5" fmla="*/ 24142 h 394939"/>
                  <a:gd name="connsiteX6" fmla="*/ 116411 w 517221"/>
                  <a:gd name="connsiteY6" fmla="*/ 145921 h 394939"/>
                  <a:gd name="connsiteX7" fmla="*/ 65992 w 517221"/>
                  <a:gd name="connsiteY7" fmla="*/ 113978 h 394939"/>
                  <a:gd name="connsiteX8" fmla="*/ 94322 w 517221"/>
                  <a:gd name="connsiteY8" fmla="*/ 217526 h 394939"/>
                  <a:gd name="connsiteX9" fmla="*/ 99167 w 517221"/>
                  <a:gd name="connsiteY9" fmla="*/ 189771 h 394939"/>
                  <a:gd name="connsiteX10" fmla="*/ 188017 w 517221"/>
                  <a:gd name="connsiteY10" fmla="*/ 319679 h 394939"/>
                  <a:gd name="connsiteX11" fmla="*/ 166913 w 517221"/>
                  <a:gd name="connsiteY11" fmla="*/ 262526 h 394939"/>
                  <a:gd name="connsiteX12" fmla="*/ 325316 w 517221"/>
                  <a:gd name="connsiteY12" fmla="*/ 348338 h 394939"/>
                  <a:gd name="connsiteX13" fmla="*/ 298628 w 517221"/>
                  <a:gd name="connsiteY13" fmla="*/ 310975 h 394939"/>
                  <a:gd name="connsiteX14" fmla="*/ 413344 w 517221"/>
                  <a:gd name="connsiteY14" fmla="*/ 343657 h 394939"/>
                  <a:gd name="connsiteX15" fmla="*/ 446519 w 517221"/>
                  <a:gd name="connsiteY15" fmla="*/ 343657 h 394939"/>
                  <a:gd name="connsiteX16" fmla="*/ 453417 w 517221"/>
                  <a:gd name="connsiteY16" fmla="*/ 300710 h 394939"/>
                  <a:gd name="connsiteX17" fmla="*/ 517222 w 517221"/>
                  <a:gd name="connsiteY17" fmla="*/ 364351 h 39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7221" h="394939">
                    <a:moveTo>
                      <a:pt x="517140" y="364268"/>
                    </a:moveTo>
                    <a:cubicBezTo>
                      <a:pt x="513526" y="359752"/>
                      <a:pt x="510078" y="354907"/>
                      <a:pt x="506957" y="350391"/>
                    </a:cubicBezTo>
                    <a:cubicBezTo>
                      <a:pt x="236876" y="471184"/>
                      <a:pt x="49158" y="337909"/>
                      <a:pt x="381" y="52390"/>
                    </a:cubicBezTo>
                    <a:cubicBezTo>
                      <a:pt x="-1261" y="42783"/>
                      <a:pt x="2680" y="16834"/>
                      <a:pt x="6950" y="5994"/>
                    </a:cubicBezTo>
                    <a:cubicBezTo>
                      <a:pt x="12616" y="2956"/>
                      <a:pt x="18118" y="1724"/>
                      <a:pt x="23948" y="0"/>
                    </a:cubicBezTo>
                    <a:cubicBezTo>
                      <a:pt x="48419" y="7719"/>
                      <a:pt x="72890" y="15192"/>
                      <a:pt x="96950" y="24142"/>
                    </a:cubicBezTo>
                    <a:cubicBezTo>
                      <a:pt x="93994" y="67253"/>
                      <a:pt x="101713" y="105520"/>
                      <a:pt x="116411" y="145921"/>
                    </a:cubicBezTo>
                    <a:cubicBezTo>
                      <a:pt x="98017" y="137381"/>
                      <a:pt x="81430" y="127116"/>
                      <a:pt x="65992" y="113978"/>
                    </a:cubicBezTo>
                    <a:cubicBezTo>
                      <a:pt x="66485" y="151833"/>
                      <a:pt x="75518" y="184598"/>
                      <a:pt x="94322" y="217526"/>
                    </a:cubicBezTo>
                    <a:cubicBezTo>
                      <a:pt x="93337" y="207508"/>
                      <a:pt x="94897" y="198804"/>
                      <a:pt x="99167" y="189771"/>
                    </a:cubicBezTo>
                    <a:cubicBezTo>
                      <a:pt x="116986" y="242983"/>
                      <a:pt x="144824" y="283959"/>
                      <a:pt x="188017" y="319679"/>
                    </a:cubicBezTo>
                    <a:cubicBezTo>
                      <a:pt x="181037" y="300628"/>
                      <a:pt x="173975" y="281577"/>
                      <a:pt x="166913" y="262526"/>
                    </a:cubicBezTo>
                    <a:cubicBezTo>
                      <a:pt x="206493" y="318612"/>
                      <a:pt x="256584" y="346285"/>
                      <a:pt x="325316" y="348338"/>
                    </a:cubicBezTo>
                    <a:cubicBezTo>
                      <a:pt x="316447" y="335856"/>
                      <a:pt x="307661" y="323375"/>
                      <a:pt x="298628" y="310975"/>
                    </a:cubicBezTo>
                    <a:cubicBezTo>
                      <a:pt x="335580" y="330683"/>
                      <a:pt x="371137" y="338730"/>
                      <a:pt x="413344" y="343657"/>
                    </a:cubicBezTo>
                    <a:cubicBezTo>
                      <a:pt x="424594" y="344971"/>
                      <a:pt x="430014" y="347845"/>
                      <a:pt x="446519" y="343657"/>
                    </a:cubicBezTo>
                    <a:cubicBezTo>
                      <a:pt x="463025" y="339387"/>
                      <a:pt x="469758" y="317462"/>
                      <a:pt x="453417" y="300710"/>
                    </a:cubicBezTo>
                    <a:cubicBezTo>
                      <a:pt x="480269" y="317791"/>
                      <a:pt x="500634" y="337499"/>
                      <a:pt x="517222" y="364351"/>
                    </a:cubicBezTo>
                    <a:close/>
                  </a:path>
                </a:pathLst>
              </a:custGeom>
              <a:solidFill>
                <a:schemeClr val="bg1">
                  <a:lumMod val="85000"/>
                </a:schemeClr>
              </a:solidFill>
              <a:ln w="0" cap="flat">
                <a:noFill/>
                <a:prstDash val="solid"/>
                <a:miter/>
              </a:ln>
            </p:spPr>
            <p:txBody>
              <a:bodyPr rtlCol="0" anchor="ctr"/>
              <a:lstStyle/>
              <a:p>
                <a:endParaRPr lang="en-IN"/>
              </a:p>
            </p:txBody>
          </p:sp>
          <p:sp>
            <p:nvSpPr>
              <p:cNvPr id="1569" name="Freeform: Shape 1568">
                <a:extLst>
                  <a:ext uri="{FF2B5EF4-FFF2-40B4-BE49-F238E27FC236}">
                    <a16:creationId xmlns:a16="http://schemas.microsoft.com/office/drawing/2014/main" id="{4AEB44BC-1381-34BF-BFD1-AD071F2E5464}"/>
                  </a:ext>
                </a:extLst>
              </p:cNvPr>
              <p:cNvSpPr/>
              <p:nvPr/>
            </p:nvSpPr>
            <p:spPr>
              <a:xfrm>
                <a:off x="6783964" y="993709"/>
                <a:ext cx="89310" cy="56387"/>
              </a:xfrm>
              <a:custGeom>
                <a:avLst/>
                <a:gdLst>
                  <a:gd name="connsiteX0" fmla="*/ 0 w 89310"/>
                  <a:gd name="connsiteY0" fmla="*/ 6297 h 56387"/>
                  <a:gd name="connsiteX1" fmla="*/ 59370 w 89310"/>
                  <a:gd name="connsiteY1" fmla="*/ 4244 h 56387"/>
                  <a:gd name="connsiteX2" fmla="*/ 82363 w 89310"/>
                  <a:gd name="connsiteY2" fmla="*/ 56388 h 56387"/>
                  <a:gd name="connsiteX3" fmla="*/ 5009 w 89310"/>
                  <a:gd name="connsiteY3" fmla="*/ 23459 h 56387"/>
                  <a:gd name="connsiteX4" fmla="*/ 0 w 89310"/>
                  <a:gd name="connsiteY4" fmla="*/ 6297 h 5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10" h="56387">
                    <a:moveTo>
                      <a:pt x="0" y="6297"/>
                    </a:moveTo>
                    <a:cubicBezTo>
                      <a:pt x="21186" y="384"/>
                      <a:pt x="35967" y="-3311"/>
                      <a:pt x="59370" y="4244"/>
                    </a:cubicBezTo>
                    <a:cubicBezTo>
                      <a:pt x="82855" y="11798"/>
                      <a:pt x="99279" y="30849"/>
                      <a:pt x="82363" y="56388"/>
                    </a:cubicBezTo>
                    <a:cubicBezTo>
                      <a:pt x="70784" y="18450"/>
                      <a:pt x="39662" y="14837"/>
                      <a:pt x="5009" y="23459"/>
                    </a:cubicBezTo>
                    <a:cubicBezTo>
                      <a:pt x="3449" y="17629"/>
                      <a:pt x="2053" y="12209"/>
                      <a:pt x="0" y="6297"/>
                    </a:cubicBezTo>
                    <a:close/>
                  </a:path>
                </a:pathLst>
              </a:custGeom>
              <a:solidFill>
                <a:srgbClr val="B22828"/>
              </a:solidFill>
              <a:ln w="0" cap="flat">
                <a:noFill/>
                <a:prstDash val="solid"/>
                <a:miter/>
              </a:ln>
            </p:spPr>
            <p:txBody>
              <a:bodyPr rtlCol="0" anchor="ctr"/>
              <a:lstStyle/>
              <a:p>
                <a:endParaRPr lang="en-IN"/>
              </a:p>
            </p:txBody>
          </p:sp>
          <p:sp>
            <p:nvSpPr>
              <p:cNvPr id="1570" name="Freeform: Shape 1569">
                <a:extLst>
                  <a:ext uri="{FF2B5EF4-FFF2-40B4-BE49-F238E27FC236}">
                    <a16:creationId xmlns:a16="http://schemas.microsoft.com/office/drawing/2014/main" id="{0FD324D2-F083-3CD2-15B1-1A7EF21BC06A}"/>
                  </a:ext>
                </a:extLst>
              </p:cNvPr>
              <p:cNvSpPr/>
              <p:nvPr/>
            </p:nvSpPr>
            <p:spPr>
              <a:xfrm>
                <a:off x="6700816" y="862764"/>
                <a:ext cx="80689" cy="150691"/>
              </a:xfrm>
              <a:custGeom>
                <a:avLst/>
                <a:gdLst>
                  <a:gd name="connsiteX0" fmla="*/ 39627 w 80689"/>
                  <a:gd name="connsiteY0" fmla="*/ 136420 h 150691"/>
                  <a:gd name="connsiteX1" fmla="*/ 10475 w 80689"/>
                  <a:gd name="connsiteY1" fmla="*/ 116794 h 150691"/>
                  <a:gd name="connsiteX2" fmla="*/ 14171 w 80689"/>
                  <a:gd name="connsiteY2" fmla="*/ 74422 h 150691"/>
                  <a:gd name="connsiteX3" fmla="*/ 1278 w 80689"/>
                  <a:gd name="connsiteY3" fmla="*/ 34021 h 150691"/>
                  <a:gd name="connsiteX4" fmla="*/ 20001 w 80689"/>
                  <a:gd name="connsiteY4" fmla="*/ 30818 h 150691"/>
                  <a:gd name="connsiteX5" fmla="*/ 18194 w 80689"/>
                  <a:gd name="connsiteY5" fmla="*/ 9058 h 150691"/>
                  <a:gd name="connsiteX6" fmla="*/ 47017 w 80689"/>
                  <a:gd name="connsiteY6" fmla="*/ 17516 h 150691"/>
                  <a:gd name="connsiteX7" fmla="*/ 73541 w 80689"/>
                  <a:gd name="connsiteY7" fmla="*/ 5034 h 150691"/>
                  <a:gd name="connsiteX8" fmla="*/ 72309 w 80689"/>
                  <a:gd name="connsiteY8" fmla="*/ 38291 h 150691"/>
                  <a:gd name="connsiteX9" fmla="*/ 53012 w 80689"/>
                  <a:gd name="connsiteY9" fmla="*/ 150462 h 150691"/>
                  <a:gd name="connsiteX10" fmla="*/ 39545 w 80689"/>
                  <a:gd name="connsiteY10" fmla="*/ 136256 h 15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689" h="150691">
                    <a:moveTo>
                      <a:pt x="39627" y="136420"/>
                    </a:moveTo>
                    <a:cubicBezTo>
                      <a:pt x="25831" y="139048"/>
                      <a:pt x="16224" y="127059"/>
                      <a:pt x="10475" y="116794"/>
                    </a:cubicBezTo>
                    <a:cubicBezTo>
                      <a:pt x="4809" y="106530"/>
                      <a:pt x="-10875" y="65800"/>
                      <a:pt x="14171" y="74422"/>
                    </a:cubicBezTo>
                    <a:cubicBezTo>
                      <a:pt x="3660" y="62269"/>
                      <a:pt x="-2910" y="51758"/>
                      <a:pt x="1278" y="34021"/>
                    </a:cubicBezTo>
                    <a:cubicBezTo>
                      <a:pt x="4317" y="21375"/>
                      <a:pt x="16141" y="36320"/>
                      <a:pt x="20001" y="30818"/>
                    </a:cubicBezTo>
                    <a:cubicBezTo>
                      <a:pt x="23778" y="25399"/>
                      <a:pt x="12693" y="14149"/>
                      <a:pt x="18194" y="9058"/>
                    </a:cubicBezTo>
                    <a:cubicBezTo>
                      <a:pt x="30594" y="-2357"/>
                      <a:pt x="38888" y="7497"/>
                      <a:pt x="47017" y="17516"/>
                    </a:cubicBezTo>
                    <a:cubicBezTo>
                      <a:pt x="49973" y="8154"/>
                      <a:pt x="66889" y="-8351"/>
                      <a:pt x="73541" y="5034"/>
                    </a:cubicBezTo>
                    <a:cubicBezTo>
                      <a:pt x="80192" y="18419"/>
                      <a:pt x="86105" y="18747"/>
                      <a:pt x="72309" y="38291"/>
                    </a:cubicBezTo>
                    <a:cubicBezTo>
                      <a:pt x="58514" y="57835"/>
                      <a:pt x="50220" y="120572"/>
                      <a:pt x="53012" y="150462"/>
                    </a:cubicBezTo>
                    <a:cubicBezTo>
                      <a:pt x="53176" y="152515"/>
                      <a:pt x="39216" y="140198"/>
                      <a:pt x="39545" y="136256"/>
                    </a:cubicBezTo>
                    <a:close/>
                  </a:path>
                </a:pathLst>
              </a:custGeom>
              <a:solidFill>
                <a:srgbClr val="C00000"/>
              </a:solidFill>
              <a:ln w="0" cap="flat">
                <a:noFill/>
                <a:prstDash val="solid"/>
                <a:miter/>
              </a:ln>
            </p:spPr>
            <p:txBody>
              <a:bodyPr rtlCol="0" anchor="ctr"/>
              <a:lstStyle/>
              <a:p>
                <a:endParaRPr lang="en-IN"/>
              </a:p>
            </p:txBody>
          </p:sp>
          <p:sp>
            <p:nvSpPr>
              <p:cNvPr id="1571" name="Freeform: Shape 1570">
                <a:extLst>
                  <a:ext uri="{FF2B5EF4-FFF2-40B4-BE49-F238E27FC236}">
                    <a16:creationId xmlns:a16="http://schemas.microsoft.com/office/drawing/2014/main" id="{8347A76A-1CBB-FC55-D18F-968CB5BF492B}"/>
                  </a:ext>
                </a:extLst>
              </p:cNvPr>
              <p:cNvSpPr/>
              <p:nvPr/>
            </p:nvSpPr>
            <p:spPr>
              <a:xfrm>
                <a:off x="6733729" y="857724"/>
                <a:ext cx="451238" cy="441412"/>
              </a:xfrm>
              <a:custGeom>
                <a:avLst/>
                <a:gdLst>
                  <a:gd name="connsiteX0" fmla="*/ 378618 w 451238"/>
                  <a:gd name="connsiteY0" fmla="*/ 165849 h 441412"/>
                  <a:gd name="connsiteX1" fmla="*/ 398819 w 451238"/>
                  <a:gd name="connsiteY1" fmla="*/ 236058 h 441412"/>
                  <a:gd name="connsiteX2" fmla="*/ 336328 w 451238"/>
                  <a:gd name="connsiteY2" fmla="*/ 230639 h 441412"/>
                  <a:gd name="connsiteX3" fmla="*/ 347414 w 451238"/>
                  <a:gd name="connsiteY3" fmla="*/ 297399 h 441412"/>
                  <a:gd name="connsiteX4" fmla="*/ 303975 w 451238"/>
                  <a:gd name="connsiteY4" fmla="*/ 305529 h 441412"/>
                  <a:gd name="connsiteX5" fmla="*/ 259057 w 451238"/>
                  <a:gd name="connsiteY5" fmla="*/ 340428 h 441412"/>
                  <a:gd name="connsiteX6" fmla="*/ 228838 w 451238"/>
                  <a:gd name="connsiteY6" fmla="*/ 407764 h 441412"/>
                  <a:gd name="connsiteX7" fmla="*/ 191475 w 451238"/>
                  <a:gd name="connsiteY7" fmla="*/ 350282 h 441412"/>
                  <a:gd name="connsiteX8" fmla="*/ 165198 w 451238"/>
                  <a:gd name="connsiteY8" fmla="*/ 439461 h 441412"/>
                  <a:gd name="connsiteX9" fmla="*/ 148200 w 451238"/>
                  <a:gd name="connsiteY9" fmla="*/ 365638 h 441412"/>
                  <a:gd name="connsiteX10" fmla="*/ 152634 w 451238"/>
                  <a:gd name="connsiteY10" fmla="*/ 335419 h 441412"/>
                  <a:gd name="connsiteX11" fmla="*/ 154194 w 451238"/>
                  <a:gd name="connsiteY11" fmla="*/ 227682 h 441412"/>
                  <a:gd name="connsiteX12" fmla="*/ 97041 w 451238"/>
                  <a:gd name="connsiteY12" fmla="*/ 198203 h 441412"/>
                  <a:gd name="connsiteX13" fmla="*/ 47361 w 451238"/>
                  <a:gd name="connsiteY13" fmla="*/ 180383 h 441412"/>
                  <a:gd name="connsiteX14" fmla="*/ 54177 w 451238"/>
                  <a:gd name="connsiteY14" fmla="*/ 17136 h 441412"/>
                  <a:gd name="connsiteX15" fmla="*/ 195992 w 451238"/>
                  <a:gd name="connsiteY15" fmla="*/ 21570 h 441412"/>
                  <a:gd name="connsiteX16" fmla="*/ 262999 w 451238"/>
                  <a:gd name="connsiteY16" fmla="*/ 65256 h 441412"/>
                  <a:gd name="connsiteX17" fmla="*/ 447432 w 451238"/>
                  <a:gd name="connsiteY17" fmla="*/ 164124 h 441412"/>
                  <a:gd name="connsiteX18" fmla="*/ 378618 w 451238"/>
                  <a:gd name="connsiteY18" fmla="*/ 165767 h 4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1238" h="441412">
                    <a:moveTo>
                      <a:pt x="378618" y="165849"/>
                    </a:moveTo>
                    <a:cubicBezTo>
                      <a:pt x="389211" y="174881"/>
                      <a:pt x="408755" y="228257"/>
                      <a:pt x="398819" y="236058"/>
                    </a:cubicBezTo>
                    <a:cubicBezTo>
                      <a:pt x="377715" y="252810"/>
                      <a:pt x="357597" y="225219"/>
                      <a:pt x="336328" y="230639"/>
                    </a:cubicBezTo>
                    <a:cubicBezTo>
                      <a:pt x="320398" y="246733"/>
                      <a:pt x="345115" y="280976"/>
                      <a:pt x="347414" y="297399"/>
                    </a:cubicBezTo>
                    <a:cubicBezTo>
                      <a:pt x="354148" y="344945"/>
                      <a:pt x="322451" y="337226"/>
                      <a:pt x="303975" y="305529"/>
                    </a:cubicBezTo>
                    <a:cubicBezTo>
                      <a:pt x="304467" y="331888"/>
                      <a:pt x="284102" y="366952"/>
                      <a:pt x="259057" y="340428"/>
                    </a:cubicBezTo>
                    <a:cubicBezTo>
                      <a:pt x="245261" y="358165"/>
                      <a:pt x="256347" y="402590"/>
                      <a:pt x="228838" y="407764"/>
                    </a:cubicBezTo>
                    <a:cubicBezTo>
                      <a:pt x="207652" y="411705"/>
                      <a:pt x="193528" y="366705"/>
                      <a:pt x="191475" y="350282"/>
                    </a:cubicBezTo>
                    <a:cubicBezTo>
                      <a:pt x="188930" y="360875"/>
                      <a:pt x="177844" y="456130"/>
                      <a:pt x="165198" y="439461"/>
                    </a:cubicBezTo>
                    <a:cubicBezTo>
                      <a:pt x="150745" y="420410"/>
                      <a:pt x="147625" y="389616"/>
                      <a:pt x="148200" y="365638"/>
                    </a:cubicBezTo>
                    <a:cubicBezTo>
                      <a:pt x="148446" y="355291"/>
                      <a:pt x="150992" y="343713"/>
                      <a:pt x="152634" y="335419"/>
                    </a:cubicBezTo>
                    <a:cubicBezTo>
                      <a:pt x="159942" y="298467"/>
                      <a:pt x="179650" y="259790"/>
                      <a:pt x="154194" y="227682"/>
                    </a:cubicBezTo>
                    <a:cubicBezTo>
                      <a:pt x="139988" y="209699"/>
                      <a:pt x="117570" y="206743"/>
                      <a:pt x="97041" y="198203"/>
                    </a:cubicBezTo>
                    <a:cubicBezTo>
                      <a:pt x="82014" y="191962"/>
                      <a:pt x="62306" y="190155"/>
                      <a:pt x="47361" y="180383"/>
                    </a:cubicBezTo>
                    <a:cubicBezTo>
                      <a:pt x="-17757" y="137929"/>
                      <a:pt x="-15951" y="55238"/>
                      <a:pt x="54177" y="17136"/>
                    </a:cubicBezTo>
                    <a:cubicBezTo>
                      <a:pt x="103282" y="-9552"/>
                      <a:pt x="144176" y="-2736"/>
                      <a:pt x="195992" y="21570"/>
                    </a:cubicBezTo>
                    <a:cubicBezTo>
                      <a:pt x="213236" y="29700"/>
                      <a:pt x="246739" y="52610"/>
                      <a:pt x="262999" y="65256"/>
                    </a:cubicBezTo>
                    <a:cubicBezTo>
                      <a:pt x="308984" y="101141"/>
                      <a:pt x="423865" y="129307"/>
                      <a:pt x="447432" y="164124"/>
                    </a:cubicBezTo>
                    <a:cubicBezTo>
                      <a:pt x="470917" y="198942"/>
                      <a:pt x="378044" y="170037"/>
                      <a:pt x="378618" y="165767"/>
                    </a:cubicBezTo>
                    <a:close/>
                  </a:path>
                </a:pathLst>
              </a:custGeom>
              <a:solidFill>
                <a:schemeClr val="bg1"/>
              </a:solidFill>
              <a:ln w="0" cap="flat">
                <a:noFill/>
                <a:prstDash val="solid"/>
                <a:miter/>
              </a:ln>
            </p:spPr>
            <p:txBody>
              <a:bodyPr rtlCol="0" anchor="ctr"/>
              <a:lstStyle/>
              <a:p>
                <a:endParaRPr lang="en-IN"/>
              </a:p>
            </p:txBody>
          </p:sp>
          <p:sp>
            <p:nvSpPr>
              <p:cNvPr id="1572" name="Freeform: Shape 1571">
                <a:extLst>
                  <a:ext uri="{FF2B5EF4-FFF2-40B4-BE49-F238E27FC236}">
                    <a16:creationId xmlns:a16="http://schemas.microsoft.com/office/drawing/2014/main" id="{69E366F9-0C43-49F4-2303-E9A6B8546D67}"/>
                  </a:ext>
                </a:extLst>
              </p:cNvPr>
              <p:cNvSpPr/>
              <p:nvPr/>
            </p:nvSpPr>
            <p:spPr>
              <a:xfrm>
                <a:off x="6831263" y="972497"/>
                <a:ext cx="98786" cy="220236"/>
              </a:xfrm>
              <a:custGeom>
                <a:avLst/>
                <a:gdLst>
                  <a:gd name="connsiteX0" fmla="*/ 98786 w 98786"/>
                  <a:gd name="connsiteY0" fmla="*/ 92627 h 220236"/>
                  <a:gd name="connsiteX1" fmla="*/ 90082 w 98786"/>
                  <a:gd name="connsiteY1" fmla="*/ 131961 h 220236"/>
                  <a:gd name="connsiteX2" fmla="*/ 87208 w 98786"/>
                  <a:gd name="connsiteY2" fmla="*/ 180738 h 220236"/>
                  <a:gd name="connsiteX3" fmla="*/ 55264 w 98786"/>
                  <a:gd name="connsiteY3" fmla="*/ 220236 h 220236"/>
                  <a:gd name="connsiteX4" fmla="*/ 56825 w 98786"/>
                  <a:gd name="connsiteY4" fmla="*/ 112910 h 220236"/>
                  <a:gd name="connsiteX5" fmla="*/ 0 w 98786"/>
                  <a:gd name="connsiteY5" fmla="*/ 83266 h 220236"/>
                  <a:gd name="connsiteX6" fmla="*/ 15766 w 98786"/>
                  <a:gd name="connsiteY6" fmla="*/ 0 h 220236"/>
                  <a:gd name="connsiteX7" fmla="*/ 98704 w 98786"/>
                  <a:gd name="connsiteY7" fmla="*/ 92545 h 22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786" h="220236">
                    <a:moveTo>
                      <a:pt x="98786" y="92627"/>
                    </a:moveTo>
                    <a:cubicBezTo>
                      <a:pt x="98786" y="108476"/>
                      <a:pt x="91724" y="118001"/>
                      <a:pt x="90082" y="131961"/>
                    </a:cubicBezTo>
                    <a:cubicBezTo>
                      <a:pt x="88029" y="149370"/>
                      <a:pt x="90574" y="163165"/>
                      <a:pt x="87208" y="180738"/>
                    </a:cubicBezTo>
                    <a:cubicBezTo>
                      <a:pt x="83841" y="198311"/>
                      <a:pt x="72427" y="213503"/>
                      <a:pt x="55264" y="220236"/>
                    </a:cubicBezTo>
                    <a:cubicBezTo>
                      <a:pt x="62573" y="184680"/>
                      <a:pt x="81870" y="144689"/>
                      <a:pt x="56825" y="112910"/>
                    </a:cubicBezTo>
                    <a:cubicBezTo>
                      <a:pt x="42783" y="95091"/>
                      <a:pt x="19051" y="92135"/>
                      <a:pt x="0" y="83266"/>
                    </a:cubicBezTo>
                    <a:cubicBezTo>
                      <a:pt x="4927" y="55757"/>
                      <a:pt x="11250" y="27755"/>
                      <a:pt x="15766" y="0"/>
                    </a:cubicBezTo>
                    <a:cubicBezTo>
                      <a:pt x="61177" y="15109"/>
                      <a:pt x="98786" y="42208"/>
                      <a:pt x="98704" y="92545"/>
                    </a:cubicBezTo>
                    <a:close/>
                  </a:path>
                </a:pathLst>
              </a:custGeom>
              <a:solidFill>
                <a:schemeClr val="bg1">
                  <a:lumMod val="85000"/>
                </a:schemeClr>
              </a:solidFill>
              <a:ln w="0" cap="flat">
                <a:noFill/>
                <a:prstDash val="solid"/>
                <a:miter/>
              </a:ln>
            </p:spPr>
            <p:txBody>
              <a:bodyPr rtlCol="0" anchor="ctr"/>
              <a:lstStyle/>
              <a:p>
                <a:endParaRPr lang="en-IN"/>
              </a:p>
            </p:txBody>
          </p:sp>
          <p:sp>
            <p:nvSpPr>
              <p:cNvPr id="1573" name="Freeform: Shape 1572">
                <a:extLst>
                  <a:ext uri="{FF2B5EF4-FFF2-40B4-BE49-F238E27FC236}">
                    <a16:creationId xmlns:a16="http://schemas.microsoft.com/office/drawing/2014/main" id="{0301BD57-A79F-130A-6F69-D8BD4BCF5CD1}"/>
                  </a:ext>
                </a:extLst>
              </p:cNvPr>
              <p:cNvSpPr/>
              <p:nvPr/>
            </p:nvSpPr>
            <p:spPr>
              <a:xfrm>
                <a:off x="6790780" y="1019290"/>
                <a:ext cx="86724" cy="73679"/>
              </a:xfrm>
              <a:custGeom>
                <a:avLst/>
                <a:gdLst>
                  <a:gd name="connsiteX0" fmla="*/ 0 w 86724"/>
                  <a:gd name="connsiteY0" fmla="*/ 6254 h 73679"/>
                  <a:gd name="connsiteX1" fmla="*/ 26113 w 86724"/>
                  <a:gd name="connsiteY1" fmla="*/ 63736 h 73679"/>
                  <a:gd name="connsiteX2" fmla="*/ 86551 w 86724"/>
                  <a:gd name="connsiteY2" fmla="*/ 36555 h 73679"/>
                  <a:gd name="connsiteX3" fmla="*/ 0 w 86724"/>
                  <a:gd name="connsiteY3" fmla="*/ 6254 h 73679"/>
                </a:gdLst>
                <a:ahLst/>
                <a:cxnLst>
                  <a:cxn ang="0">
                    <a:pos x="connsiteX0" y="connsiteY0"/>
                  </a:cxn>
                  <a:cxn ang="0">
                    <a:pos x="connsiteX1" y="connsiteY1"/>
                  </a:cxn>
                  <a:cxn ang="0">
                    <a:pos x="connsiteX2" y="connsiteY2"/>
                  </a:cxn>
                  <a:cxn ang="0">
                    <a:pos x="connsiteX3" y="connsiteY3"/>
                  </a:cxn>
                </a:cxnLst>
                <a:rect l="l" t="t" r="r" b="b"/>
                <a:pathLst>
                  <a:path w="86724" h="73679">
                    <a:moveTo>
                      <a:pt x="0" y="6254"/>
                    </a:moveTo>
                    <a:cubicBezTo>
                      <a:pt x="6405" y="27440"/>
                      <a:pt x="9197" y="44028"/>
                      <a:pt x="26113" y="63736"/>
                    </a:cubicBezTo>
                    <a:cubicBezTo>
                      <a:pt x="43029" y="83444"/>
                      <a:pt x="82691" y="73590"/>
                      <a:pt x="86551" y="36555"/>
                    </a:cubicBezTo>
                    <a:cubicBezTo>
                      <a:pt x="90410" y="-479"/>
                      <a:pt x="29069" y="-6884"/>
                      <a:pt x="0" y="6254"/>
                    </a:cubicBezTo>
                    <a:close/>
                  </a:path>
                </a:pathLst>
              </a:custGeom>
              <a:solidFill>
                <a:srgbClr val="C00000"/>
              </a:solidFill>
              <a:ln w="0" cap="flat">
                <a:noFill/>
                <a:prstDash val="solid"/>
                <a:miter/>
              </a:ln>
            </p:spPr>
            <p:txBody>
              <a:bodyPr rtlCol="0" anchor="ctr"/>
              <a:lstStyle/>
              <a:p>
                <a:endParaRPr lang="en-IN"/>
              </a:p>
            </p:txBody>
          </p:sp>
          <p:sp>
            <p:nvSpPr>
              <p:cNvPr id="1574" name="Freeform: Shape 1573">
                <a:extLst>
                  <a:ext uri="{FF2B5EF4-FFF2-40B4-BE49-F238E27FC236}">
                    <a16:creationId xmlns:a16="http://schemas.microsoft.com/office/drawing/2014/main" id="{AC8DEE2C-034C-5E1D-C8E4-3D6010F5DC2A}"/>
                  </a:ext>
                </a:extLst>
              </p:cNvPr>
              <p:cNvSpPr/>
              <p:nvPr/>
            </p:nvSpPr>
            <p:spPr>
              <a:xfrm>
                <a:off x="6740018" y="907221"/>
                <a:ext cx="117336" cy="133041"/>
              </a:xfrm>
              <a:custGeom>
                <a:avLst/>
                <a:gdLst>
                  <a:gd name="connsiteX0" fmla="*/ 96337 w 117336"/>
                  <a:gd name="connsiteY0" fmla="*/ 41872 h 133041"/>
                  <a:gd name="connsiteX1" fmla="*/ 88290 w 117336"/>
                  <a:gd name="connsiteY1" fmla="*/ 121361 h 133041"/>
                  <a:gd name="connsiteX2" fmla="*/ 9540 w 117336"/>
                  <a:gd name="connsiteY2" fmla="*/ 105184 h 133041"/>
                  <a:gd name="connsiteX3" fmla="*/ 46328 w 117336"/>
                  <a:gd name="connsiteY3" fmla="*/ 2128 h 133041"/>
                  <a:gd name="connsiteX4" fmla="*/ 96337 w 117336"/>
                  <a:gd name="connsiteY4" fmla="*/ 41872 h 133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6" h="133041">
                    <a:moveTo>
                      <a:pt x="96337" y="41872"/>
                    </a:moveTo>
                    <a:cubicBezTo>
                      <a:pt x="130744" y="52958"/>
                      <a:pt x="119165" y="104445"/>
                      <a:pt x="88290" y="121361"/>
                    </a:cubicBezTo>
                    <a:cubicBezTo>
                      <a:pt x="57414" y="138359"/>
                      <a:pt x="31793" y="139837"/>
                      <a:pt x="9540" y="105184"/>
                    </a:cubicBezTo>
                    <a:cubicBezTo>
                      <a:pt x="-12714" y="70531"/>
                      <a:pt x="5763" y="21179"/>
                      <a:pt x="46328" y="2128"/>
                    </a:cubicBezTo>
                    <a:cubicBezTo>
                      <a:pt x="70470" y="-9204"/>
                      <a:pt x="52569" y="27748"/>
                      <a:pt x="96337" y="41872"/>
                    </a:cubicBezTo>
                    <a:close/>
                  </a:path>
                </a:pathLst>
              </a:custGeom>
              <a:solidFill>
                <a:srgbClr val="C00000"/>
              </a:solidFill>
              <a:ln w="0" cap="flat">
                <a:noFill/>
                <a:prstDash val="solid"/>
                <a:miter/>
              </a:ln>
            </p:spPr>
            <p:txBody>
              <a:bodyPr rtlCol="0" anchor="ctr"/>
              <a:lstStyle/>
              <a:p>
                <a:endParaRPr lang="en-IN"/>
              </a:p>
            </p:txBody>
          </p:sp>
          <p:sp>
            <p:nvSpPr>
              <p:cNvPr id="1575" name="Freeform: Shape 1574">
                <a:extLst>
                  <a:ext uri="{FF2B5EF4-FFF2-40B4-BE49-F238E27FC236}">
                    <a16:creationId xmlns:a16="http://schemas.microsoft.com/office/drawing/2014/main" id="{F7B1A9A5-7BE2-92F6-934C-A57C9D0DC7E9}"/>
                  </a:ext>
                </a:extLst>
              </p:cNvPr>
              <p:cNvSpPr/>
              <p:nvPr/>
            </p:nvSpPr>
            <p:spPr>
              <a:xfrm>
                <a:off x="6765533" y="941719"/>
                <a:ext cx="37835" cy="37340"/>
              </a:xfrm>
              <a:custGeom>
                <a:avLst/>
                <a:gdLst>
                  <a:gd name="connsiteX0" fmla="*/ 34772 w 37835"/>
                  <a:gd name="connsiteY0" fmla="*/ 8606 h 37340"/>
                  <a:gd name="connsiteX1" fmla="*/ 29024 w 37835"/>
                  <a:gd name="connsiteY1" fmla="*/ 33816 h 37340"/>
                  <a:gd name="connsiteX2" fmla="*/ 3075 w 37835"/>
                  <a:gd name="connsiteY2" fmla="*/ 29382 h 37340"/>
                  <a:gd name="connsiteX3" fmla="*/ 8741 w 37835"/>
                  <a:gd name="connsiteY3" fmla="*/ 3022 h 37340"/>
                  <a:gd name="connsiteX4" fmla="*/ 34772 w 37835"/>
                  <a:gd name="connsiteY4" fmla="*/ 8606 h 37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35" h="37340">
                    <a:moveTo>
                      <a:pt x="34772" y="8606"/>
                    </a:moveTo>
                    <a:cubicBezTo>
                      <a:pt x="40685" y="17311"/>
                      <a:pt x="37646" y="28068"/>
                      <a:pt x="29024" y="33816"/>
                    </a:cubicBezTo>
                    <a:cubicBezTo>
                      <a:pt x="20320" y="39564"/>
                      <a:pt x="8824" y="38415"/>
                      <a:pt x="3075" y="29382"/>
                    </a:cubicBezTo>
                    <a:cubicBezTo>
                      <a:pt x="-2673" y="20349"/>
                      <a:pt x="-127" y="8688"/>
                      <a:pt x="8741" y="3022"/>
                    </a:cubicBezTo>
                    <a:cubicBezTo>
                      <a:pt x="17610" y="-2644"/>
                      <a:pt x="28942" y="-98"/>
                      <a:pt x="34772" y="8606"/>
                    </a:cubicBezTo>
                    <a:close/>
                  </a:path>
                </a:pathLst>
              </a:custGeom>
              <a:solidFill>
                <a:schemeClr val="bg1"/>
              </a:solidFill>
              <a:ln w="0" cap="flat">
                <a:noFill/>
                <a:prstDash val="solid"/>
                <a:miter/>
              </a:ln>
            </p:spPr>
            <p:txBody>
              <a:bodyPr rtlCol="0" anchor="ctr"/>
              <a:lstStyle/>
              <a:p>
                <a:endParaRPr lang="en-IN"/>
              </a:p>
            </p:txBody>
          </p:sp>
          <p:sp>
            <p:nvSpPr>
              <p:cNvPr id="1576" name="Freeform: Shape 1575">
                <a:extLst>
                  <a:ext uri="{FF2B5EF4-FFF2-40B4-BE49-F238E27FC236}">
                    <a16:creationId xmlns:a16="http://schemas.microsoft.com/office/drawing/2014/main" id="{85DD93A4-125B-C0CB-7FD1-1CA32F18A357}"/>
                  </a:ext>
                </a:extLst>
              </p:cNvPr>
              <p:cNvSpPr/>
              <p:nvPr/>
            </p:nvSpPr>
            <p:spPr>
              <a:xfrm>
                <a:off x="6771509" y="952154"/>
                <a:ext cx="24923" cy="24303"/>
              </a:xfrm>
              <a:custGeom>
                <a:avLst/>
                <a:gdLst>
                  <a:gd name="connsiteX0" fmla="*/ 19188 w 24923"/>
                  <a:gd name="connsiteY0" fmla="*/ 21985 h 24303"/>
                  <a:gd name="connsiteX1" fmla="*/ 2026 w 24923"/>
                  <a:gd name="connsiteY1" fmla="*/ 19193 h 24303"/>
                  <a:gd name="connsiteX2" fmla="*/ 5803 w 24923"/>
                  <a:gd name="connsiteY2" fmla="*/ 1949 h 24303"/>
                  <a:gd name="connsiteX3" fmla="*/ 22802 w 24923"/>
                  <a:gd name="connsiteY3" fmla="*/ 5644 h 24303"/>
                  <a:gd name="connsiteX4" fmla="*/ 19188 w 24923"/>
                  <a:gd name="connsiteY4" fmla="*/ 21985 h 24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23" h="24303">
                    <a:moveTo>
                      <a:pt x="19188" y="21985"/>
                    </a:moveTo>
                    <a:cubicBezTo>
                      <a:pt x="13605" y="25681"/>
                      <a:pt x="5803" y="25106"/>
                      <a:pt x="2026" y="19193"/>
                    </a:cubicBezTo>
                    <a:cubicBezTo>
                      <a:pt x="-1751" y="13281"/>
                      <a:pt x="-109" y="5644"/>
                      <a:pt x="5803" y="1949"/>
                    </a:cubicBezTo>
                    <a:cubicBezTo>
                      <a:pt x="11634" y="-1828"/>
                      <a:pt x="18778" y="142"/>
                      <a:pt x="22802" y="5644"/>
                    </a:cubicBezTo>
                    <a:cubicBezTo>
                      <a:pt x="26825" y="11146"/>
                      <a:pt x="24854" y="18290"/>
                      <a:pt x="19188" y="21985"/>
                    </a:cubicBezTo>
                    <a:close/>
                  </a:path>
                </a:pathLst>
              </a:custGeom>
              <a:solidFill>
                <a:schemeClr val="tx1"/>
              </a:solidFill>
              <a:ln w="0" cap="flat">
                <a:noFill/>
                <a:prstDash val="solid"/>
                <a:miter/>
              </a:ln>
            </p:spPr>
            <p:txBody>
              <a:bodyPr rtlCol="0" anchor="ctr"/>
              <a:lstStyle/>
              <a:p>
                <a:endParaRPr lang="en-IN"/>
              </a:p>
            </p:txBody>
          </p:sp>
          <p:sp>
            <p:nvSpPr>
              <p:cNvPr id="1577" name="Freeform: Shape 1576">
                <a:extLst>
                  <a:ext uri="{FF2B5EF4-FFF2-40B4-BE49-F238E27FC236}">
                    <a16:creationId xmlns:a16="http://schemas.microsoft.com/office/drawing/2014/main" id="{AC8B8C5C-F639-C26B-D2C1-5893F2865EC8}"/>
                  </a:ext>
                </a:extLst>
              </p:cNvPr>
              <p:cNvSpPr/>
              <p:nvPr/>
            </p:nvSpPr>
            <p:spPr>
              <a:xfrm>
                <a:off x="6780918" y="950082"/>
                <a:ext cx="6093" cy="6399"/>
              </a:xfrm>
              <a:custGeom>
                <a:avLst/>
                <a:gdLst>
                  <a:gd name="connsiteX0" fmla="*/ 501 w 6093"/>
                  <a:gd name="connsiteY0" fmla="*/ 4842 h 6399"/>
                  <a:gd name="connsiteX1" fmla="*/ 1404 w 6093"/>
                  <a:gd name="connsiteY1" fmla="*/ 490 h 6399"/>
                  <a:gd name="connsiteX2" fmla="*/ 5592 w 6093"/>
                  <a:gd name="connsiteY2" fmla="*/ 1557 h 6399"/>
                  <a:gd name="connsiteX3" fmla="*/ 4689 w 6093"/>
                  <a:gd name="connsiteY3" fmla="*/ 5910 h 6399"/>
                  <a:gd name="connsiteX4" fmla="*/ 501 w 6093"/>
                  <a:gd name="connsiteY4" fmla="*/ 4842 h 6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3" h="6399">
                    <a:moveTo>
                      <a:pt x="501" y="4842"/>
                    </a:moveTo>
                    <a:cubicBezTo>
                      <a:pt x="-402" y="3364"/>
                      <a:pt x="-74" y="1475"/>
                      <a:pt x="1404" y="490"/>
                    </a:cubicBezTo>
                    <a:cubicBezTo>
                      <a:pt x="2882" y="-496"/>
                      <a:pt x="4689" y="79"/>
                      <a:pt x="5592" y="1557"/>
                    </a:cubicBezTo>
                    <a:cubicBezTo>
                      <a:pt x="6495" y="3035"/>
                      <a:pt x="6167" y="4924"/>
                      <a:pt x="4689" y="5910"/>
                    </a:cubicBezTo>
                    <a:cubicBezTo>
                      <a:pt x="3211" y="6895"/>
                      <a:pt x="1404" y="6320"/>
                      <a:pt x="501" y="4842"/>
                    </a:cubicBezTo>
                    <a:close/>
                  </a:path>
                </a:pathLst>
              </a:custGeom>
              <a:solidFill>
                <a:schemeClr val="bg1"/>
              </a:solidFill>
              <a:ln w="0" cap="flat">
                <a:noFill/>
                <a:prstDash val="solid"/>
                <a:miter/>
              </a:ln>
            </p:spPr>
            <p:txBody>
              <a:bodyPr rtlCol="0" anchor="ctr"/>
              <a:lstStyle/>
              <a:p>
                <a:endParaRPr lang="en-IN"/>
              </a:p>
            </p:txBody>
          </p:sp>
          <p:sp>
            <p:nvSpPr>
              <p:cNvPr id="1578" name="Freeform: Shape 1577">
                <a:extLst>
                  <a:ext uri="{FF2B5EF4-FFF2-40B4-BE49-F238E27FC236}">
                    <a16:creationId xmlns:a16="http://schemas.microsoft.com/office/drawing/2014/main" id="{BB3278D2-738E-1833-484F-26132014C728}"/>
                  </a:ext>
                </a:extLst>
              </p:cNvPr>
              <p:cNvSpPr/>
              <p:nvPr/>
            </p:nvSpPr>
            <p:spPr>
              <a:xfrm>
                <a:off x="6881765" y="878638"/>
                <a:ext cx="303123" cy="420515"/>
              </a:xfrm>
              <a:custGeom>
                <a:avLst/>
                <a:gdLst>
                  <a:gd name="connsiteX0" fmla="*/ 230583 w 303123"/>
                  <a:gd name="connsiteY0" fmla="*/ 144936 h 420515"/>
                  <a:gd name="connsiteX1" fmla="*/ 250783 w 303123"/>
                  <a:gd name="connsiteY1" fmla="*/ 215145 h 420515"/>
                  <a:gd name="connsiteX2" fmla="*/ 188293 w 303123"/>
                  <a:gd name="connsiteY2" fmla="*/ 209725 h 420515"/>
                  <a:gd name="connsiteX3" fmla="*/ 199379 w 303123"/>
                  <a:gd name="connsiteY3" fmla="*/ 276486 h 420515"/>
                  <a:gd name="connsiteX4" fmla="*/ 155939 w 303123"/>
                  <a:gd name="connsiteY4" fmla="*/ 284616 h 420515"/>
                  <a:gd name="connsiteX5" fmla="*/ 111021 w 303123"/>
                  <a:gd name="connsiteY5" fmla="*/ 319515 h 420515"/>
                  <a:gd name="connsiteX6" fmla="*/ 80803 w 303123"/>
                  <a:gd name="connsiteY6" fmla="*/ 386851 h 420515"/>
                  <a:gd name="connsiteX7" fmla="*/ 43440 w 303123"/>
                  <a:gd name="connsiteY7" fmla="*/ 329369 h 420515"/>
                  <a:gd name="connsiteX8" fmla="*/ 17162 w 303123"/>
                  <a:gd name="connsiteY8" fmla="*/ 418547 h 420515"/>
                  <a:gd name="connsiteX9" fmla="*/ 0 w 303123"/>
                  <a:gd name="connsiteY9" fmla="*/ 344889 h 420515"/>
                  <a:gd name="connsiteX10" fmla="*/ 15520 w 303123"/>
                  <a:gd name="connsiteY10" fmla="*/ 372644 h 420515"/>
                  <a:gd name="connsiteX11" fmla="*/ 42701 w 303123"/>
                  <a:gd name="connsiteY11" fmla="*/ 305966 h 420515"/>
                  <a:gd name="connsiteX12" fmla="*/ 87618 w 303123"/>
                  <a:gd name="connsiteY12" fmla="*/ 275911 h 420515"/>
                  <a:gd name="connsiteX13" fmla="*/ 94762 w 303123"/>
                  <a:gd name="connsiteY13" fmla="*/ 285847 h 420515"/>
                  <a:gd name="connsiteX14" fmla="*/ 107244 w 303123"/>
                  <a:gd name="connsiteY14" fmla="*/ 157499 h 420515"/>
                  <a:gd name="connsiteX15" fmla="*/ 127937 w 303123"/>
                  <a:gd name="connsiteY15" fmla="*/ 165547 h 420515"/>
                  <a:gd name="connsiteX16" fmla="*/ 118165 w 303123"/>
                  <a:gd name="connsiteY16" fmla="*/ 118412 h 420515"/>
                  <a:gd name="connsiteX17" fmla="*/ 84251 w 303123"/>
                  <a:gd name="connsiteY17" fmla="*/ 80967 h 420515"/>
                  <a:gd name="connsiteX18" fmla="*/ 111350 w 303123"/>
                  <a:gd name="connsiteY18" fmla="*/ 81788 h 420515"/>
                  <a:gd name="connsiteX19" fmla="*/ 47299 w 303123"/>
                  <a:gd name="connsiteY19" fmla="*/ 0 h 420515"/>
                  <a:gd name="connsiteX20" fmla="*/ 114552 w 303123"/>
                  <a:gd name="connsiteY20" fmla="*/ 44014 h 420515"/>
                  <a:gd name="connsiteX21" fmla="*/ 299232 w 303123"/>
                  <a:gd name="connsiteY21" fmla="*/ 143129 h 420515"/>
                  <a:gd name="connsiteX22" fmla="*/ 230419 w 303123"/>
                  <a:gd name="connsiteY22" fmla="*/ 144853 h 42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3123" h="420515">
                    <a:moveTo>
                      <a:pt x="230583" y="144936"/>
                    </a:moveTo>
                    <a:cubicBezTo>
                      <a:pt x="241094" y="153968"/>
                      <a:pt x="260720" y="207344"/>
                      <a:pt x="250783" y="215145"/>
                    </a:cubicBezTo>
                    <a:cubicBezTo>
                      <a:pt x="229680" y="231897"/>
                      <a:pt x="209561" y="204306"/>
                      <a:pt x="188293" y="209725"/>
                    </a:cubicBezTo>
                    <a:cubicBezTo>
                      <a:pt x="172362" y="225820"/>
                      <a:pt x="197079" y="260063"/>
                      <a:pt x="199379" y="276486"/>
                    </a:cubicBezTo>
                    <a:cubicBezTo>
                      <a:pt x="206112" y="324031"/>
                      <a:pt x="174415" y="316313"/>
                      <a:pt x="155939" y="284616"/>
                    </a:cubicBezTo>
                    <a:cubicBezTo>
                      <a:pt x="156432" y="310975"/>
                      <a:pt x="136067" y="346039"/>
                      <a:pt x="111021" y="319515"/>
                    </a:cubicBezTo>
                    <a:cubicBezTo>
                      <a:pt x="97226" y="337252"/>
                      <a:pt x="108229" y="381677"/>
                      <a:pt x="80803" y="386851"/>
                    </a:cubicBezTo>
                    <a:cubicBezTo>
                      <a:pt x="59617" y="390792"/>
                      <a:pt x="45492" y="345792"/>
                      <a:pt x="43440" y="329369"/>
                    </a:cubicBezTo>
                    <a:cubicBezTo>
                      <a:pt x="40812" y="339880"/>
                      <a:pt x="29972" y="435299"/>
                      <a:pt x="17162" y="418547"/>
                    </a:cubicBezTo>
                    <a:cubicBezTo>
                      <a:pt x="2463" y="399414"/>
                      <a:pt x="0" y="368867"/>
                      <a:pt x="0" y="344889"/>
                    </a:cubicBezTo>
                    <a:cubicBezTo>
                      <a:pt x="8376" y="347270"/>
                      <a:pt x="5420" y="375847"/>
                      <a:pt x="15520" y="372644"/>
                    </a:cubicBezTo>
                    <a:cubicBezTo>
                      <a:pt x="39170" y="365090"/>
                      <a:pt x="20201" y="317380"/>
                      <a:pt x="42701" y="305966"/>
                    </a:cubicBezTo>
                    <a:cubicBezTo>
                      <a:pt x="79735" y="287161"/>
                      <a:pt x="74562" y="357042"/>
                      <a:pt x="87618" y="275911"/>
                    </a:cubicBezTo>
                    <a:cubicBezTo>
                      <a:pt x="90574" y="279606"/>
                      <a:pt x="92299" y="282481"/>
                      <a:pt x="94762" y="285847"/>
                    </a:cubicBezTo>
                    <a:cubicBezTo>
                      <a:pt x="126049" y="244871"/>
                      <a:pt x="132207" y="203320"/>
                      <a:pt x="107244" y="157499"/>
                    </a:cubicBezTo>
                    <a:cubicBezTo>
                      <a:pt x="114224" y="159881"/>
                      <a:pt x="121040" y="162837"/>
                      <a:pt x="127937" y="165547"/>
                    </a:cubicBezTo>
                    <a:cubicBezTo>
                      <a:pt x="129662" y="148631"/>
                      <a:pt x="127363" y="133029"/>
                      <a:pt x="118165" y="118412"/>
                    </a:cubicBezTo>
                    <a:cubicBezTo>
                      <a:pt x="108968" y="103795"/>
                      <a:pt x="96815" y="92627"/>
                      <a:pt x="84251" y="80967"/>
                    </a:cubicBezTo>
                    <a:cubicBezTo>
                      <a:pt x="93284" y="81131"/>
                      <a:pt x="102399" y="81460"/>
                      <a:pt x="111350" y="81788"/>
                    </a:cubicBezTo>
                    <a:cubicBezTo>
                      <a:pt x="95009" y="50009"/>
                      <a:pt x="73001" y="23896"/>
                      <a:pt x="47299" y="0"/>
                    </a:cubicBezTo>
                    <a:cubicBezTo>
                      <a:pt x="67171" y="11086"/>
                      <a:pt x="98047" y="30958"/>
                      <a:pt x="114552" y="44014"/>
                    </a:cubicBezTo>
                    <a:cubicBezTo>
                      <a:pt x="161441" y="80967"/>
                      <a:pt x="275418" y="108065"/>
                      <a:pt x="299232" y="143129"/>
                    </a:cubicBezTo>
                    <a:cubicBezTo>
                      <a:pt x="323046" y="178193"/>
                      <a:pt x="229762" y="148877"/>
                      <a:pt x="230419" y="144853"/>
                    </a:cubicBezTo>
                    <a:close/>
                  </a:path>
                </a:pathLst>
              </a:custGeom>
              <a:solidFill>
                <a:schemeClr val="bg1">
                  <a:lumMod val="85000"/>
                </a:schemeClr>
              </a:solidFill>
              <a:ln w="0" cap="flat">
                <a:noFill/>
                <a:prstDash val="solid"/>
                <a:miter/>
              </a:ln>
            </p:spPr>
            <p:txBody>
              <a:bodyPr rtlCol="0" anchor="ctr"/>
              <a:lstStyle/>
              <a:p>
                <a:endParaRPr lang="en-IN"/>
              </a:p>
            </p:txBody>
          </p:sp>
          <p:sp>
            <p:nvSpPr>
              <p:cNvPr id="1579" name="Freeform: Shape 1578">
                <a:extLst>
                  <a:ext uri="{FF2B5EF4-FFF2-40B4-BE49-F238E27FC236}">
                    <a16:creationId xmlns:a16="http://schemas.microsoft.com/office/drawing/2014/main" id="{77D93CDA-61C2-FC23-D839-B9B8EAF3D2DA}"/>
                  </a:ext>
                </a:extLst>
              </p:cNvPr>
              <p:cNvSpPr/>
              <p:nvPr/>
            </p:nvSpPr>
            <p:spPr>
              <a:xfrm>
                <a:off x="7424719" y="754478"/>
                <a:ext cx="418575" cy="683893"/>
              </a:xfrm>
              <a:custGeom>
                <a:avLst/>
                <a:gdLst>
                  <a:gd name="connsiteX0" fmla="*/ 391859 w 418575"/>
                  <a:gd name="connsiteY0" fmla="*/ 432589 h 683893"/>
                  <a:gd name="connsiteX1" fmla="*/ 414770 w 418575"/>
                  <a:gd name="connsiteY1" fmla="*/ 414442 h 683893"/>
                  <a:gd name="connsiteX2" fmla="*/ 204388 w 418575"/>
                  <a:gd name="connsiteY2" fmla="*/ 682141 h 683893"/>
                  <a:gd name="connsiteX3" fmla="*/ 189853 w 418575"/>
                  <a:gd name="connsiteY3" fmla="*/ 654468 h 683893"/>
                  <a:gd name="connsiteX4" fmla="*/ 0 w 418575"/>
                  <a:gd name="connsiteY4" fmla="*/ 296194 h 683893"/>
                  <a:gd name="connsiteX5" fmla="*/ 167928 w 418575"/>
                  <a:gd name="connsiteY5" fmla="*/ 131879 h 683893"/>
                  <a:gd name="connsiteX6" fmla="*/ 272216 w 418575"/>
                  <a:gd name="connsiteY6" fmla="*/ 0 h 683893"/>
                  <a:gd name="connsiteX7" fmla="*/ 256942 w 418575"/>
                  <a:gd name="connsiteY7" fmla="*/ 84744 h 683893"/>
                  <a:gd name="connsiteX8" fmla="*/ 311632 w 418575"/>
                  <a:gd name="connsiteY8" fmla="*/ 46149 h 683893"/>
                  <a:gd name="connsiteX9" fmla="*/ 288393 w 418575"/>
                  <a:gd name="connsiteY9" fmla="*/ 133768 h 683893"/>
                  <a:gd name="connsiteX10" fmla="*/ 324360 w 418575"/>
                  <a:gd name="connsiteY10" fmla="*/ 104206 h 683893"/>
                  <a:gd name="connsiteX11" fmla="*/ 309579 w 418575"/>
                  <a:gd name="connsiteY11" fmla="*/ 205620 h 683893"/>
                  <a:gd name="connsiteX12" fmla="*/ 342097 w 418575"/>
                  <a:gd name="connsiteY12" fmla="*/ 158977 h 683893"/>
                  <a:gd name="connsiteX13" fmla="*/ 389724 w 418575"/>
                  <a:gd name="connsiteY13" fmla="*/ 368867 h 683893"/>
                  <a:gd name="connsiteX14" fmla="*/ 416248 w 418575"/>
                  <a:gd name="connsiteY14" fmla="*/ 318858 h 683893"/>
                  <a:gd name="connsiteX15" fmla="*/ 391859 w 418575"/>
                  <a:gd name="connsiteY15" fmla="*/ 432671 h 683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8575" h="683893">
                    <a:moveTo>
                      <a:pt x="391859" y="432589"/>
                    </a:moveTo>
                    <a:cubicBezTo>
                      <a:pt x="401549" y="428648"/>
                      <a:pt x="408858" y="423228"/>
                      <a:pt x="414770" y="414442"/>
                    </a:cubicBezTo>
                    <a:cubicBezTo>
                      <a:pt x="418383" y="535810"/>
                      <a:pt x="274351" y="598383"/>
                      <a:pt x="204388" y="682141"/>
                    </a:cubicBezTo>
                    <a:cubicBezTo>
                      <a:pt x="182052" y="639523"/>
                      <a:pt x="227216" y="725745"/>
                      <a:pt x="189853" y="654468"/>
                    </a:cubicBezTo>
                    <a:cubicBezTo>
                      <a:pt x="152490" y="583191"/>
                      <a:pt x="52144" y="390956"/>
                      <a:pt x="0" y="296194"/>
                    </a:cubicBezTo>
                    <a:cubicBezTo>
                      <a:pt x="110364" y="263265"/>
                      <a:pt x="130401" y="232882"/>
                      <a:pt x="167928" y="131879"/>
                    </a:cubicBezTo>
                    <a:cubicBezTo>
                      <a:pt x="191331" y="68814"/>
                      <a:pt x="221714" y="38759"/>
                      <a:pt x="272216" y="0"/>
                    </a:cubicBezTo>
                    <a:cubicBezTo>
                      <a:pt x="267125" y="28741"/>
                      <a:pt x="262033" y="56414"/>
                      <a:pt x="256942" y="84744"/>
                    </a:cubicBezTo>
                    <a:cubicBezTo>
                      <a:pt x="271230" y="65036"/>
                      <a:pt x="288311" y="52965"/>
                      <a:pt x="311632" y="46149"/>
                    </a:cubicBezTo>
                    <a:cubicBezTo>
                      <a:pt x="298657" y="74480"/>
                      <a:pt x="291185" y="102728"/>
                      <a:pt x="288393" y="133768"/>
                    </a:cubicBezTo>
                    <a:cubicBezTo>
                      <a:pt x="297836" y="120054"/>
                      <a:pt x="309086" y="110857"/>
                      <a:pt x="324360" y="104206"/>
                    </a:cubicBezTo>
                    <a:cubicBezTo>
                      <a:pt x="311468" y="137709"/>
                      <a:pt x="306705" y="169817"/>
                      <a:pt x="309579" y="205620"/>
                    </a:cubicBezTo>
                    <a:cubicBezTo>
                      <a:pt x="316887" y="187061"/>
                      <a:pt x="327234" y="172280"/>
                      <a:pt x="342097" y="158977"/>
                    </a:cubicBezTo>
                    <a:cubicBezTo>
                      <a:pt x="341933" y="248895"/>
                      <a:pt x="412224" y="257681"/>
                      <a:pt x="389724" y="368867"/>
                    </a:cubicBezTo>
                    <a:cubicBezTo>
                      <a:pt x="398511" y="352197"/>
                      <a:pt x="407379" y="335528"/>
                      <a:pt x="416248" y="318858"/>
                    </a:cubicBezTo>
                    <a:cubicBezTo>
                      <a:pt x="422982" y="361230"/>
                      <a:pt x="415181" y="396705"/>
                      <a:pt x="391859" y="432671"/>
                    </a:cubicBezTo>
                    <a:close/>
                  </a:path>
                </a:pathLst>
              </a:custGeom>
              <a:solidFill>
                <a:schemeClr val="bg1">
                  <a:lumMod val="85000"/>
                </a:schemeClr>
              </a:solidFill>
              <a:ln w="0" cap="flat">
                <a:noFill/>
                <a:prstDash val="solid"/>
                <a:miter/>
              </a:ln>
            </p:spPr>
            <p:txBody>
              <a:bodyPr rtlCol="0" anchor="ctr"/>
              <a:lstStyle/>
              <a:p>
                <a:endParaRPr lang="en-IN"/>
              </a:p>
            </p:txBody>
          </p:sp>
          <p:sp>
            <p:nvSpPr>
              <p:cNvPr id="1580" name="Freeform: Shape 1579">
                <a:extLst>
                  <a:ext uri="{FF2B5EF4-FFF2-40B4-BE49-F238E27FC236}">
                    <a16:creationId xmlns:a16="http://schemas.microsoft.com/office/drawing/2014/main" id="{1138F399-603D-A39B-821B-5B08E50B6278}"/>
                  </a:ext>
                </a:extLst>
              </p:cNvPr>
              <p:cNvSpPr/>
              <p:nvPr/>
            </p:nvSpPr>
            <p:spPr>
              <a:xfrm>
                <a:off x="7146840" y="1098627"/>
                <a:ext cx="538023" cy="324195"/>
              </a:xfrm>
              <a:custGeom>
                <a:avLst/>
                <a:gdLst>
                  <a:gd name="connsiteX0" fmla="*/ 537941 w 538023"/>
                  <a:gd name="connsiteY0" fmla="*/ 82 h 324195"/>
                  <a:gd name="connsiteX1" fmla="*/ 142633 w 538023"/>
                  <a:gd name="connsiteY1" fmla="*/ 121204 h 324195"/>
                  <a:gd name="connsiteX2" fmla="*/ 1229 w 538023"/>
                  <a:gd name="connsiteY2" fmla="*/ 127198 h 324195"/>
                  <a:gd name="connsiteX3" fmla="*/ 79 w 538023"/>
                  <a:gd name="connsiteY3" fmla="*/ 135164 h 324195"/>
                  <a:gd name="connsiteX4" fmla="*/ 56493 w 538023"/>
                  <a:gd name="connsiteY4" fmla="*/ 300793 h 324195"/>
                  <a:gd name="connsiteX5" fmla="*/ 51566 w 538023"/>
                  <a:gd name="connsiteY5" fmla="*/ 265482 h 324195"/>
                  <a:gd name="connsiteX6" fmla="*/ 210954 w 538023"/>
                  <a:gd name="connsiteY6" fmla="*/ 324196 h 324195"/>
                  <a:gd name="connsiteX7" fmla="*/ 197897 w 538023"/>
                  <a:gd name="connsiteY7" fmla="*/ 305145 h 324195"/>
                  <a:gd name="connsiteX8" fmla="*/ 441947 w 538023"/>
                  <a:gd name="connsiteY8" fmla="*/ 234032 h 324195"/>
                  <a:gd name="connsiteX9" fmla="*/ 426263 w 538023"/>
                  <a:gd name="connsiteY9" fmla="*/ 227791 h 324195"/>
                  <a:gd name="connsiteX10" fmla="*/ 514128 w 538023"/>
                  <a:gd name="connsiteY10" fmla="*/ 144032 h 324195"/>
                  <a:gd name="connsiteX11" fmla="*/ 439894 w 538023"/>
                  <a:gd name="connsiteY11" fmla="*/ 149452 h 324195"/>
                  <a:gd name="connsiteX12" fmla="*/ 535231 w 538023"/>
                  <a:gd name="connsiteY12" fmla="*/ 52308 h 324195"/>
                  <a:gd name="connsiteX13" fmla="*/ 501482 w 538023"/>
                  <a:gd name="connsiteY13" fmla="*/ 51405 h 324195"/>
                  <a:gd name="connsiteX14" fmla="*/ 538023 w 538023"/>
                  <a:gd name="connsiteY14" fmla="*/ 0 h 32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8023" h="324195">
                    <a:moveTo>
                      <a:pt x="537941" y="82"/>
                    </a:moveTo>
                    <a:cubicBezTo>
                      <a:pt x="408936" y="50091"/>
                      <a:pt x="277632" y="90739"/>
                      <a:pt x="142633" y="121204"/>
                    </a:cubicBezTo>
                    <a:cubicBezTo>
                      <a:pt x="95334" y="131879"/>
                      <a:pt x="49267" y="137956"/>
                      <a:pt x="1229" y="127198"/>
                    </a:cubicBezTo>
                    <a:cubicBezTo>
                      <a:pt x="982" y="130647"/>
                      <a:pt x="-332" y="131140"/>
                      <a:pt x="79" y="135164"/>
                    </a:cubicBezTo>
                    <a:cubicBezTo>
                      <a:pt x="6156" y="195766"/>
                      <a:pt x="24303" y="248731"/>
                      <a:pt x="56493" y="300793"/>
                    </a:cubicBezTo>
                    <a:cubicBezTo>
                      <a:pt x="54851" y="289050"/>
                      <a:pt x="53208" y="277225"/>
                      <a:pt x="51566" y="265482"/>
                    </a:cubicBezTo>
                    <a:cubicBezTo>
                      <a:pt x="99358" y="304898"/>
                      <a:pt x="148956" y="323375"/>
                      <a:pt x="210954" y="324196"/>
                    </a:cubicBezTo>
                    <a:cubicBezTo>
                      <a:pt x="206602" y="317873"/>
                      <a:pt x="202249" y="311550"/>
                      <a:pt x="197897" y="305145"/>
                    </a:cubicBezTo>
                    <a:cubicBezTo>
                      <a:pt x="291346" y="313767"/>
                      <a:pt x="367632" y="291349"/>
                      <a:pt x="441947" y="234032"/>
                    </a:cubicBezTo>
                    <a:cubicBezTo>
                      <a:pt x="436692" y="231979"/>
                      <a:pt x="431436" y="229844"/>
                      <a:pt x="426263" y="227791"/>
                    </a:cubicBezTo>
                    <a:cubicBezTo>
                      <a:pt x="465515" y="208494"/>
                      <a:pt x="493024" y="182381"/>
                      <a:pt x="514128" y="144032"/>
                    </a:cubicBezTo>
                    <a:cubicBezTo>
                      <a:pt x="489411" y="145757"/>
                      <a:pt x="464611" y="147563"/>
                      <a:pt x="439894" y="149452"/>
                    </a:cubicBezTo>
                    <a:cubicBezTo>
                      <a:pt x="494338" y="132454"/>
                      <a:pt x="529237" y="112335"/>
                      <a:pt x="535231" y="52308"/>
                    </a:cubicBezTo>
                    <a:cubicBezTo>
                      <a:pt x="523982" y="50419"/>
                      <a:pt x="512814" y="50091"/>
                      <a:pt x="501482" y="51405"/>
                    </a:cubicBezTo>
                    <a:cubicBezTo>
                      <a:pt x="522996" y="40401"/>
                      <a:pt x="534739" y="24060"/>
                      <a:pt x="538023" y="0"/>
                    </a:cubicBezTo>
                    <a:close/>
                  </a:path>
                </a:pathLst>
              </a:custGeom>
              <a:solidFill>
                <a:schemeClr val="bg1">
                  <a:lumMod val="75000"/>
                </a:schemeClr>
              </a:solidFill>
              <a:ln w="0" cap="flat">
                <a:noFill/>
                <a:prstDash val="solid"/>
                <a:miter/>
              </a:ln>
            </p:spPr>
            <p:txBody>
              <a:bodyPr rtlCol="0" anchor="ctr"/>
              <a:lstStyle/>
              <a:p>
                <a:endParaRPr lang="en-IN"/>
              </a:p>
            </p:txBody>
          </p:sp>
          <p:sp>
            <p:nvSpPr>
              <p:cNvPr id="1581" name="Freeform: Shape 1580">
                <a:extLst>
                  <a:ext uri="{FF2B5EF4-FFF2-40B4-BE49-F238E27FC236}">
                    <a16:creationId xmlns:a16="http://schemas.microsoft.com/office/drawing/2014/main" id="{80C38A9A-94BC-7A72-7B92-2F7069F24B7F}"/>
                  </a:ext>
                </a:extLst>
              </p:cNvPr>
              <p:cNvSpPr/>
              <p:nvPr/>
            </p:nvSpPr>
            <p:spPr>
              <a:xfrm>
                <a:off x="7144872" y="1048126"/>
                <a:ext cx="545985" cy="339962"/>
              </a:xfrm>
              <a:custGeom>
                <a:avLst/>
                <a:gdLst>
                  <a:gd name="connsiteX0" fmla="*/ 494499 w 545985"/>
                  <a:gd name="connsiteY0" fmla="*/ 106587 h 339962"/>
                  <a:gd name="connsiteX1" fmla="*/ 537117 w 545985"/>
                  <a:gd name="connsiteY1" fmla="*/ 102892 h 339962"/>
                  <a:gd name="connsiteX2" fmla="*/ 436360 w 545985"/>
                  <a:gd name="connsiteY2" fmla="*/ 200118 h 339962"/>
                  <a:gd name="connsiteX3" fmla="*/ 526606 w 545985"/>
                  <a:gd name="connsiteY3" fmla="*/ 191906 h 339962"/>
                  <a:gd name="connsiteX4" fmla="*/ 372392 w 545985"/>
                  <a:gd name="connsiteY4" fmla="*/ 273119 h 339962"/>
                  <a:gd name="connsiteX5" fmla="*/ 440959 w 545985"/>
                  <a:gd name="connsiteY5" fmla="*/ 273694 h 339962"/>
                  <a:gd name="connsiteX6" fmla="*/ 163241 w 545985"/>
                  <a:gd name="connsiteY6" fmla="*/ 321486 h 339962"/>
                  <a:gd name="connsiteX7" fmla="*/ 178597 w 545985"/>
                  <a:gd name="connsiteY7" fmla="*/ 339962 h 339962"/>
                  <a:gd name="connsiteX8" fmla="*/ 46472 w 545985"/>
                  <a:gd name="connsiteY8" fmla="*/ 275993 h 339962"/>
                  <a:gd name="connsiteX9" fmla="*/ 651 w 545985"/>
                  <a:gd name="connsiteY9" fmla="*/ 151833 h 339962"/>
                  <a:gd name="connsiteX10" fmla="*/ 92129 w 545985"/>
                  <a:gd name="connsiteY10" fmla="*/ 25620 h 339962"/>
                  <a:gd name="connsiteX11" fmla="*/ 168497 w 545985"/>
                  <a:gd name="connsiteY11" fmla="*/ 8786 h 339962"/>
                  <a:gd name="connsiteX12" fmla="*/ 372310 w 545985"/>
                  <a:gd name="connsiteY12" fmla="*/ 0 h 339962"/>
                  <a:gd name="connsiteX13" fmla="*/ 316963 w 545985"/>
                  <a:gd name="connsiteY13" fmla="*/ 45493 h 339962"/>
                  <a:gd name="connsiteX14" fmla="*/ 438331 w 545985"/>
                  <a:gd name="connsiteY14" fmla="*/ 11332 h 339962"/>
                  <a:gd name="connsiteX15" fmla="*/ 369436 w 545985"/>
                  <a:gd name="connsiteY15" fmla="*/ 65365 h 339962"/>
                  <a:gd name="connsiteX16" fmla="*/ 545986 w 545985"/>
                  <a:gd name="connsiteY16" fmla="*/ 44179 h 339962"/>
                  <a:gd name="connsiteX17" fmla="*/ 494417 w 545985"/>
                  <a:gd name="connsiteY17" fmla="*/ 106587 h 339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5985" h="339962">
                    <a:moveTo>
                      <a:pt x="494499" y="106587"/>
                    </a:moveTo>
                    <a:cubicBezTo>
                      <a:pt x="508705" y="105355"/>
                      <a:pt x="522911" y="104124"/>
                      <a:pt x="537117" y="102892"/>
                    </a:cubicBezTo>
                    <a:cubicBezTo>
                      <a:pt x="515767" y="150191"/>
                      <a:pt x="484317" y="180410"/>
                      <a:pt x="436360" y="200118"/>
                    </a:cubicBezTo>
                    <a:cubicBezTo>
                      <a:pt x="467729" y="203895"/>
                      <a:pt x="496470" y="201350"/>
                      <a:pt x="526606" y="191906"/>
                    </a:cubicBezTo>
                    <a:cubicBezTo>
                      <a:pt x="478076" y="225574"/>
                      <a:pt x="427574" y="252097"/>
                      <a:pt x="372392" y="273119"/>
                    </a:cubicBezTo>
                    <a:cubicBezTo>
                      <a:pt x="395713" y="278375"/>
                      <a:pt x="417556" y="278621"/>
                      <a:pt x="440959" y="273694"/>
                    </a:cubicBezTo>
                    <a:cubicBezTo>
                      <a:pt x="352766" y="331258"/>
                      <a:pt x="265640" y="346449"/>
                      <a:pt x="163241" y="321486"/>
                    </a:cubicBezTo>
                    <a:cubicBezTo>
                      <a:pt x="168250" y="327645"/>
                      <a:pt x="173999" y="334296"/>
                      <a:pt x="178597" y="339962"/>
                    </a:cubicBezTo>
                    <a:cubicBezTo>
                      <a:pt x="130723" y="331668"/>
                      <a:pt x="78826" y="307772"/>
                      <a:pt x="46472" y="275993"/>
                    </a:cubicBezTo>
                    <a:cubicBezTo>
                      <a:pt x="9848" y="240026"/>
                      <a:pt x="-3209" y="191988"/>
                      <a:pt x="651" y="151833"/>
                    </a:cubicBezTo>
                    <a:cubicBezTo>
                      <a:pt x="6645" y="89343"/>
                      <a:pt x="47704" y="46560"/>
                      <a:pt x="92129" y="25620"/>
                    </a:cubicBezTo>
                    <a:cubicBezTo>
                      <a:pt x="121690" y="11661"/>
                      <a:pt x="147311" y="11004"/>
                      <a:pt x="168497" y="8786"/>
                    </a:cubicBezTo>
                    <a:cubicBezTo>
                      <a:pt x="241745" y="1314"/>
                      <a:pt x="303250" y="16998"/>
                      <a:pt x="372310" y="0"/>
                    </a:cubicBezTo>
                    <a:cubicBezTo>
                      <a:pt x="353505" y="15438"/>
                      <a:pt x="335439" y="30301"/>
                      <a:pt x="316963" y="45493"/>
                    </a:cubicBezTo>
                    <a:cubicBezTo>
                      <a:pt x="360567" y="42208"/>
                      <a:pt x="399490" y="31122"/>
                      <a:pt x="438331" y="11332"/>
                    </a:cubicBezTo>
                    <a:cubicBezTo>
                      <a:pt x="415339" y="29316"/>
                      <a:pt x="392346" y="47299"/>
                      <a:pt x="369436" y="65365"/>
                    </a:cubicBezTo>
                    <a:cubicBezTo>
                      <a:pt x="431269" y="71688"/>
                      <a:pt x="487437" y="65365"/>
                      <a:pt x="545986" y="44179"/>
                    </a:cubicBezTo>
                    <a:cubicBezTo>
                      <a:pt x="534079" y="70292"/>
                      <a:pt x="517820" y="89918"/>
                      <a:pt x="494417" y="106587"/>
                    </a:cubicBezTo>
                    <a:close/>
                  </a:path>
                </a:pathLst>
              </a:custGeom>
              <a:solidFill>
                <a:schemeClr val="bg1">
                  <a:lumMod val="85000"/>
                </a:schemeClr>
              </a:solidFill>
              <a:ln w="0" cap="flat">
                <a:noFill/>
                <a:prstDash val="solid"/>
                <a:miter/>
              </a:ln>
            </p:spPr>
            <p:txBody>
              <a:bodyPr rtlCol="0" anchor="ctr"/>
              <a:lstStyle/>
              <a:p>
                <a:endParaRPr lang="en-IN"/>
              </a:p>
            </p:txBody>
          </p:sp>
          <p:sp>
            <p:nvSpPr>
              <p:cNvPr id="1582" name="Freeform: Shape 1581">
                <a:extLst>
                  <a:ext uri="{FF2B5EF4-FFF2-40B4-BE49-F238E27FC236}">
                    <a16:creationId xmlns:a16="http://schemas.microsoft.com/office/drawing/2014/main" id="{BF3A9B6A-9973-78B5-9407-3626328EC0B0}"/>
                  </a:ext>
                </a:extLst>
              </p:cNvPr>
              <p:cNvSpPr/>
              <p:nvPr/>
            </p:nvSpPr>
            <p:spPr>
              <a:xfrm>
                <a:off x="7592893" y="754806"/>
                <a:ext cx="250575" cy="655207"/>
              </a:xfrm>
              <a:custGeom>
                <a:avLst/>
                <a:gdLst>
                  <a:gd name="connsiteX0" fmla="*/ 223685 w 250575"/>
                  <a:gd name="connsiteY0" fmla="*/ 432261 h 655207"/>
                  <a:gd name="connsiteX1" fmla="*/ 246678 w 250575"/>
                  <a:gd name="connsiteY1" fmla="*/ 414195 h 655207"/>
                  <a:gd name="connsiteX2" fmla="*/ 56742 w 250575"/>
                  <a:gd name="connsiteY2" fmla="*/ 655207 h 655207"/>
                  <a:gd name="connsiteX3" fmla="*/ 112171 w 250575"/>
                  <a:gd name="connsiteY3" fmla="*/ 578592 h 655207"/>
                  <a:gd name="connsiteX4" fmla="*/ 195601 w 250575"/>
                  <a:gd name="connsiteY4" fmla="*/ 468392 h 655207"/>
                  <a:gd name="connsiteX5" fmla="*/ 169078 w 250575"/>
                  <a:gd name="connsiteY5" fmla="*/ 481120 h 655207"/>
                  <a:gd name="connsiteX6" fmla="*/ 187308 w 250575"/>
                  <a:gd name="connsiteY6" fmla="*/ 354907 h 655207"/>
                  <a:gd name="connsiteX7" fmla="*/ 160538 w 250575"/>
                  <a:gd name="connsiteY7" fmla="*/ 401632 h 655207"/>
                  <a:gd name="connsiteX8" fmla="*/ 139762 w 250575"/>
                  <a:gd name="connsiteY8" fmla="*/ 227627 h 655207"/>
                  <a:gd name="connsiteX9" fmla="*/ 120465 w 250575"/>
                  <a:gd name="connsiteY9" fmla="*/ 282070 h 655207"/>
                  <a:gd name="connsiteX10" fmla="*/ 62573 w 250575"/>
                  <a:gd name="connsiteY10" fmla="*/ 122353 h 655207"/>
                  <a:gd name="connsiteX11" fmla="*/ 38841 w 250575"/>
                  <a:gd name="connsiteY11" fmla="*/ 150191 h 655207"/>
                  <a:gd name="connsiteX12" fmla="*/ 50748 w 250575"/>
                  <a:gd name="connsiteY12" fmla="*/ 69471 h 655207"/>
                  <a:gd name="connsiteX13" fmla="*/ 0 w 250575"/>
                  <a:gd name="connsiteY13" fmla="*/ 130155 h 655207"/>
                  <a:gd name="connsiteX14" fmla="*/ 104206 w 250575"/>
                  <a:gd name="connsiteY14" fmla="*/ 0 h 655207"/>
                  <a:gd name="connsiteX15" fmla="*/ 88932 w 250575"/>
                  <a:gd name="connsiteY15" fmla="*/ 84416 h 655207"/>
                  <a:gd name="connsiteX16" fmla="*/ 143622 w 250575"/>
                  <a:gd name="connsiteY16" fmla="*/ 45821 h 655207"/>
                  <a:gd name="connsiteX17" fmla="*/ 120383 w 250575"/>
                  <a:gd name="connsiteY17" fmla="*/ 133439 h 655207"/>
                  <a:gd name="connsiteX18" fmla="*/ 156350 w 250575"/>
                  <a:gd name="connsiteY18" fmla="*/ 103877 h 655207"/>
                  <a:gd name="connsiteX19" fmla="*/ 141569 w 250575"/>
                  <a:gd name="connsiteY19" fmla="*/ 205291 h 655207"/>
                  <a:gd name="connsiteX20" fmla="*/ 174087 w 250575"/>
                  <a:gd name="connsiteY20" fmla="*/ 158649 h 655207"/>
                  <a:gd name="connsiteX21" fmla="*/ 221714 w 250575"/>
                  <a:gd name="connsiteY21" fmla="*/ 368539 h 655207"/>
                  <a:gd name="connsiteX22" fmla="*/ 248238 w 250575"/>
                  <a:gd name="connsiteY22" fmla="*/ 318530 h 655207"/>
                  <a:gd name="connsiteX23" fmla="*/ 223849 w 250575"/>
                  <a:gd name="connsiteY23" fmla="*/ 432343 h 65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0575" h="655207">
                    <a:moveTo>
                      <a:pt x="223685" y="432261"/>
                    </a:moveTo>
                    <a:cubicBezTo>
                      <a:pt x="233457" y="428401"/>
                      <a:pt x="240601" y="422735"/>
                      <a:pt x="246678" y="414195"/>
                    </a:cubicBezTo>
                    <a:cubicBezTo>
                      <a:pt x="248813" y="527023"/>
                      <a:pt x="127116" y="582288"/>
                      <a:pt x="56742" y="655207"/>
                    </a:cubicBezTo>
                    <a:cubicBezTo>
                      <a:pt x="71934" y="625809"/>
                      <a:pt x="84416" y="599778"/>
                      <a:pt x="112171" y="578592"/>
                    </a:cubicBezTo>
                    <a:cubicBezTo>
                      <a:pt x="149780" y="549852"/>
                      <a:pt x="179507" y="514788"/>
                      <a:pt x="195601" y="468392"/>
                    </a:cubicBezTo>
                    <a:cubicBezTo>
                      <a:pt x="186979" y="472580"/>
                      <a:pt x="177946" y="476850"/>
                      <a:pt x="169078" y="481120"/>
                    </a:cubicBezTo>
                    <a:cubicBezTo>
                      <a:pt x="184680" y="439487"/>
                      <a:pt x="190510" y="399250"/>
                      <a:pt x="187308" y="354907"/>
                    </a:cubicBezTo>
                    <a:cubicBezTo>
                      <a:pt x="178357" y="370427"/>
                      <a:pt x="169488" y="386029"/>
                      <a:pt x="160538" y="401632"/>
                    </a:cubicBezTo>
                    <a:cubicBezTo>
                      <a:pt x="182052" y="338730"/>
                      <a:pt x="175647" y="283712"/>
                      <a:pt x="139762" y="227627"/>
                    </a:cubicBezTo>
                    <a:cubicBezTo>
                      <a:pt x="129415" y="244789"/>
                      <a:pt x="123257" y="262198"/>
                      <a:pt x="120465" y="282070"/>
                    </a:cubicBezTo>
                    <a:cubicBezTo>
                      <a:pt x="89671" y="231733"/>
                      <a:pt x="71113" y="180738"/>
                      <a:pt x="62573" y="122353"/>
                    </a:cubicBezTo>
                    <a:cubicBezTo>
                      <a:pt x="54607" y="131633"/>
                      <a:pt x="46724" y="140912"/>
                      <a:pt x="38841" y="150191"/>
                    </a:cubicBezTo>
                    <a:cubicBezTo>
                      <a:pt x="42783" y="123257"/>
                      <a:pt x="46724" y="96405"/>
                      <a:pt x="50748" y="69471"/>
                    </a:cubicBezTo>
                    <a:cubicBezTo>
                      <a:pt x="29726" y="86961"/>
                      <a:pt x="13385" y="106341"/>
                      <a:pt x="0" y="130155"/>
                    </a:cubicBezTo>
                    <a:cubicBezTo>
                      <a:pt x="23157" y="73823"/>
                      <a:pt x="53704" y="34571"/>
                      <a:pt x="104206" y="0"/>
                    </a:cubicBezTo>
                    <a:cubicBezTo>
                      <a:pt x="99114" y="28166"/>
                      <a:pt x="94023" y="56332"/>
                      <a:pt x="88932" y="84416"/>
                    </a:cubicBezTo>
                    <a:cubicBezTo>
                      <a:pt x="103220" y="64708"/>
                      <a:pt x="120301" y="52637"/>
                      <a:pt x="143622" y="45821"/>
                    </a:cubicBezTo>
                    <a:cubicBezTo>
                      <a:pt x="130647" y="74151"/>
                      <a:pt x="123175" y="102399"/>
                      <a:pt x="120383" y="133439"/>
                    </a:cubicBezTo>
                    <a:cubicBezTo>
                      <a:pt x="129826" y="119726"/>
                      <a:pt x="141076" y="110529"/>
                      <a:pt x="156350" y="103877"/>
                    </a:cubicBezTo>
                    <a:cubicBezTo>
                      <a:pt x="143457" y="137381"/>
                      <a:pt x="138695" y="169488"/>
                      <a:pt x="141569" y="205291"/>
                    </a:cubicBezTo>
                    <a:cubicBezTo>
                      <a:pt x="148877" y="186733"/>
                      <a:pt x="159224" y="171952"/>
                      <a:pt x="174087" y="158649"/>
                    </a:cubicBezTo>
                    <a:cubicBezTo>
                      <a:pt x="173923" y="248566"/>
                      <a:pt x="244214" y="257353"/>
                      <a:pt x="221714" y="368539"/>
                    </a:cubicBezTo>
                    <a:cubicBezTo>
                      <a:pt x="230501" y="351869"/>
                      <a:pt x="239369" y="335199"/>
                      <a:pt x="248238" y="318530"/>
                    </a:cubicBezTo>
                    <a:cubicBezTo>
                      <a:pt x="254971" y="360902"/>
                      <a:pt x="247253" y="396376"/>
                      <a:pt x="223849" y="432343"/>
                    </a:cubicBezTo>
                    <a:close/>
                  </a:path>
                </a:pathLst>
              </a:custGeom>
              <a:solidFill>
                <a:schemeClr val="bg1">
                  <a:lumMod val="75000"/>
                </a:schemeClr>
              </a:solidFill>
              <a:ln w="0" cap="flat">
                <a:noFill/>
                <a:prstDash val="solid"/>
                <a:miter/>
              </a:ln>
            </p:spPr>
            <p:txBody>
              <a:bodyPr rtlCol="0" anchor="ctr"/>
              <a:lstStyle/>
              <a:p>
                <a:endParaRPr lang="en-IN"/>
              </a:p>
            </p:txBody>
          </p:sp>
          <p:sp>
            <p:nvSpPr>
              <p:cNvPr id="1583" name="Freeform: Shape 1582">
                <a:extLst>
                  <a:ext uri="{FF2B5EF4-FFF2-40B4-BE49-F238E27FC236}">
                    <a16:creationId xmlns:a16="http://schemas.microsoft.com/office/drawing/2014/main" id="{4EA8CAF9-B4B2-1C0C-9109-50492D6E181E}"/>
                  </a:ext>
                </a:extLst>
              </p:cNvPr>
              <p:cNvSpPr/>
              <p:nvPr/>
            </p:nvSpPr>
            <p:spPr>
              <a:xfrm>
                <a:off x="7145112" y="1055681"/>
                <a:ext cx="426102" cy="250704"/>
              </a:xfrm>
              <a:custGeom>
                <a:avLst/>
                <a:gdLst>
                  <a:gd name="connsiteX0" fmla="*/ 161112 w 426102"/>
                  <a:gd name="connsiteY0" fmla="*/ 158485 h 250704"/>
                  <a:gd name="connsiteX1" fmla="*/ 263922 w 426102"/>
                  <a:gd name="connsiteY1" fmla="*/ 227545 h 250704"/>
                  <a:gd name="connsiteX2" fmla="*/ 191824 w 426102"/>
                  <a:gd name="connsiteY2" fmla="*/ 226559 h 250704"/>
                  <a:gd name="connsiteX3" fmla="*/ 195355 w 426102"/>
                  <a:gd name="connsiteY3" fmla="*/ 250701 h 250704"/>
                  <a:gd name="connsiteX4" fmla="*/ 79735 w 426102"/>
                  <a:gd name="connsiteY4" fmla="*/ 205784 h 250704"/>
                  <a:gd name="connsiteX5" fmla="*/ 84087 w 426102"/>
                  <a:gd name="connsiteY5" fmla="*/ 241587 h 250704"/>
                  <a:gd name="connsiteX6" fmla="*/ 0 w 426102"/>
                  <a:gd name="connsiteY6" fmla="*/ 141569 h 250704"/>
                  <a:gd name="connsiteX7" fmla="*/ 92463 w 426102"/>
                  <a:gd name="connsiteY7" fmla="*/ 17327 h 250704"/>
                  <a:gd name="connsiteX8" fmla="*/ 170309 w 426102"/>
                  <a:gd name="connsiteY8" fmla="*/ 0 h 250704"/>
                  <a:gd name="connsiteX9" fmla="*/ 271066 w 426102"/>
                  <a:gd name="connsiteY9" fmla="*/ 40319 h 250704"/>
                  <a:gd name="connsiteX10" fmla="*/ 209807 w 426102"/>
                  <a:gd name="connsiteY10" fmla="*/ 68485 h 250704"/>
                  <a:gd name="connsiteX11" fmla="*/ 330601 w 426102"/>
                  <a:gd name="connsiteY11" fmla="*/ 84334 h 250704"/>
                  <a:gd name="connsiteX12" fmla="*/ 252508 w 426102"/>
                  <a:gd name="connsiteY12" fmla="*/ 106259 h 250704"/>
                  <a:gd name="connsiteX13" fmla="*/ 426102 w 426102"/>
                  <a:gd name="connsiteY13" fmla="*/ 94598 h 250704"/>
                  <a:gd name="connsiteX14" fmla="*/ 161112 w 426102"/>
                  <a:gd name="connsiteY14" fmla="*/ 158403 h 25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6102" h="250704">
                    <a:moveTo>
                      <a:pt x="161112" y="158485"/>
                    </a:moveTo>
                    <a:cubicBezTo>
                      <a:pt x="190510" y="190592"/>
                      <a:pt x="223028" y="212435"/>
                      <a:pt x="263922" y="227545"/>
                    </a:cubicBezTo>
                    <a:cubicBezTo>
                      <a:pt x="239369" y="231979"/>
                      <a:pt x="216295" y="231650"/>
                      <a:pt x="191824" y="226559"/>
                    </a:cubicBezTo>
                    <a:cubicBezTo>
                      <a:pt x="192974" y="234607"/>
                      <a:pt x="194205" y="242654"/>
                      <a:pt x="195355" y="250701"/>
                    </a:cubicBezTo>
                    <a:cubicBezTo>
                      <a:pt x="149452" y="250948"/>
                      <a:pt x="113485" y="236824"/>
                      <a:pt x="79735" y="205784"/>
                    </a:cubicBezTo>
                    <a:cubicBezTo>
                      <a:pt x="81213" y="217691"/>
                      <a:pt x="82609" y="229680"/>
                      <a:pt x="84087" y="241587"/>
                    </a:cubicBezTo>
                    <a:cubicBezTo>
                      <a:pt x="46560" y="214734"/>
                      <a:pt x="19708" y="183448"/>
                      <a:pt x="0" y="141569"/>
                    </a:cubicBezTo>
                    <a:cubicBezTo>
                      <a:pt x="9443" y="87536"/>
                      <a:pt x="44343" y="36952"/>
                      <a:pt x="92463" y="17327"/>
                    </a:cubicBezTo>
                    <a:cubicBezTo>
                      <a:pt x="124571" y="4270"/>
                      <a:pt x="140173" y="6241"/>
                      <a:pt x="170309" y="0"/>
                    </a:cubicBezTo>
                    <a:cubicBezTo>
                      <a:pt x="202581" y="16095"/>
                      <a:pt x="236659" y="28823"/>
                      <a:pt x="271066" y="40319"/>
                    </a:cubicBezTo>
                    <a:cubicBezTo>
                      <a:pt x="250619" y="49680"/>
                      <a:pt x="230254" y="59124"/>
                      <a:pt x="209807" y="68485"/>
                    </a:cubicBezTo>
                    <a:cubicBezTo>
                      <a:pt x="249716" y="84334"/>
                      <a:pt x="287900" y="89671"/>
                      <a:pt x="330601" y="84334"/>
                    </a:cubicBezTo>
                    <a:cubicBezTo>
                      <a:pt x="304652" y="91806"/>
                      <a:pt x="278539" y="99032"/>
                      <a:pt x="252508" y="106259"/>
                    </a:cubicBezTo>
                    <a:cubicBezTo>
                      <a:pt x="313110" y="118822"/>
                      <a:pt x="367635" y="114635"/>
                      <a:pt x="426102" y="94598"/>
                    </a:cubicBezTo>
                    <a:cubicBezTo>
                      <a:pt x="344725" y="157007"/>
                      <a:pt x="261951" y="177864"/>
                      <a:pt x="161112" y="158403"/>
                    </a:cubicBezTo>
                    <a:close/>
                  </a:path>
                </a:pathLst>
              </a:custGeom>
              <a:solidFill>
                <a:schemeClr val="bg1">
                  <a:lumMod val="75000"/>
                </a:schemeClr>
              </a:solidFill>
              <a:ln w="0" cap="flat">
                <a:noFill/>
                <a:prstDash val="solid"/>
                <a:miter/>
              </a:ln>
            </p:spPr>
            <p:txBody>
              <a:bodyPr rtlCol="0" anchor="ctr"/>
              <a:lstStyle/>
              <a:p>
                <a:endParaRPr lang="en-IN"/>
              </a:p>
            </p:txBody>
          </p:sp>
        </p:grpSp>
        <p:grpSp>
          <p:nvGrpSpPr>
            <p:cNvPr id="1584" name="Group 1583">
              <a:extLst>
                <a:ext uri="{FF2B5EF4-FFF2-40B4-BE49-F238E27FC236}">
                  <a16:creationId xmlns:a16="http://schemas.microsoft.com/office/drawing/2014/main" id="{F4E2528C-F376-ED0D-F3E3-5C8EE0C56C77}"/>
                </a:ext>
              </a:extLst>
            </p:cNvPr>
            <p:cNvGrpSpPr/>
            <p:nvPr/>
          </p:nvGrpSpPr>
          <p:grpSpPr>
            <a:xfrm flipH="1">
              <a:off x="2288621" y="5783863"/>
              <a:ext cx="393698" cy="434824"/>
              <a:chOff x="7665318" y="1243399"/>
              <a:chExt cx="354711" cy="391764"/>
            </a:xfrm>
          </p:grpSpPr>
          <p:sp>
            <p:nvSpPr>
              <p:cNvPr id="1585" name="Freeform: Shape 1584">
                <a:extLst>
                  <a:ext uri="{FF2B5EF4-FFF2-40B4-BE49-F238E27FC236}">
                    <a16:creationId xmlns:a16="http://schemas.microsoft.com/office/drawing/2014/main" id="{9E12CCC9-69D0-83C0-72DB-E41291438A91}"/>
                  </a:ext>
                </a:extLst>
              </p:cNvPr>
              <p:cNvSpPr/>
              <p:nvPr/>
            </p:nvSpPr>
            <p:spPr>
              <a:xfrm>
                <a:off x="7672748" y="1571727"/>
                <a:ext cx="344995" cy="63436"/>
              </a:xfrm>
              <a:custGeom>
                <a:avLst/>
                <a:gdLst>
                  <a:gd name="connsiteX0" fmla="*/ 344996 w 344995"/>
                  <a:gd name="connsiteY0" fmla="*/ 31718 h 63436"/>
                  <a:gd name="connsiteX1" fmla="*/ 172498 w 344995"/>
                  <a:gd name="connsiteY1" fmla="*/ 63437 h 63436"/>
                  <a:gd name="connsiteX2" fmla="*/ 0 w 344995"/>
                  <a:gd name="connsiteY2" fmla="*/ 31718 h 63436"/>
                  <a:gd name="connsiteX3" fmla="*/ 172498 w 344995"/>
                  <a:gd name="connsiteY3" fmla="*/ 0 h 63436"/>
                  <a:gd name="connsiteX4" fmla="*/ 344996 w 344995"/>
                  <a:gd name="connsiteY4" fmla="*/ 31718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995" h="63436">
                    <a:moveTo>
                      <a:pt x="344996" y="31718"/>
                    </a:moveTo>
                    <a:cubicBezTo>
                      <a:pt x="344996" y="49236"/>
                      <a:pt x="267766" y="63437"/>
                      <a:pt x="172498" y="63437"/>
                    </a:cubicBezTo>
                    <a:cubicBezTo>
                      <a:pt x="77230" y="63437"/>
                      <a:pt x="0" y="49236"/>
                      <a:pt x="0" y="31718"/>
                    </a:cubicBezTo>
                    <a:cubicBezTo>
                      <a:pt x="0" y="14201"/>
                      <a:pt x="77230" y="0"/>
                      <a:pt x="172498" y="0"/>
                    </a:cubicBezTo>
                    <a:cubicBezTo>
                      <a:pt x="267766" y="0"/>
                      <a:pt x="344996" y="14201"/>
                      <a:pt x="344996" y="31718"/>
                    </a:cubicBezTo>
                    <a:close/>
                  </a:path>
                </a:pathLst>
              </a:custGeom>
              <a:solidFill>
                <a:schemeClr val="tx1">
                  <a:alpha val="10000"/>
                </a:schemeClr>
              </a:solidFill>
              <a:ln w="0" cap="flat">
                <a:noFill/>
                <a:prstDash val="solid"/>
                <a:miter/>
              </a:ln>
            </p:spPr>
            <p:txBody>
              <a:bodyPr rtlCol="0" anchor="ctr"/>
              <a:lstStyle/>
              <a:p>
                <a:endParaRPr lang="en-IN"/>
              </a:p>
            </p:txBody>
          </p:sp>
          <p:sp>
            <p:nvSpPr>
              <p:cNvPr id="1586" name="Freeform: Shape 1585">
                <a:extLst>
                  <a:ext uri="{FF2B5EF4-FFF2-40B4-BE49-F238E27FC236}">
                    <a16:creationId xmlns:a16="http://schemas.microsoft.com/office/drawing/2014/main" id="{7D956DF9-9DB0-2723-D75C-E33E6680BA1D}"/>
                  </a:ext>
                </a:extLst>
              </p:cNvPr>
              <p:cNvSpPr/>
              <p:nvPr/>
            </p:nvSpPr>
            <p:spPr>
              <a:xfrm>
                <a:off x="7771015" y="1529150"/>
                <a:ext cx="69468" cy="83068"/>
              </a:xfrm>
              <a:custGeom>
                <a:avLst/>
                <a:gdLst>
                  <a:gd name="connsiteX0" fmla="*/ 33940 w 69468"/>
                  <a:gd name="connsiteY0" fmla="*/ 65437 h 83068"/>
                  <a:gd name="connsiteX1" fmla="*/ 15080 w 69468"/>
                  <a:gd name="connsiteY1" fmla="*/ 83058 h 83068"/>
                  <a:gd name="connsiteX2" fmla="*/ 25558 w 69468"/>
                  <a:gd name="connsiteY2" fmla="*/ 65722 h 83068"/>
                  <a:gd name="connsiteX3" fmla="*/ 31 w 69468"/>
                  <a:gd name="connsiteY3" fmla="*/ 74295 h 83068"/>
                  <a:gd name="connsiteX4" fmla="*/ 20414 w 69468"/>
                  <a:gd name="connsiteY4" fmla="*/ 60103 h 83068"/>
                  <a:gd name="connsiteX5" fmla="*/ 1364 w 69468"/>
                  <a:gd name="connsiteY5" fmla="*/ 60103 h 83068"/>
                  <a:gd name="connsiteX6" fmla="*/ 33464 w 69468"/>
                  <a:gd name="connsiteY6" fmla="*/ 55150 h 83068"/>
                  <a:gd name="connsiteX7" fmla="*/ 53276 w 69468"/>
                  <a:gd name="connsiteY7" fmla="*/ 5239 h 83068"/>
                  <a:gd name="connsiteX8" fmla="*/ 69468 w 69468"/>
                  <a:gd name="connsiteY8" fmla="*/ 0 h 83068"/>
                  <a:gd name="connsiteX9" fmla="*/ 51085 w 69468"/>
                  <a:gd name="connsiteY9" fmla="*/ 41339 h 83068"/>
                  <a:gd name="connsiteX10" fmla="*/ 39560 w 69468"/>
                  <a:gd name="connsiteY10" fmla="*/ 58674 h 83068"/>
                  <a:gd name="connsiteX11" fmla="*/ 49180 w 69468"/>
                  <a:gd name="connsiteY11" fmla="*/ 73533 h 83068"/>
                  <a:gd name="connsiteX12" fmla="*/ 33940 w 69468"/>
                  <a:gd name="connsiteY12" fmla="*/ 65437 h 8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468" h="83068">
                    <a:moveTo>
                      <a:pt x="33940" y="65437"/>
                    </a:moveTo>
                    <a:cubicBezTo>
                      <a:pt x="31463" y="68104"/>
                      <a:pt x="17557" y="83534"/>
                      <a:pt x="15080" y="83058"/>
                    </a:cubicBezTo>
                    <a:cubicBezTo>
                      <a:pt x="10508" y="82201"/>
                      <a:pt x="25177" y="66294"/>
                      <a:pt x="25558" y="65722"/>
                    </a:cubicBezTo>
                    <a:cubicBezTo>
                      <a:pt x="24891" y="66008"/>
                      <a:pt x="2412" y="78676"/>
                      <a:pt x="31" y="74295"/>
                    </a:cubicBezTo>
                    <a:cubicBezTo>
                      <a:pt x="-922" y="72485"/>
                      <a:pt x="20414" y="60103"/>
                      <a:pt x="20414" y="60103"/>
                    </a:cubicBezTo>
                    <a:cubicBezTo>
                      <a:pt x="15461" y="59722"/>
                      <a:pt x="2031" y="61436"/>
                      <a:pt x="1364" y="60103"/>
                    </a:cubicBezTo>
                    <a:cubicBezTo>
                      <a:pt x="-2350" y="52673"/>
                      <a:pt x="29368" y="56483"/>
                      <a:pt x="33464" y="55150"/>
                    </a:cubicBezTo>
                    <a:cubicBezTo>
                      <a:pt x="37559" y="53816"/>
                      <a:pt x="53276" y="5239"/>
                      <a:pt x="53276" y="5239"/>
                    </a:cubicBezTo>
                    <a:lnTo>
                      <a:pt x="69468" y="0"/>
                    </a:lnTo>
                    <a:cubicBezTo>
                      <a:pt x="69468" y="0"/>
                      <a:pt x="56419" y="31432"/>
                      <a:pt x="51085" y="41339"/>
                    </a:cubicBezTo>
                    <a:cubicBezTo>
                      <a:pt x="48227" y="46577"/>
                      <a:pt x="43465" y="53340"/>
                      <a:pt x="39560" y="58674"/>
                    </a:cubicBezTo>
                    <a:cubicBezTo>
                      <a:pt x="40512" y="61436"/>
                      <a:pt x="49180" y="69723"/>
                      <a:pt x="49180" y="73533"/>
                    </a:cubicBezTo>
                    <a:cubicBezTo>
                      <a:pt x="49180" y="84296"/>
                      <a:pt x="39083" y="64770"/>
                      <a:pt x="33940" y="65437"/>
                    </a:cubicBezTo>
                    <a:close/>
                  </a:path>
                </a:pathLst>
              </a:custGeom>
              <a:solidFill>
                <a:schemeClr val="tx1"/>
              </a:solidFill>
              <a:ln w="0" cap="flat">
                <a:noFill/>
                <a:prstDash val="solid"/>
                <a:miter/>
              </a:ln>
            </p:spPr>
            <p:txBody>
              <a:bodyPr rtlCol="0" anchor="ctr"/>
              <a:lstStyle/>
              <a:p>
                <a:endParaRPr lang="en-IN"/>
              </a:p>
            </p:txBody>
          </p:sp>
          <p:sp>
            <p:nvSpPr>
              <p:cNvPr id="1587" name="Freeform: Shape 1586">
                <a:extLst>
                  <a:ext uri="{FF2B5EF4-FFF2-40B4-BE49-F238E27FC236}">
                    <a16:creationId xmlns:a16="http://schemas.microsoft.com/office/drawing/2014/main" id="{D3761B9A-C6F1-5766-DC65-AE1DC6DD7C0E}"/>
                  </a:ext>
                </a:extLst>
              </p:cNvPr>
              <p:cNvSpPr/>
              <p:nvPr/>
            </p:nvSpPr>
            <p:spPr>
              <a:xfrm>
                <a:off x="7818099" y="1546486"/>
                <a:ext cx="13811" cy="17811"/>
              </a:xfrm>
              <a:custGeom>
                <a:avLst/>
                <a:gdLst>
                  <a:gd name="connsiteX0" fmla="*/ 2095 w 13811"/>
                  <a:gd name="connsiteY0" fmla="*/ 0 h 17811"/>
                  <a:gd name="connsiteX1" fmla="*/ 13811 w 13811"/>
                  <a:gd name="connsiteY1" fmla="*/ 3429 h 17811"/>
                  <a:gd name="connsiteX2" fmla="*/ 11620 w 13811"/>
                  <a:gd name="connsiteY2" fmla="*/ 8001 h 17811"/>
                  <a:gd name="connsiteX3" fmla="*/ 7144 w 13811"/>
                  <a:gd name="connsiteY3" fmla="*/ 17812 h 17811"/>
                  <a:gd name="connsiteX4" fmla="*/ 0 w 13811"/>
                  <a:gd name="connsiteY4" fmla="*/ 6382 h 17811"/>
                  <a:gd name="connsiteX5" fmla="*/ 2095 w 13811"/>
                  <a:gd name="connsiteY5" fmla="*/ 95 h 17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1" h="17811">
                    <a:moveTo>
                      <a:pt x="2095" y="0"/>
                    </a:moveTo>
                    <a:lnTo>
                      <a:pt x="13811" y="3429"/>
                    </a:lnTo>
                    <a:lnTo>
                      <a:pt x="11620" y="8001"/>
                    </a:lnTo>
                    <a:lnTo>
                      <a:pt x="7144" y="17812"/>
                    </a:lnTo>
                    <a:cubicBezTo>
                      <a:pt x="7144" y="17812"/>
                      <a:pt x="9239" y="9334"/>
                      <a:pt x="0" y="6382"/>
                    </a:cubicBezTo>
                    <a:lnTo>
                      <a:pt x="2095" y="95"/>
                    </a:lnTo>
                    <a:close/>
                  </a:path>
                </a:pathLst>
              </a:custGeom>
              <a:solidFill>
                <a:srgbClr val="E6D3BA"/>
              </a:solidFill>
              <a:ln w="0" cap="flat">
                <a:noFill/>
                <a:prstDash val="solid"/>
                <a:miter/>
              </a:ln>
            </p:spPr>
            <p:txBody>
              <a:bodyPr rtlCol="0" anchor="ctr"/>
              <a:lstStyle/>
              <a:p>
                <a:endParaRPr lang="en-IN"/>
              </a:p>
            </p:txBody>
          </p:sp>
          <p:sp>
            <p:nvSpPr>
              <p:cNvPr id="1588" name="Freeform: Shape 1587">
                <a:extLst>
                  <a:ext uri="{FF2B5EF4-FFF2-40B4-BE49-F238E27FC236}">
                    <a16:creationId xmlns:a16="http://schemas.microsoft.com/office/drawing/2014/main" id="{DE8AD363-6DAA-2107-718D-FAF81FEDFF9A}"/>
                  </a:ext>
                </a:extLst>
              </p:cNvPr>
              <p:cNvSpPr/>
              <p:nvPr/>
            </p:nvSpPr>
            <p:spPr>
              <a:xfrm>
                <a:off x="7809298" y="1494860"/>
                <a:ext cx="54140" cy="60071"/>
              </a:xfrm>
              <a:custGeom>
                <a:avLst/>
                <a:gdLst>
                  <a:gd name="connsiteX0" fmla="*/ 8802 w 54140"/>
                  <a:gd name="connsiteY0" fmla="*/ 0 h 60071"/>
                  <a:gd name="connsiteX1" fmla="*/ 54141 w 54140"/>
                  <a:gd name="connsiteY1" fmla="*/ 13430 h 60071"/>
                  <a:gd name="connsiteX2" fmla="*/ 21946 w 54140"/>
                  <a:gd name="connsiteY2" fmla="*/ 59722 h 60071"/>
                  <a:gd name="connsiteX3" fmla="*/ 2420 w 54140"/>
                  <a:gd name="connsiteY3" fmla="*/ 53054 h 60071"/>
                  <a:gd name="connsiteX4" fmla="*/ 8802 w 54140"/>
                  <a:gd name="connsiteY4" fmla="*/ 0 h 60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40" h="60071">
                    <a:moveTo>
                      <a:pt x="8802" y="0"/>
                    </a:moveTo>
                    <a:lnTo>
                      <a:pt x="54141" y="13430"/>
                    </a:lnTo>
                    <a:cubicBezTo>
                      <a:pt x="54141" y="13430"/>
                      <a:pt x="44235" y="64770"/>
                      <a:pt x="21946" y="59722"/>
                    </a:cubicBezTo>
                    <a:cubicBezTo>
                      <a:pt x="8230" y="56579"/>
                      <a:pt x="3849" y="54769"/>
                      <a:pt x="2420" y="53054"/>
                    </a:cubicBezTo>
                    <a:cubicBezTo>
                      <a:pt x="991" y="51340"/>
                      <a:pt x="-4724" y="16859"/>
                      <a:pt x="8802" y="0"/>
                    </a:cubicBezTo>
                    <a:close/>
                  </a:path>
                </a:pathLst>
              </a:custGeom>
              <a:solidFill>
                <a:schemeClr val="bg1">
                  <a:lumMod val="85000"/>
                </a:schemeClr>
              </a:solidFill>
              <a:ln w="0" cap="flat">
                <a:noFill/>
                <a:prstDash val="solid"/>
                <a:miter/>
              </a:ln>
            </p:spPr>
            <p:txBody>
              <a:bodyPr rtlCol="0" anchor="ctr"/>
              <a:lstStyle/>
              <a:p>
                <a:endParaRPr lang="en-IN"/>
              </a:p>
            </p:txBody>
          </p:sp>
          <p:sp>
            <p:nvSpPr>
              <p:cNvPr id="1589" name="Freeform: Shape 1588">
                <a:extLst>
                  <a:ext uri="{FF2B5EF4-FFF2-40B4-BE49-F238E27FC236}">
                    <a16:creationId xmlns:a16="http://schemas.microsoft.com/office/drawing/2014/main" id="{68255533-814F-7DA5-7E1D-056F5AF53B16}"/>
                  </a:ext>
                </a:extLst>
              </p:cNvPr>
              <p:cNvSpPr/>
              <p:nvPr/>
            </p:nvSpPr>
            <p:spPr>
              <a:xfrm>
                <a:off x="7703770" y="1324161"/>
                <a:ext cx="303097" cy="213460"/>
              </a:xfrm>
              <a:custGeom>
                <a:avLst/>
                <a:gdLst>
                  <a:gd name="connsiteX0" fmla="*/ 227105 w 303097"/>
                  <a:gd name="connsiteY0" fmla="*/ 194988 h 213460"/>
                  <a:gd name="connsiteX1" fmla="*/ 219294 w 303097"/>
                  <a:gd name="connsiteY1" fmla="*/ 199369 h 213460"/>
                  <a:gd name="connsiteX2" fmla="*/ 218532 w 303097"/>
                  <a:gd name="connsiteY2" fmla="*/ 199655 h 213460"/>
                  <a:gd name="connsiteX3" fmla="*/ 17841 w 303097"/>
                  <a:gd name="connsiteY3" fmla="*/ 158221 h 213460"/>
                  <a:gd name="connsiteX4" fmla="*/ 11649 w 303097"/>
                  <a:gd name="connsiteY4" fmla="*/ 131646 h 213460"/>
                  <a:gd name="connsiteX5" fmla="*/ 7458 w 303097"/>
                  <a:gd name="connsiteY5" fmla="*/ 147077 h 213460"/>
                  <a:gd name="connsiteX6" fmla="*/ 219 w 303097"/>
                  <a:gd name="connsiteY6" fmla="*/ 95547 h 213460"/>
                  <a:gd name="connsiteX7" fmla="*/ 13078 w 303097"/>
                  <a:gd name="connsiteY7" fmla="*/ 49065 h 213460"/>
                  <a:gd name="connsiteX8" fmla="*/ 103280 w 303097"/>
                  <a:gd name="connsiteY8" fmla="*/ 201 h 213460"/>
                  <a:gd name="connsiteX9" fmla="*/ 229010 w 303097"/>
                  <a:gd name="connsiteY9" fmla="*/ 52398 h 213460"/>
                  <a:gd name="connsiteX10" fmla="*/ 232725 w 303097"/>
                  <a:gd name="connsiteY10" fmla="*/ 54684 h 213460"/>
                  <a:gd name="connsiteX11" fmla="*/ 238059 w 303097"/>
                  <a:gd name="connsiteY11" fmla="*/ 56208 h 213460"/>
                  <a:gd name="connsiteX12" fmla="*/ 238249 w 303097"/>
                  <a:gd name="connsiteY12" fmla="*/ 56208 h 213460"/>
                  <a:gd name="connsiteX13" fmla="*/ 262252 w 303097"/>
                  <a:gd name="connsiteY13" fmla="*/ 62019 h 213460"/>
                  <a:gd name="connsiteX14" fmla="*/ 300638 w 303097"/>
                  <a:gd name="connsiteY14" fmla="*/ 63733 h 213460"/>
                  <a:gd name="connsiteX15" fmla="*/ 227010 w 303097"/>
                  <a:gd name="connsiteY15" fmla="*/ 194892 h 213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3097" h="213460">
                    <a:moveTo>
                      <a:pt x="227105" y="194988"/>
                    </a:moveTo>
                    <a:cubicBezTo>
                      <a:pt x="224628" y="196512"/>
                      <a:pt x="222057" y="198036"/>
                      <a:pt x="219294" y="199369"/>
                    </a:cubicBezTo>
                    <a:cubicBezTo>
                      <a:pt x="219009" y="199464"/>
                      <a:pt x="218818" y="199560"/>
                      <a:pt x="218532" y="199655"/>
                    </a:cubicBezTo>
                    <a:cubicBezTo>
                      <a:pt x="157668" y="229373"/>
                      <a:pt x="40224" y="209085"/>
                      <a:pt x="17841" y="158221"/>
                    </a:cubicBezTo>
                    <a:cubicBezTo>
                      <a:pt x="11173" y="142981"/>
                      <a:pt x="11649" y="131646"/>
                      <a:pt x="11649" y="131646"/>
                    </a:cubicBezTo>
                    <a:cubicBezTo>
                      <a:pt x="7077" y="136504"/>
                      <a:pt x="9363" y="151458"/>
                      <a:pt x="7458" y="147077"/>
                    </a:cubicBezTo>
                    <a:cubicBezTo>
                      <a:pt x="410" y="131456"/>
                      <a:pt x="-543" y="114025"/>
                      <a:pt x="219" y="95547"/>
                    </a:cubicBezTo>
                    <a:cubicBezTo>
                      <a:pt x="886" y="79926"/>
                      <a:pt x="5172" y="63638"/>
                      <a:pt x="13078" y="49065"/>
                    </a:cubicBezTo>
                    <a:cubicBezTo>
                      <a:pt x="28890" y="20013"/>
                      <a:pt x="58989" y="-2370"/>
                      <a:pt x="103280" y="201"/>
                    </a:cubicBezTo>
                    <a:cubicBezTo>
                      <a:pt x="147952" y="2773"/>
                      <a:pt x="202530" y="36206"/>
                      <a:pt x="229010" y="52398"/>
                    </a:cubicBezTo>
                    <a:cubicBezTo>
                      <a:pt x="230343" y="53160"/>
                      <a:pt x="231582" y="53922"/>
                      <a:pt x="232725" y="54684"/>
                    </a:cubicBezTo>
                    <a:cubicBezTo>
                      <a:pt x="234534" y="55256"/>
                      <a:pt x="236344" y="55732"/>
                      <a:pt x="238059" y="56208"/>
                    </a:cubicBezTo>
                    <a:cubicBezTo>
                      <a:pt x="238059" y="56208"/>
                      <a:pt x="238154" y="56208"/>
                      <a:pt x="238249" y="56208"/>
                    </a:cubicBezTo>
                    <a:cubicBezTo>
                      <a:pt x="247393" y="58780"/>
                      <a:pt x="255204" y="60685"/>
                      <a:pt x="262252" y="62019"/>
                    </a:cubicBezTo>
                    <a:cubicBezTo>
                      <a:pt x="280254" y="65448"/>
                      <a:pt x="291780" y="65162"/>
                      <a:pt x="300638" y="63733"/>
                    </a:cubicBezTo>
                    <a:cubicBezTo>
                      <a:pt x="313687" y="61638"/>
                      <a:pt x="272730" y="166032"/>
                      <a:pt x="227010" y="194892"/>
                    </a:cubicBezTo>
                    <a:close/>
                  </a:path>
                </a:pathLst>
              </a:custGeom>
              <a:solidFill>
                <a:schemeClr val="bg1"/>
              </a:solidFill>
              <a:ln w="0" cap="flat">
                <a:noFill/>
                <a:prstDash val="solid"/>
                <a:miter/>
              </a:ln>
            </p:spPr>
            <p:txBody>
              <a:bodyPr rtlCol="0" anchor="ctr"/>
              <a:lstStyle/>
              <a:p>
                <a:endParaRPr lang="en-IN"/>
              </a:p>
            </p:txBody>
          </p:sp>
          <p:sp>
            <p:nvSpPr>
              <p:cNvPr id="1590" name="Freeform: Shape 1589">
                <a:extLst>
                  <a:ext uri="{FF2B5EF4-FFF2-40B4-BE49-F238E27FC236}">
                    <a16:creationId xmlns:a16="http://schemas.microsoft.com/office/drawing/2014/main" id="{0D128F71-1D6D-49D9-A659-499820F65F33}"/>
                  </a:ext>
                </a:extLst>
              </p:cNvPr>
              <p:cNvSpPr/>
              <p:nvPr/>
            </p:nvSpPr>
            <p:spPr>
              <a:xfrm>
                <a:off x="7695131" y="1243399"/>
                <a:ext cx="131540" cy="177071"/>
              </a:xfrm>
              <a:custGeom>
                <a:avLst/>
                <a:gdLst>
                  <a:gd name="connsiteX0" fmla="*/ 10954 w 131540"/>
                  <a:gd name="connsiteY0" fmla="*/ 177071 h 177071"/>
                  <a:gd name="connsiteX1" fmla="*/ 131540 w 131540"/>
                  <a:gd name="connsiteY1" fmla="*/ 83917 h 177071"/>
                  <a:gd name="connsiteX2" fmla="*/ 77724 w 131540"/>
                  <a:gd name="connsiteY2" fmla="*/ 5716 h 177071"/>
                  <a:gd name="connsiteX3" fmla="*/ 381 w 131540"/>
                  <a:gd name="connsiteY3" fmla="*/ 40483 h 177071"/>
                  <a:gd name="connsiteX4" fmla="*/ 18383 w 131540"/>
                  <a:gd name="connsiteY4" fmla="*/ 102205 h 177071"/>
                  <a:gd name="connsiteX5" fmla="*/ 10954 w 131540"/>
                  <a:gd name="connsiteY5" fmla="*/ 177071 h 17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540" h="177071">
                    <a:moveTo>
                      <a:pt x="10954" y="177071"/>
                    </a:moveTo>
                    <a:lnTo>
                      <a:pt x="131540" y="83917"/>
                    </a:lnTo>
                    <a:cubicBezTo>
                      <a:pt x="114300" y="58294"/>
                      <a:pt x="124587" y="25338"/>
                      <a:pt x="77724" y="5716"/>
                    </a:cubicBezTo>
                    <a:cubicBezTo>
                      <a:pt x="33242" y="-12953"/>
                      <a:pt x="3620" y="18194"/>
                      <a:pt x="381" y="40483"/>
                    </a:cubicBezTo>
                    <a:cubicBezTo>
                      <a:pt x="-2857" y="62771"/>
                      <a:pt x="15526" y="84298"/>
                      <a:pt x="18383" y="102205"/>
                    </a:cubicBezTo>
                    <a:cubicBezTo>
                      <a:pt x="21241" y="120112"/>
                      <a:pt x="13526" y="143162"/>
                      <a:pt x="10954" y="177071"/>
                    </a:cubicBezTo>
                    <a:close/>
                  </a:path>
                </a:pathLst>
              </a:custGeom>
              <a:solidFill>
                <a:schemeClr val="bg1"/>
              </a:solidFill>
              <a:ln w="0" cap="flat">
                <a:noFill/>
                <a:prstDash val="solid"/>
                <a:miter/>
              </a:ln>
            </p:spPr>
            <p:txBody>
              <a:bodyPr rtlCol="0" anchor="ctr"/>
              <a:lstStyle/>
              <a:p>
                <a:endParaRPr lang="en-IN"/>
              </a:p>
            </p:txBody>
          </p:sp>
          <p:sp>
            <p:nvSpPr>
              <p:cNvPr id="1591" name="Freeform: Shape 1590">
                <a:extLst>
                  <a:ext uri="{FF2B5EF4-FFF2-40B4-BE49-F238E27FC236}">
                    <a16:creationId xmlns:a16="http://schemas.microsoft.com/office/drawing/2014/main" id="{0399DAEE-757C-09E4-1382-859DC39A3767}"/>
                  </a:ext>
                </a:extLst>
              </p:cNvPr>
              <p:cNvSpPr/>
              <p:nvPr/>
            </p:nvSpPr>
            <p:spPr>
              <a:xfrm>
                <a:off x="7665318" y="1296359"/>
                <a:ext cx="39930" cy="27908"/>
              </a:xfrm>
              <a:custGeom>
                <a:avLst/>
                <a:gdLst>
                  <a:gd name="connsiteX0" fmla="*/ 39815 w 39930"/>
                  <a:gd name="connsiteY0" fmla="*/ 26194 h 27908"/>
                  <a:gd name="connsiteX1" fmla="*/ 1810 w 39930"/>
                  <a:gd name="connsiteY1" fmla="*/ 27337 h 27908"/>
                  <a:gd name="connsiteX2" fmla="*/ 0 w 39930"/>
                  <a:gd name="connsiteY2" fmla="*/ 27908 h 27908"/>
                  <a:gd name="connsiteX3" fmla="*/ 16002 w 39930"/>
                  <a:gd name="connsiteY3" fmla="*/ 8382 h 27908"/>
                  <a:gd name="connsiteX4" fmla="*/ 30290 w 39930"/>
                  <a:gd name="connsiteY4" fmla="*/ 0 h 27908"/>
                  <a:gd name="connsiteX5" fmla="*/ 38195 w 39930"/>
                  <a:gd name="connsiteY5" fmla="*/ 8953 h 27908"/>
                  <a:gd name="connsiteX6" fmla="*/ 39719 w 39930"/>
                  <a:gd name="connsiteY6" fmla="*/ 26289 h 27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30" h="27908">
                    <a:moveTo>
                      <a:pt x="39815" y="26194"/>
                    </a:moveTo>
                    <a:cubicBezTo>
                      <a:pt x="34481" y="17812"/>
                      <a:pt x="8858" y="25146"/>
                      <a:pt x="1810" y="27337"/>
                    </a:cubicBezTo>
                    <a:cubicBezTo>
                      <a:pt x="667" y="27718"/>
                      <a:pt x="0" y="27908"/>
                      <a:pt x="0" y="27908"/>
                    </a:cubicBezTo>
                    <a:cubicBezTo>
                      <a:pt x="0" y="21241"/>
                      <a:pt x="4667" y="13906"/>
                      <a:pt x="16002" y="8382"/>
                    </a:cubicBezTo>
                    <a:cubicBezTo>
                      <a:pt x="20955" y="6001"/>
                      <a:pt x="30290" y="0"/>
                      <a:pt x="30290" y="0"/>
                    </a:cubicBezTo>
                    <a:cubicBezTo>
                      <a:pt x="34481" y="1238"/>
                      <a:pt x="36862" y="4858"/>
                      <a:pt x="38195" y="8953"/>
                    </a:cubicBezTo>
                    <a:cubicBezTo>
                      <a:pt x="40767" y="16669"/>
                      <a:pt x="39719" y="26289"/>
                      <a:pt x="39719" y="26289"/>
                    </a:cubicBezTo>
                    <a:close/>
                  </a:path>
                </a:pathLst>
              </a:custGeom>
              <a:solidFill>
                <a:schemeClr val="accent6"/>
              </a:solidFill>
              <a:ln w="0" cap="flat">
                <a:noFill/>
                <a:prstDash val="solid"/>
                <a:miter/>
              </a:ln>
            </p:spPr>
            <p:txBody>
              <a:bodyPr rtlCol="0" anchor="ctr"/>
              <a:lstStyle/>
              <a:p>
                <a:endParaRPr lang="en-IN"/>
              </a:p>
            </p:txBody>
          </p:sp>
          <p:sp>
            <p:nvSpPr>
              <p:cNvPr id="1592" name="Freeform: Shape 1591">
                <a:extLst>
                  <a:ext uri="{FF2B5EF4-FFF2-40B4-BE49-F238E27FC236}">
                    <a16:creationId xmlns:a16="http://schemas.microsoft.com/office/drawing/2014/main" id="{6829CBBB-8F7D-3AF6-4805-BFF97715B74D}"/>
                  </a:ext>
                </a:extLst>
              </p:cNvPr>
              <p:cNvSpPr/>
              <p:nvPr/>
            </p:nvSpPr>
            <p:spPr>
              <a:xfrm>
                <a:off x="7720563" y="1279500"/>
                <a:ext cx="16764" cy="16764"/>
              </a:xfrm>
              <a:custGeom>
                <a:avLst/>
                <a:gdLst>
                  <a:gd name="connsiteX0" fmla="*/ 16764 w 16764"/>
                  <a:gd name="connsiteY0" fmla="*/ 8382 h 16764"/>
                  <a:gd name="connsiteX1" fmla="*/ 8382 w 16764"/>
                  <a:gd name="connsiteY1" fmla="*/ 16764 h 16764"/>
                  <a:gd name="connsiteX2" fmla="*/ 0 w 16764"/>
                  <a:gd name="connsiteY2" fmla="*/ 8382 h 16764"/>
                  <a:gd name="connsiteX3" fmla="*/ 8382 w 16764"/>
                  <a:gd name="connsiteY3" fmla="*/ 0 h 16764"/>
                  <a:gd name="connsiteX4" fmla="*/ 16764 w 16764"/>
                  <a:gd name="connsiteY4" fmla="*/ 8382 h 16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16764">
                    <a:moveTo>
                      <a:pt x="16764" y="8382"/>
                    </a:moveTo>
                    <a:cubicBezTo>
                      <a:pt x="16764" y="12954"/>
                      <a:pt x="13049" y="16764"/>
                      <a:pt x="8382" y="16764"/>
                    </a:cubicBezTo>
                    <a:cubicBezTo>
                      <a:pt x="3715" y="16764"/>
                      <a:pt x="0" y="13049"/>
                      <a:pt x="0" y="8382"/>
                    </a:cubicBezTo>
                    <a:cubicBezTo>
                      <a:pt x="0" y="3715"/>
                      <a:pt x="3715" y="0"/>
                      <a:pt x="8382" y="0"/>
                    </a:cubicBezTo>
                    <a:cubicBezTo>
                      <a:pt x="13049" y="0"/>
                      <a:pt x="16764" y="3715"/>
                      <a:pt x="16764" y="8382"/>
                    </a:cubicBezTo>
                    <a:close/>
                  </a:path>
                </a:pathLst>
              </a:custGeom>
              <a:solidFill>
                <a:srgbClr val="FFFFFF"/>
              </a:solidFill>
              <a:ln w="0" cap="flat">
                <a:noFill/>
                <a:prstDash val="solid"/>
                <a:miter/>
              </a:ln>
            </p:spPr>
            <p:txBody>
              <a:bodyPr rtlCol="0" anchor="ctr"/>
              <a:lstStyle/>
              <a:p>
                <a:endParaRPr lang="en-IN"/>
              </a:p>
            </p:txBody>
          </p:sp>
          <p:sp>
            <p:nvSpPr>
              <p:cNvPr id="1593" name="Freeform: Shape 1592">
                <a:extLst>
                  <a:ext uri="{FF2B5EF4-FFF2-40B4-BE49-F238E27FC236}">
                    <a16:creationId xmlns:a16="http://schemas.microsoft.com/office/drawing/2014/main" id="{15AA4C8E-F556-C549-E3D5-A358DEDC2C81}"/>
                  </a:ext>
                </a:extLst>
              </p:cNvPr>
              <p:cNvSpPr/>
              <p:nvPr/>
            </p:nvSpPr>
            <p:spPr>
              <a:xfrm>
                <a:off x="7722468" y="1283691"/>
                <a:ext cx="11049" cy="11049"/>
              </a:xfrm>
              <a:custGeom>
                <a:avLst/>
                <a:gdLst>
                  <a:gd name="connsiteX0" fmla="*/ 11049 w 11049"/>
                  <a:gd name="connsiteY0" fmla="*/ 5525 h 11049"/>
                  <a:gd name="connsiteX1" fmla="*/ 5525 w 11049"/>
                  <a:gd name="connsiteY1" fmla="*/ 11049 h 11049"/>
                  <a:gd name="connsiteX2" fmla="*/ 0 w 11049"/>
                  <a:gd name="connsiteY2" fmla="*/ 5525 h 11049"/>
                  <a:gd name="connsiteX3" fmla="*/ 5525 w 11049"/>
                  <a:gd name="connsiteY3" fmla="*/ 0 h 11049"/>
                  <a:gd name="connsiteX4" fmla="*/ 11049 w 11049"/>
                  <a:gd name="connsiteY4" fmla="*/ 5525 h 11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9" h="11049">
                    <a:moveTo>
                      <a:pt x="11049" y="5525"/>
                    </a:moveTo>
                    <a:cubicBezTo>
                      <a:pt x="11049" y="8576"/>
                      <a:pt x="8576" y="11049"/>
                      <a:pt x="5525" y="11049"/>
                    </a:cubicBezTo>
                    <a:cubicBezTo>
                      <a:pt x="2473" y="11049"/>
                      <a:pt x="0" y="8576"/>
                      <a:pt x="0" y="5525"/>
                    </a:cubicBezTo>
                    <a:cubicBezTo>
                      <a:pt x="0" y="2473"/>
                      <a:pt x="2473" y="0"/>
                      <a:pt x="5525" y="0"/>
                    </a:cubicBezTo>
                    <a:cubicBezTo>
                      <a:pt x="8576" y="0"/>
                      <a:pt x="11049" y="2473"/>
                      <a:pt x="11049" y="5525"/>
                    </a:cubicBezTo>
                    <a:close/>
                  </a:path>
                </a:pathLst>
              </a:custGeom>
              <a:solidFill>
                <a:schemeClr val="tx1"/>
              </a:solidFill>
              <a:ln w="0" cap="flat">
                <a:noFill/>
                <a:prstDash val="solid"/>
                <a:miter/>
              </a:ln>
            </p:spPr>
            <p:txBody>
              <a:bodyPr rtlCol="0" anchor="ctr"/>
              <a:lstStyle/>
              <a:p>
                <a:endParaRPr lang="en-IN"/>
              </a:p>
            </p:txBody>
          </p:sp>
          <p:sp>
            <p:nvSpPr>
              <p:cNvPr id="1594" name="Freeform: Shape 1593">
                <a:extLst>
                  <a:ext uri="{FF2B5EF4-FFF2-40B4-BE49-F238E27FC236}">
                    <a16:creationId xmlns:a16="http://schemas.microsoft.com/office/drawing/2014/main" id="{05D5442E-8057-DAC2-CBB9-627EBD40C7FB}"/>
                  </a:ext>
                </a:extLst>
              </p:cNvPr>
              <p:cNvSpPr/>
              <p:nvPr/>
            </p:nvSpPr>
            <p:spPr>
              <a:xfrm>
                <a:off x="7729422" y="1283691"/>
                <a:ext cx="2666" cy="2666"/>
              </a:xfrm>
              <a:custGeom>
                <a:avLst/>
                <a:gdLst>
                  <a:gd name="connsiteX0" fmla="*/ 2667 w 2666"/>
                  <a:gd name="connsiteY0" fmla="*/ 1334 h 2666"/>
                  <a:gd name="connsiteX1" fmla="*/ 1334 w 2666"/>
                  <a:gd name="connsiteY1" fmla="*/ 2667 h 2666"/>
                  <a:gd name="connsiteX2" fmla="*/ 0 w 2666"/>
                  <a:gd name="connsiteY2" fmla="*/ 1334 h 2666"/>
                  <a:gd name="connsiteX3" fmla="*/ 1334 w 2666"/>
                  <a:gd name="connsiteY3" fmla="*/ 0 h 2666"/>
                  <a:gd name="connsiteX4" fmla="*/ 2667 w 2666"/>
                  <a:gd name="connsiteY4" fmla="*/ 1334 h 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6" h="2666">
                    <a:moveTo>
                      <a:pt x="2667" y="1334"/>
                    </a:moveTo>
                    <a:cubicBezTo>
                      <a:pt x="2667" y="2070"/>
                      <a:pt x="2070" y="2667"/>
                      <a:pt x="1334" y="2667"/>
                    </a:cubicBezTo>
                    <a:cubicBezTo>
                      <a:pt x="597" y="2667"/>
                      <a:pt x="0" y="2070"/>
                      <a:pt x="0" y="1334"/>
                    </a:cubicBezTo>
                    <a:cubicBezTo>
                      <a:pt x="0" y="597"/>
                      <a:pt x="597" y="0"/>
                      <a:pt x="1334" y="0"/>
                    </a:cubicBezTo>
                    <a:cubicBezTo>
                      <a:pt x="2070" y="0"/>
                      <a:pt x="2667" y="597"/>
                      <a:pt x="2667" y="1334"/>
                    </a:cubicBezTo>
                    <a:close/>
                  </a:path>
                </a:pathLst>
              </a:custGeom>
              <a:solidFill>
                <a:srgbClr val="FFFFFF"/>
              </a:solidFill>
              <a:ln w="0" cap="flat">
                <a:noFill/>
                <a:prstDash val="solid"/>
                <a:miter/>
              </a:ln>
            </p:spPr>
            <p:txBody>
              <a:bodyPr rtlCol="0" anchor="ctr"/>
              <a:lstStyle/>
              <a:p>
                <a:endParaRPr lang="en-IN"/>
              </a:p>
            </p:txBody>
          </p:sp>
          <p:sp>
            <p:nvSpPr>
              <p:cNvPr id="1595" name="Freeform: Shape 1594">
                <a:extLst>
                  <a:ext uri="{FF2B5EF4-FFF2-40B4-BE49-F238E27FC236}">
                    <a16:creationId xmlns:a16="http://schemas.microsoft.com/office/drawing/2014/main" id="{5FCB16E3-3148-3A5A-02A1-707DBFC9B52F}"/>
                  </a:ext>
                </a:extLst>
              </p:cNvPr>
              <p:cNvSpPr/>
              <p:nvPr/>
            </p:nvSpPr>
            <p:spPr>
              <a:xfrm>
                <a:off x="7898681" y="1364368"/>
                <a:ext cx="121348" cy="159353"/>
              </a:xfrm>
              <a:custGeom>
                <a:avLst/>
                <a:gdLst>
                  <a:gd name="connsiteX0" fmla="*/ 82582 w 121348"/>
                  <a:gd name="connsiteY0" fmla="*/ 96584 h 159353"/>
                  <a:gd name="connsiteX1" fmla="*/ 95917 w 121348"/>
                  <a:gd name="connsiteY1" fmla="*/ 92297 h 159353"/>
                  <a:gd name="connsiteX2" fmla="*/ 24384 w 121348"/>
                  <a:gd name="connsiteY2" fmla="*/ 159068 h 159353"/>
                  <a:gd name="connsiteX3" fmla="*/ 23622 w 121348"/>
                  <a:gd name="connsiteY3" fmla="*/ 159353 h 159353"/>
                  <a:gd name="connsiteX4" fmla="*/ 21527 w 121348"/>
                  <a:gd name="connsiteY4" fmla="*/ 145352 h 159353"/>
                  <a:gd name="connsiteX5" fmla="*/ 0 w 121348"/>
                  <a:gd name="connsiteY5" fmla="*/ 0 h 159353"/>
                  <a:gd name="connsiteX6" fmla="*/ 34100 w 121348"/>
                  <a:gd name="connsiteY6" fmla="*/ 12097 h 159353"/>
                  <a:gd name="connsiteX7" fmla="*/ 43148 w 121348"/>
                  <a:gd name="connsiteY7" fmla="*/ 15907 h 159353"/>
                  <a:gd name="connsiteX8" fmla="*/ 43148 w 121348"/>
                  <a:gd name="connsiteY8" fmla="*/ 15907 h 159353"/>
                  <a:gd name="connsiteX9" fmla="*/ 43339 w 121348"/>
                  <a:gd name="connsiteY9" fmla="*/ 15907 h 159353"/>
                  <a:gd name="connsiteX10" fmla="*/ 67342 w 121348"/>
                  <a:gd name="connsiteY10" fmla="*/ 21717 h 159353"/>
                  <a:gd name="connsiteX11" fmla="*/ 121349 w 121348"/>
                  <a:gd name="connsiteY11" fmla="*/ 3239 h 159353"/>
                  <a:gd name="connsiteX12" fmla="*/ 103061 w 121348"/>
                  <a:gd name="connsiteY12" fmla="*/ 52864 h 159353"/>
                  <a:gd name="connsiteX13" fmla="*/ 114871 w 121348"/>
                  <a:gd name="connsiteY13" fmla="*/ 46292 h 159353"/>
                  <a:gd name="connsiteX14" fmla="*/ 82582 w 121348"/>
                  <a:gd name="connsiteY14" fmla="*/ 96488 h 15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348" h="159353">
                    <a:moveTo>
                      <a:pt x="82582" y="96584"/>
                    </a:moveTo>
                    <a:cubicBezTo>
                      <a:pt x="87059" y="95155"/>
                      <a:pt x="91440" y="93726"/>
                      <a:pt x="95917" y="92297"/>
                    </a:cubicBezTo>
                    <a:cubicBezTo>
                      <a:pt x="81153" y="117920"/>
                      <a:pt x="59531" y="142970"/>
                      <a:pt x="24384" y="159068"/>
                    </a:cubicBezTo>
                    <a:cubicBezTo>
                      <a:pt x="24098" y="159163"/>
                      <a:pt x="23908" y="159258"/>
                      <a:pt x="23622" y="159353"/>
                    </a:cubicBezTo>
                    <a:lnTo>
                      <a:pt x="21527" y="145352"/>
                    </a:lnTo>
                    <a:lnTo>
                      <a:pt x="0" y="0"/>
                    </a:lnTo>
                    <a:cubicBezTo>
                      <a:pt x="11716" y="1715"/>
                      <a:pt x="22670" y="7144"/>
                      <a:pt x="34100" y="12097"/>
                    </a:cubicBezTo>
                    <a:cubicBezTo>
                      <a:pt x="37052" y="13430"/>
                      <a:pt x="40100" y="14669"/>
                      <a:pt x="43148" y="15907"/>
                    </a:cubicBezTo>
                    <a:cubicBezTo>
                      <a:pt x="43148" y="15907"/>
                      <a:pt x="43148" y="15907"/>
                      <a:pt x="43148" y="15907"/>
                    </a:cubicBezTo>
                    <a:cubicBezTo>
                      <a:pt x="43148" y="15907"/>
                      <a:pt x="43244" y="15907"/>
                      <a:pt x="43339" y="15907"/>
                    </a:cubicBezTo>
                    <a:cubicBezTo>
                      <a:pt x="50864" y="18764"/>
                      <a:pt x="58769" y="21050"/>
                      <a:pt x="67342" y="21717"/>
                    </a:cubicBezTo>
                    <a:cubicBezTo>
                      <a:pt x="82582" y="22860"/>
                      <a:pt x="99917" y="18669"/>
                      <a:pt x="121349" y="3239"/>
                    </a:cubicBezTo>
                    <a:cubicBezTo>
                      <a:pt x="119063" y="20860"/>
                      <a:pt x="112776" y="38005"/>
                      <a:pt x="103061" y="52864"/>
                    </a:cubicBezTo>
                    <a:cubicBezTo>
                      <a:pt x="106966" y="50673"/>
                      <a:pt x="110871" y="48482"/>
                      <a:pt x="114871" y="46292"/>
                    </a:cubicBezTo>
                    <a:cubicBezTo>
                      <a:pt x="109633" y="65818"/>
                      <a:pt x="98203" y="83630"/>
                      <a:pt x="82582" y="96488"/>
                    </a:cubicBezTo>
                    <a:close/>
                  </a:path>
                </a:pathLst>
              </a:custGeom>
              <a:solidFill>
                <a:schemeClr val="bg1"/>
              </a:solidFill>
              <a:ln w="0" cap="flat">
                <a:noFill/>
                <a:prstDash val="solid"/>
                <a:miter/>
              </a:ln>
            </p:spPr>
            <p:txBody>
              <a:bodyPr rtlCol="0" anchor="ctr"/>
              <a:lstStyle/>
              <a:p>
                <a:endParaRPr lang="en-IN"/>
              </a:p>
            </p:txBody>
          </p:sp>
          <p:sp>
            <p:nvSpPr>
              <p:cNvPr id="1596" name="Freeform: Shape 1595">
                <a:extLst>
                  <a:ext uri="{FF2B5EF4-FFF2-40B4-BE49-F238E27FC236}">
                    <a16:creationId xmlns:a16="http://schemas.microsoft.com/office/drawing/2014/main" id="{23EF8807-DF18-7094-E64D-B8B66A8FE0DD}"/>
                  </a:ext>
                </a:extLst>
              </p:cNvPr>
              <p:cNvSpPr/>
              <p:nvPr/>
            </p:nvSpPr>
            <p:spPr>
              <a:xfrm>
                <a:off x="7788171" y="1383992"/>
                <a:ext cx="152895" cy="97704"/>
              </a:xfrm>
              <a:custGeom>
                <a:avLst/>
                <a:gdLst>
                  <a:gd name="connsiteX0" fmla="*/ 131655 w 152895"/>
                  <a:gd name="connsiteY0" fmla="*/ 38955 h 97704"/>
                  <a:gd name="connsiteX1" fmla="*/ 149848 w 152895"/>
                  <a:gd name="connsiteY1" fmla="*/ 13333 h 97704"/>
                  <a:gd name="connsiteX2" fmla="*/ 41072 w 152895"/>
                  <a:gd name="connsiteY2" fmla="*/ 283 h 97704"/>
                  <a:gd name="connsiteX3" fmla="*/ 35167 w 152895"/>
                  <a:gd name="connsiteY3" fmla="*/ 87818 h 97704"/>
                  <a:gd name="connsiteX4" fmla="*/ 152896 w 152895"/>
                  <a:gd name="connsiteY4" fmla="*/ 27906 h 97704"/>
                  <a:gd name="connsiteX5" fmla="*/ 131560 w 152895"/>
                  <a:gd name="connsiteY5" fmla="*/ 38955 h 97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95" h="97704">
                    <a:moveTo>
                      <a:pt x="131655" y="38955"/>
                    </a:moveTo>
                    <a:cubicBezTo>
                      <a:pt x="140037" y="34097"/>
                      <a:pt x="147181" y="23239"/>
                      <a:pt x="149848" y="13333"/>
                    </a:cubicBezTo>
                    <a:cubicBezTo>
                      <a:pt x="113462" y="27525"/>
                      <a:pt x="76600" y="3712"/>
                      <a:pt x="41072" y="283"/>
                    </a:cubicBezTo>
                    <a:cubicBezTo>
                      <a:pt x="-10934" y="-4765"/>
                      <a:pt x="-14268" y="58957"/>
                      <a:pt x="35167" y="87818"/>
                    </a:cubicBezTo>
                    <a:cubicBezTo>
                      <a:pt x="81934" y="115060"/>
                      <a:pt x="138799" y="83056"/>
                      <a:pt x="152896" y="27906"/>
                    </a:cubicBezTo>
                    <a:cubicBezTo>
                      <a:pt x="150800" y="36193"/>
                      <a:pt x="140132" y="39336"/>
                      <a:pt x="131560" y="38955"/>
                    </a:cubicBezTo>
                    <a:close/>
                  </a:path>
                </a:pathLst>
              </a:custGeom>
              <a:solidFill>
                <a:schemeClr val="bg1">
                  <a:lumMod val="75000"/>
                </a:schemeClr>
              </a:solidFill>
              <a:ln w="0" cap="flat">
                <a:noFill/>
                <a:prstDash val="solid"/>
                <a:miter/>
              </a:ln>
            </p:spPr>
            <p:txBody>
              <a:bodyPr rtlCol="0" anchor="ctr"/>
              <a:lstStyle/>
              <a:p>
                <a:endParaRPr lang="en-IN"/>
              </a:p>
            </p:txBody>
          </p:sp>
          <p:sp>
            <p:nvSpPr>
              <p:cNvPr id="1597" name="Freeform: Shape 1596">
                <a:extLst>
                  <a:ext uri="{FF2B5EF4-FFF2-40B4-BE49-F238E27FC236}">
                    <a16:creationId xmlns:a16="http://schemas.microsoft.com/office/drawing/2014/main" id="{A0A6E9E5-6E54-F03D-3B56-769A0E019524}"/>
                  </a:ext>
                </a:extLst>
              </p:cNvPr>
              <p:cNvSpPr/>
              <p:nvPr/>
            </p:nvSpPr>
            <p:spPr>
              <a:xfrm>
                <a:off x="7784354" y="1377034"/>
                <a:ext cx="156808" cy="97407"/>
              </a:xfrm>
              <a:custGeom>
                <a:avLst/>
                <a:gdLst>
                  <a:gd name="connsiteX0" fmla="*/ 156809 w 156808"/>
                  <a:gd name="connsiteY0" fmla="*/ 34864 h 97407"/>
                  <a:gd name="connsiteX1" fmla="*/ 35174 w 156808"/>
                  <a:gd name="connsiteY1" fmla="*/ 87823 h 97407"/>
                  <a:gd name="connsiteX2" fmla="*/ 6314 w 156808"/>
                  <a:gd name="connsiteY2" fmla="*/ 13052 h 97407"/>
                  <a:gd name="connsiteX3" fmla="*/ 41080 w 156808"/>
                  <a:gd name="connsiteY3" fmla="*/ 288 h 97407"/>
                  <a:gd name="connsiteX4" fmla="*/ 135473 w 156808"/>
                  <a:gd name="connsiteY4" fmla="*/ 24005 h 97407"/>
                  <a:gd name="connsiteX5" fmla="*/ 153761 w 156808"/>
                  <a:gd name="connsiteY5" fmla="*/ 20291 h 97407"/>
                  <a:gd name="connsiteX6" fmla="*/ 131663 w 156808"/>
                  <a:gd name="connsiteY6" fmla="*/ 38864 h 97407"/>
                  <a:gd name="connsiteX7" fmla="*/ 156809 w 156808"/>
                  <a:gd name="connsiteY7" fmla="*/ 34769 h 9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808" h="97407">
                    <a:moveTo>
                      <a:pt x="156809" y="34864"/>
                    </a:moveTo>
                    <a:cubicBezTo>
                      <a:pt x="138044" y="80393"/>
                      <a:pt x="82037" y="114969"/>
                      <a:pt x="35174" y="87823"/>
                    </a:cubicBezTo>
                    <a:cubicBezTo>
                      <a:pt x="1456" y="68201"/>
                      <a:pt x="-7688" y="32292"/>
                      <a:pt x="6314" y="13052"/>
                    </a:cubicBezTo>
                    <a:cubicBezTo>
                      <a:pt x="12886" y="4003"/>
                      <a:pt x="24506" y="-1331"/>
                      <a:pt x="41080" y="288"/>
                    </a:cubicBezTo>
                    <a:cubicBezTo>
                      <a:pt x="70798" y="3146"/>
                      <a:pt x="104040" y="25148"/>
                      <a:pt x="135473" y="24005"/>
                    </a:cubicBezTo>
                    <a:cubicBezTo>
                      <a:pt x="141664" y="23815"/>
                      <a:pt x="147760" y="22672"/>
                      <a:pt x="153761" y="20291"/>
                    </a:cubicBezTo>
                    <a:cubicBezTo>
                      <a:pt x="147569" y="27720"/>
                      <a:pt x="140045" y="34007"/>
                      <a:pt x="131663" y="38864"/>
                    </a:cubicBezTo>
                    <a:cubicBezTo>
                      <a:pt x="140235" y="39245"/>
                      <a:pt x="148808" y="37817"/>
                      <a:pt x="156809" y="34769"/>
                    </a:cubicBezTo>
                    <a:close/>
                  </a:path>
                </a:pathLst>
              </a:custGeom>
              <a:solidFill>
                <a:schemeClr val="bg1">
                  <a:lumMod val="85000"/>
                </a:schemeClr>
              </a:solidFill>
              <a:ln w="0" cap="flat">
                <a:noFill/>
                <a:prstDash val="solid"/>
                <a:miter/>
              </a:ln>
            </p:spPr>
            <p:txBody>
              <a:bodyPr rtlCol="0" anchor="ctr"/>
              <a:lstStyle/>
              <a:p>
                <a:endParaRPr lang="en-IN"/>
              </a:p>
            </p:txBody>
          </p:sp>
          <p:sp>
            <p:nvSpPr>
              <p:cNvPr id="1598" name="Freeform: Shape 1597">
                <a:extLst>
                  <a:ext uri="{FF2B5EF4-FFF2-40B4-BE49-F238E27FC236}">
                    <a16:creationId xmlns:a16="http://schemas.microsoft.com/office/drawing/2014/main" id="{D15C38C5-DB44-A4AC-5603-D8CDCA106910}"/>
                  </a:ext>
                </a:extLst>
              </p:cNvPr>
              <p:cNvSpPr/>
              <p:nvPr/>
            </p:nvSpPr>
            <p:spPr>
              <a:xfrm>
                <a:off x="7703770" y="1367416"/>
                <a:ext cx="316258" cy="170110"/>
              </a:xfrm>
              <a:custGeom>
                <a:avLst/>
                <a:gdLst>
                  <a:gd name="connsiteX0" fmla="*/ 277492 w 316258"/>
                  <a:gd name="connsiteY0" fmla="*/ 93536 h 170110"/>
                  <a:gd name="connsiteX1" fmla="*/ 290827 w 316258"/>
                  <a:gd name="connsiteY1" fmla="*/ 89249 h 170110"/>
                  <a:gd name="connsiteX2" fmla="*/ 219294 w 316258"/>
                  <a:gd name="connsiteY2" fmla="*/ 156020 h 170110"/>
                  <a:gd name="connsiteX3" fmla="*/ 218532 w 316258"/>
                  <a:gd name="connsiteY3" fmla="*/ 156305 h 170110"/>
                  <a:gd name="connsiteX4" fmla="*/ 17841 w 316258"/>
                  <a:gd name="connsiteY4" fmla="*/ 114872 h 170110"/>
                  <a:gd name="connsiteX5" fmla="*/ 11649 w 316258"/>
                  <a:gd name="connsiteY5" fmla="*/ 88297 h 170110"/>
                  <a:gd name="connsiteX6" fmla="*/ 7458 w 316258"/>
                  <a:gd name="connsiteY6" fmla="*/ 103727 h 170110"/>
                  <a:gd name="connsiteX7" fmla="*/ 219 w 316258"/>
                  <a:gd name="connsiteY7" fmla="*/ 52197 h 170110"/>
                  <a:gd name="connsiteX8" fmla="*/ 13078 w 316258"/>
                  <a:gd name="connsiteY8" fmla="*/ 5715 h 170110"/>
                  <a:gd name="connsiteX9" fmla="*/ 16602 w 316258"/>
                  <a:gd name="connsiteY9" fmla="*/ 667 h 170110"/>
                  <a:gd name="connsiteX10" fmla="*/ 16793 w 316258"/>
                  <a:gd name="connsiteY10" fmla="*/ 60770 h 170110"/>
                  <a:gd name="connsiteX11" fmla="*/ 22603 w 316258"/>
                  <a:gd name="connsiteY11" fmla="*/ 45815 h 170110"/>
                  <a:gd name="connsiteX12" fmla="*/ 43844 w 316258"/>
                  <a:gd name="connsiteY12" fmla="*/ 137255 h 170110"/>
                  <a:gd name="connsiteX13" fmla="*/ 43463 w 316258"/>
                  <a:gd name="connsiteY13" fmla="*/ 115729 h 170110"/>
                  <a:gd name="connsiteX14" fmla="*/ 95946 w 316258"/>
                  <a:gd name="connsiteY14" fmla="*/ 145542 h 170110"/>
                  <a:gd name="connsiteX15" fmla="*/ 93850 w 316258"/>
                  <a:gd name="connsiteY15" fmla="*/ 138398 h 170110"/>
                  <a:gd name="connsiteX16" fmla="*/ 129188 w 316258"/>
                  <a:gd name="connsiteY16" fmla="*/ 153162 h 170110"/>
                  <a:gd name="connsiteX17" fmla="*/ 141951 w 316258"/>
                  <a:gd name="connsiteY17" fmla="*/ 153448 h 170110"/>
                  <a:gd name="connsiteX18" fmla="*/ 148905 w 316258"/>
                  <a:gd name="connsiteY18" fmla="*/ 140494 h 170110"/>
                  <a:gd name="connsiteX19" fmla="*/ 175956 w 316258"/>
                  <a:gd name="connsiteY19" fmla="*/ 151257 h 170110"/>
                  <a:gd name="connsiteX20" fmla="*/ 195958 w 316258"/>
                  <a:gd name="connsiteY20" fmla="*/ 130588 h 170110"/>
                  <a:gd name="connsiteX21" fmla="*/ 209198 w 316258"/>
                  <a:gd name="connsiteY21" fmla="*/ 142208 h 170110"/>
                  <a:gd name="connsiteX22" fmla="*/ 216437 w 316258"/>
                  <a:gd name="connsiteY22" fmla="*/ 142208 h 170110"/>
                  <a:gd name="connsiteX23" fmla="*/ 230629 w 316258"/>
                  <a:gd name="connsiteY23" fmla="*/ 135255 h 170110"/>
                  <a:gd name="connsiteX24" fmla="*/ 245012 w 316258"/>
                  <a:gd name="connsiteY24" fmla="*/ 117062 h 170110"/>
                  <a:gd name="connsiteX25" fmla="*/ 230248 w 316258"/>
                  <a:gd name="connsiteY25" fmla="*/ 124206 h 170110"/>
                  <a:gd name="connsiteX26" fmla="*/ 253203 w 316258"/>
                  <a:gd name="connsiteY26" fmla="*/ 96964 h 170110"/>
                  <a:gd name="connsiteX27" fmla="*/ 235106 w 316258"/>
                  <a:gd name="connsiteY27" fmla="*/ 104013 h 170110"/>
                  <a:gd name="connsiteX28" fmla="*/ 283683 w 316258"/>
                  <a:gd name="connsiteY28" fmla="*/ 43910 h 170110"/>
                  <a:gd name="connsiteX29" fmla="*/ 253775 w 316258"/>
                  <a:gd name="connsiteY29" fmla="*/ 44672 h 170110"/>
                  <a:gd name="connsiteX30" fmla="*/ 281397 w 316258"/>
                  <a:gd name="connsiteY30" fmla="*/ 26956 h 170110"/>
                  <a:gd name="connsiteX31" fmla="*/ 249679 w 316258"/>
                  <a:gd name="connsiteY31" fmla="*/ 21717 h 170110"/>
                  <a:gd name="connsiteX32" fmla="*/ 238059 w 316258"/>
                  <a:gd name="connsiteY32" fmla="*/ 12668 h 170110"/>
                  <a:gd name="connsiteX33" fmla="*/ 238249 w 316258"/>
                  <a:gd name="connsiteY33" fmla="*/ 12668 h 170110"/>
                  <a:gd name="connsiteX34" fmla="*/ 262252 w 316258"/>
                  <a:gd name="connsiteY34" fmla="*/ 18478 h 170110"/>
                  <a:gd name="connsiteX35" fmla="*/ 316259 w 316258"/>
                  <a:gd name="connsiteY35" fmla="*/ 0 h 170110"/>
                  <a:gd name="connsiteX36" fmla="*/ 297971 w 316258"/>
                  <a:gd name="connsiteY36" fmla="*/ 49625 h 170110"/>
                  <a:gd name="connsiteX37" fmla="*/ 309782 w 316258"/>
                  <a:gd name="connsiteY37" fmla="*/ 43053 h 170110"/>
                  <a:gd name="connsiteX38" fmla="*/ 277492 w 316258"/>
                  <a:gd name="connsiteY38" fmla="*/ 93250 h 170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6258" h="170110">
                    <a:moveTo>
                      <a:pt x="277492" y="93536"/>
                    </a:moveTo>
                    <a:cubicBezTo>
                      <a:pt x="281969" y="92107"/>
                      <a:pt x="286350" y="90678"/>
                      <a:pt x="290827" y="89249"/>
                    </a:cubicBezTo>
                    <a:cubicBezTo>
                      <a:pt x="276063" y="114872"/>
                      <a:pt x="254442" y="139922"/>
                      <a:pt x="219294" y="156020"/>
                    </a:cubicBezTo>
                    <a:cubicBezTo>
                      <a:pt x="219009" y="156115"/>
                      <a:pt x="218818" y="156210"/>
                      <a:pt x="218532" y="156305"/>
                    </a:cubicBezTo>
                    <a:cubicBezTo>
                      <a:pt x="157668" y="186023"/>
                      <a:pt x="40224" y="165735"/>
                      <a:pt x="17841" y="114872"/>
                    </a:cubicBezTo>
                    <a:cubicBezTo>
                      <a:pt x="11173" y="99632"/>
                      <a:pt x="11649" y="88297"/>
                      <a:pt x="11649" y="88297"/>
                    </a:cubicBezTo>
                    <a:cubicBezTo>
                      <a:pt x="7077" y="93155"/>
                      <a:pt x="9363" y="108109"/>
                      <a:pt x="7458" y="103727"/>
                    </a:cubicBezTo>
                    <a:cubicBezTo>
                      <a:pt x="410" y="88106"/>
                      <a:pt x="-543" y="70675"/>
                      <a:pt x="219" y="52197"/>
                    </a:cubicBezTo>
                    <a:cubicBezTo>
                      <a:pt x="886" y="36576"/>
                      <a:pt x="5172" y="20288"/>
                      <a:pt x="13078" y="5715"/>
                    </a:cubicBezTo>
                    <a:cubicBezTo>
                      <a:pt x="14316" y="4001"/>
                      <a:pt x="15459" y="2381"/>
                      <a:pt x="16602" y="667"/>
                    </a:cubicBezTo>
                    <a:cubicBezTo>
                      <a:pt x="10316" y="20098"/>
                      <a:pt x="10411" y="41434"/>
                      <a:pt x="16793" y="60770"/>
                    </a:cubicBezTo>
                    <a:cubicBezTo>
                      <a:pt x="18698" y="55816"/>
                      <a:pt x="20698" y="50768"/>
                      <a:pt x="22603" y="45815"/>
                    </a:cubicBezTo>
                    <a:cubicBezTo>
                      <a:pt x="17460" y="77534"/>
                      <a:pt x="25270" y="111061"/>
                      <a:pt x="43844" y="137255"/>
                    </a:cubicBezTo>
                    <a:cubicBezTo>
                      <a:pt x="43749" y="130111"/>
                      <a:pt x="43558" y="122873"/>
                      <a:pt x="43463" y="115729"/>
                    </a:cubicBezTo>
                    <a:cubicBezTo>
                      <a:pt x="56417" y="131731"/>
                      <a:pt x="75562" y="142685"/>
                      <a:pt x="95946" y="145542"/>
                    </a:cubicBezTo>
                    <a:cubicBezTo>
                      <a:pt x="95279" y="143161"/>
                      <a:pt x="94517" y="140780"/>
                      <a:pt x="93850" y="138398"/>
                    </a:cubicBezTo>
                    <a:cubicBezTo>
                      <a:pt x="104423" y="145733"/>
                      <a:pt x="116901" y="149447"/>
                      <a:pt x="129188" y="153162"/>
                    </a:cubicBezTo>
                    <a:cubicBezTo>
                      <a:pt x="133379" y="154400"/>
                      <a:pt x="138141" y="155543"/>
                      <a:pt x="141951" y="153448"/>
                    </a:cubicBezTo>
                    <a:cubicBezTo>
                      <a:pt x="144999" y="151638"/>
                      <a:pt x="151095" y="142780"/>
                      <a:pt x="148905" y="140494"/>
                    </a:cubicBezTo>
                    <a:cubicBezTo>
                      <a:pt x="159001" y="145447"/>
                      <a:pt x="164907" y="153353"/>
                      <a:pt x="175956" y="151257"/>
                    </a:cubicBezTo>
                    <a:cubicBezTo>
                      <a:pt x="186147" y="149447"/>
                      <a:pt x="195577" y="140494"/>
                      <a:pt x="195958" y="130588"/>
                    </a:cubicBezTo>
                    <a:cubicBezTo>
                      <a:pt x="197577" y="136398"/>
                      <a:pt x="203102" y="141065"/>
                      <a:pt x="209198" y="142208"/>
                    </a:cubicBezTo>
                    <a:cubicBezTo>
                      <a:pt x="211579" y="142685"/>
                      <a:pt x="214056" y="142589"/>
                      <a:pt x="216437" y="142208"/>
                    </a:cubicBezTo>
                    <a:cubicBezTo>
                      <a:pt x="221580" y="141351"/>
                      <a:pt x="226629" y="138684"/>
                      <a:pt x="230629" y="135255"/>
                    </a:cubicBezTo>
                    <a:cubicBezTo>
                      <a:pt x="236535" y="130207"/>
                      <a:pt x="240821" y="123635"/>
                      <a:pt x="245012" y="117062"/>
                    </a:cubicBezTo>
                    <a:cubicBezTo>
                      <a:pt x="240249" y="119253"/>
                      <a:pt x="235011" y="122015"/>
                      <a:pt x="230248" y="124206"/>
                    </a:cubicBezTo>
                    <a:cubicBezTo>
                      <a:pt x="240154" y="117443"/>
                      <a:pt x="248155" y="107918"/>
                      <a:pt x="253203" y="96964"/>
                    </a:cubicBezTo>
                    <a:cubicBezTo>
                      <a:pt x="247203" y="99346"/>
                      <a:pt x="241107" y="101632"/>
                      <a:pt x="235106" y="104013"/>
                    </a:cubicBezTo>
                    <a:cubicBezTo>
                      <a:pt x="252822" y="86106"/>
                      <a:pt x="276159" y="67913"/>
                      <a:pt x="283683" y="43910"/>
                    </a:cubicBezTo>
                    <a:cubicBezTo>
                      <a:pt x="277873" y="47911"/>
                      <a:pt x="260728" y="45625"/>
                      <a:pt x="253775" y="44672"/>
                    </a:cubicBezTo>
                    <a:cubicBezTo>
                      <a:pt x="262919" y="38767"/>
                      <a:pt x="272158" y="32861"/>
                      <a:pt x="281397" y="26956"/>
                    </a:cubicBezTo>
                    <a:cubicBezTo>
                      <a:pt x="270634" y="26765"/>
                      <a:pt x="259490" y="26289"/>
                      <a:pt x="249679" y="21717"/>
                    </a:cubicBezTo>
                    <a:cubicBezTo>
                      <a:pt x="245202" y="19622"/>
                      <a:pt x="241107" y="16478"/>
                      <a:pt x="238059" y="12668"/>
                    </a:cubicBezTo>
                    <a:cubicBezTo>
                      <a:pt x="238059" y="12668"/>
                      <a:pt x="238154" y="12668"/>
                      <a:pt x="238249" y="12668"/>
                    </a:cubicBezTo>
                    <a:cubicBezTo>
                      <a:pt x="247393" y="15240"/>
                      <a:pt x="255204" y="17145"/>
                      <a:pt x="262252" y="18478"/>
                    </a:cubicBezTo>
                    <a:cubicBezTo>
                      <a:pt x="277492" y="19622"/>
                      <a:pt x="294828" y="15430"/>
                      <a:pt x="316259" y="0"/>
                    </a:cubicBezTo>
                    <a:cubicBezTo>
                      <a:pt x="313973" y="17621"/>
                      <a:pt x="307686" y="34766"/>
                      <a:pt x="297971" y="49625"/>
                    </a:cubicBezTo>
                    <a:cubicBezTo>
                      <a:pt x="301876" y="47435"/>
                      <a:pt x="305781" y="45244"/>
                      <a:pt x="309782" y="43053"/>
                    </a:cubicBezTo>
                    <a:cubicBezTo>
                      <a:pt x="304543" y="62579"/>
                      <a:pt x="293113" y="80391"/>
                      <a:pt x="277492" y="93250"/>
                    </a:cubicBezTo>
                    <a:close/>
                  </a:path>
                </a:pathLst>
              </a:custGeom>
              <a:solidFill>
                <a:schemeClr val="bg1">
                  <a:lumMod val="85000"/>
                </a:schemeClr>
              </a:solidFill>
              <a:ln w="0" cap="flat">
                <a:noFill/>
                <a:prstDash val="solid"/>
                <a:miter/>
              </a:ln>
            </p:spPr>
            <p:txBody>
              <a:bodyPr rtlCol="0" anchor="ctr"/>
              <a:lstStyle/>
              <a:p>
                <a:endParaRPr lang="en-IN"/>
              </a:p>
            </p:txBody>
          </p:sp>
          <p:sp>
            <p:nvSpPr>
              <p:cNvPr id="1599" name="Freeform: Shape 1598">
                <a:extLst>
                  <a:ext uri="{FF2B5EF4-FFF2-40B4-BE49-F238E27FC236}">
                    <a16:creationId xmlns:a16="http://schemas.microsoft.com/office/drawing/2014/main" id="{D17E9743-9A5E-BEB4-72B8-9891BDA28463}"/>
                  </a:ext>
                </a:extLst>
              </p:cNvPr>
              <p:cNvSpPr/>
              <p:nvPr/>
            </p:nvSpPr>
            <p:spPr>
              <a:xfrm>
                <a:off x="7848280" y="1528674"/>
                <a:ext cx="50800" cy="97765"/>
              </a:xfrm>
              <a:custGeom>
                <a:avLst/>
                <a:gdLst>
                  <a:gd name="connsiteX0" fmla="*/ 32780 w 50800"/>
                  <a:gd name="connsiteY0" fmla="*/ 74105 h 97765"/>
                  <a:gd name="connsiteX1" fmla="*/ 22397 w 50800"/>
                  <a:gd name="connsiteY1" fmla="*/ 97727 h 97765"/>
                  <a:gd name="connsiteX2" fmla="*/ 25255 w 50800"/>
                  <a:gd name="connsiteY2" fmla="*/ 77724 h 97765"/>
                  <a:gd name="connsiteX3" fmla="*/ 5157 w 50800"/>
                  <a:gd name="connsiteY3" fmla="*/ 95631 h 97765"/>
                  <a:gd name="connsiteX4" fmla="*/ 18397 w 50800"/>
                  <a:gd name="connsiteY4" fmla="*/ 74581 h 97765"/>
                  <a:gd name="connsiteX5" fmla="*/ 871 w 50800"/>
                  <a:gd name="connsiteY5" fmla="*/ 82010 h 97765"/>
                  <a:gd name="connsiteX6" fmla="*/ 28493 w 50800"/>
                  <a:gd name="connsiteY6" fmla="*/ 64770 h 97765"/>
                  <a:gd name="connsiteX7" fmla="*/ 27065 w 50800"/>
                  <a:gd name="connsiteY7" fmla="*/ 11144 h 97765"/>
                  <a:gd name="connsiteX8" fmla="*/ 39828 w 50800"/>
                  <a:gd name="connsiteY8" fmla="*/ 0 h 97765"/>
                  <a:gd name="connsiteX9" fmla="*/ 39161 w 50800"/>
                  <a:gd name="connsiteY9" fmla="*/ 45244 h 97765"/>
                  <a:gd name="connsiteX10" fmla="*/ 35447 w 50800"/>
                  <a:gd name="connsiteY10" fmla="*/ 65627 h 97765"/>
                  <a:gd name="connsiteX11" fmla="*/ 50115 w 50800"/>
                  <a:gd name="connsiteY11" fmla="*/ 75533 h 97765"/>
                  <a:gd name="connsiteX12" fmla="*/ 32875 w 50800"/>
                  <a:gd name="connsiteY12" fmla="*/ 74105 h 97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800" h="97765">
                    <a:moveTo>
                      <a:pt x="32780" y="74105"/>
                    </a:moveTo>
                    <a:cubicBezTo>
                      <a:pt x="31541" y="77534"/>
                      <a:pt x="24874" y="97155"/>
                      <a:pt x="22397" y="97727"/>
                    </a:cubicBezTo>
                    <a:cubicBezTo>
                      <a:pt x="17825" y="98774"/>
                      <a:pt x="25160" y="78295"/>
                      <a:pt x="25255" y="77724"/>
                    </a:cubicBezTo>
                    <a:cubicBezTo>
                      <a:pt x="24779" y="78295"/>
                      <a:pt x="9062" y="98774"/>
                      <a:pt x="5157" y="95631"/>
                    </a:cubicBezTo>
                    <a:cubicBezTo>
                      <a:pt x="3538" y="94393"/>
                      <a:pt x="18397" y="74581"/>
                      <a:pt x="18397" y="74581"/>
                    </a:cubicBezTo>
                    <a:cubicBezTo>
                      <a:pt x="13634" y="76200"/>
                      <a:pt x="2014" y="82963"/>
                      <a:pt x="871" y="82010"/>
                    </a:cubicBezTo>
                    <a:cubicBezTo>
                      <a:pt x="-5511" y="76581"/>
                      <a:pt x="25160" y="67628"/>
                      <a:pt x="28493" y="64770"/>
                    </a:cubicBezTo>
                    <a:cubicBezTo>
                      <a:pt x="31732" y="61913"/>
                      <a:pt x="27065" y="11144"/>
                      <a:pt x="27065" y="11144"/>
                    </a:cubicBezTo>
                    <a:lnTo>
                      <a:pt x="39828" y="0"/>
                    </a:lnTo>
                    <a:cubicBezTo>
                      <a:pt x="39828" y="0"/>
                      <a:pt x="40114" y="34004"/>
                      <a:pt x="39161" y="45244"/>
                    </a:cubicBezTo>
                    <a:cubicBezTo>
                      <a:pt x="38590" y="51244"/>
                      <a:pt x="36875" y="59341"/>
                      <a:pt x="35447" y="65627"/>
                    </a:cubicBezTo>
                    <a:cubicBezTo>
                      <a:pt x="37447" y="67818"/>
                      <a:pt x="48591" y="72009"/>
                      <a:pt x="50115" y="75533"/>
                    </a:cubicBezTo>
                    <a:cubicBezTo>
                      <a:pt x="54401" y="85439"/>
                      <a:pt x="37352" y="71438"/>
                      <a:pt x="32875" y="74105"/>
                    </a:cubicBezTo>
                    <a:close/>
                  </a:path>
                </a:pathLst>
              </a:custGeom>
              <a:solidFill>
                <a:schemeClr val="tx1"/>
              </a:solidFill>
              <a:ln w="0" cap="flat">
                <a:noFill/>
                <a:prstDash val="solid"/>
                <a:miter/>
              </a:ln>
            </p:spPr>
            <p:txBody>
              <a:bodyPr rtlCol="0" anchor="ctr"/>
              <a:lstStyle/>
              <a:p>
                <a:endParaRPr lang="en-IN"/>
              </a:p>
            </p:txBody>
          </p:sp>
          <p:sp>
            <p:nvSpPr>
              <p:cNvPr id="1600" name="Freeform: Shape 1599">
                <a:extLst>
                  <a:ext uri="{FF2B5EF4-FFF2-40B4-BE49-F238E27FC236}">
                    <a16:creationId xmlns:a16="http://schemas.microsoft.com/office/drawing/2014/main" id="{0C6D2E74-CAEA-2D3C-5646-4622B33C268E}"/>
                  </a:ext>
                </a:extLst>
              </p:cNvPr>
              <p:cNvSpPr/>
              <p:nvPr/>
            </p:nvSpPr>
            <p:spPr>
              <a:xfrm>
                <a:off x="7876202" y="1551153"/>
                <a:ext cx="12096" cy="15811"/>
              </a:xfrm>
              <a:custGeom>
                <a:avLst/>
                <a:gdLst>
                  <a:gd name="connsiteX0" fmla="*/ 0 w 12096"/>
                  <a:gd name="connsiteY0" fmla="*/ 1429 h 15811"/>
                  <a:gd name="connsiteX1" fmla="*/ 12097 w 12096"/>
                  <a:gd name="connsiteY1" fmla="*/ 0 h 15811"/>
                  <a:gd name="connsiteX2" fmla="*/ 11906 w 12096"/>
                  <a:gd name="connsiteY2" fmla="*/ 5048 h 15811"/>
                  <a:gd name="connsiteX3" fmla="*/ 11621 w 12096"/>
                  <a:gd name="connsiteY3" fmla="*/ 15811 h 15811"/>
                  <a:gd name="connsiteX4" fmla="*/ 572 w 12096"/>
                  <a:gd name="connsiteY4" fmla="*/ 8096 h 15811"/>
                  <a:gd name="connsiteX5" fmla="*/ 0 w 12096"/>
                  <a:gd name="connsiteY5" fmla="*/ 1429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6" h="15811">
                    <a:moveTo>
                      <a:pt x="0" y="1429"/>
                    </a:moveTo>
                    <a:lnTo>
                      <a:pt x="12097" y="0"/>
                    </a:lnTo>
                    <a:lnTo>
                      <a:pt x="11906" y="5048"/>
                    </a:lnTo>
                    <a:lnTo>
                      <a:pt x="11621" y="15811"/>
                    </a:lnTo>
                    <a:cubicBezTo>
                      <a:pt x="11621" y="15811"/>
                      <a:pt x="10192" y="7239"/>
                      <a:pt x="572" y="8096"/>
                    </a:cubicBezTo>
                    <a:lnTo>
                      <a:pt x="0" y="1429"/>
                    </a:lnTo>
                    <a:close/>
                  </a:path>
                </a:pathLst>
              </a:custGeom>
              <a:solidFill>
                <a:srgbClr val="E6D3BA"/>
              </a:solidFill>
              <a:ln w="0" cap="flat">
                <a:noFill/>
                <a:prstDash val="solid"/>
                <a:miter/>
              </a:ln>
            </p:spPr>
            <p:txBody>
              <a:bodyPr rtlCol="0" anchor="ctr"/>
              <a:lstStyle/>
              <a:p>
                <a:endParaRPr lang="en-IN"/>
              </a:p>
            </p:txBody>
          </p:sp>
          <p:sp>
            <p:nvSpPr>
              <p:cNvPr id="1601" name="Freeform: Shape 1600">
                <a:extLst>
                  <a:ext uri="{FF2B5EF4-FFF2-40B4-BE49-F238E27FC236}">
                    <a16:creationId xmlns:a16="http://schemas.microsoft.com/office/drawing/2014/main" id="{72E4A26D-D1D6-1EFB-2783-7BBE2D2BAFBA}"/>
                  </a:ext>
                </a:extLst>
              </p:cNvPr>
              <p:cNvSpPr/>
              <p:nvPr/>
            </p:nvSpPr>
            <p:spPr>
              <a:xfrm>
                <a:off x="7852740" y="1496384"/>
                <a:ext cx="49940" cy="61400"/>
              </a:xfrm>
              <a:custGeom>
                <a:avLst/>
                <a:gdLst>
                  <a:gd name="connsiteX0" fmla="*/ 1174 w 49940"/>
                  <a:gd name="connsiteY0" fmla="*/ 9620 h 61400"/>
                  <a:gd name="connsiteX1" fmla="*/ 46227 w 49940"/>
                  <a:gd name="connsiteY1" fmla="*/ 0 h 61400"/>
                  <a:gd name="connsiteX2" fmla="*/ 36702 w 49940"/>
                  <a:gd name="connsiteY2" fmla="*/ 59245 h 61400"/>
                  <a:gd name="connsiteX3" fmla="*/ 16128 w 49940"/>
                  <a:gd name="connsiteY3" fmla="*/ 60769 h 61400"/>
                  <a:gd name="connsiteX4" fmla="*/ 1078 w 49940"/>
                  <a:gd name="connsiteY4" fmla="*/ 9525 h 61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40" h="61400">
                    <a:moveTo>
                      <a:pt x="1174" y="9620"/>
                    </a:moveTo>
                    <a:lnTo>
                      <a:pt x="46227" y="0"/>
                    </a:lnTo>
                    <a:cubicBezTo>
                      <a:pt x="46227" y="0"/>
                      <a:pt x="59181" y="55245"/>
                      <a:pt x="36702" y="59245"/>
                    </a:cubicBezTo>
                    <a:cubicBezTo>
                      <a:pt x="22795" y="61722"/>
                      <a:pt x="18128" y="61817"/>
                      <a:pt x="16128" y="60769"/>
                    </a:cubicBezTo>
                    <a:cubicBezTo>
                      <a:pt x="14128" y="59817"/>
                      <a:pt x="-4637" y="30290"/>
                      <a:pt x="1078" y="9525"/>
                    </a:cubicBezTo>
                    <a:close/>
                  </a:path>
                </a:pathLst>
              </a:custGeom>
              <a:solidFill>
                <a:schemeClr val="bg1">
                  <a:lumMod val="85000"/>
                </a:schemeClr>
              </a:solidFill>
              <a:ln w="0" cap="flat">
                <a:noFill/>
                <a:prstDash val="solid"/>
                <a:miter/>
              </a:ln>
            </p:spPr>
            <p:txBody>
              <a:bodyPr rtlCol="0" anchor="ctr"/>
              <a:lstStyle/>
              <a:p>
                <a:endParaRPr lang="en-IN"/>
              </a:p>
            </p:txBody>
          </p:sp>
          <p:sp>
            <p:nvSpPr>
              <p:cNvPr id="1602" name="Freeform: Shape 1601">
                <a:extLst>
                  <a:ext uri="{FF2B5EF4-FFF2-40B4-BE49-F238E27FC236}">
                    <a16:creationId xmlns:a16="http://schemas.microsoft.com/office/drawing/2014/main" id="{E95DDEBB-B84F-F18A-42FA-562A4F488B59}"/>
                  </a:ext>
                </a:extLst>
              </p:cNvPr>
              <p:cNvSpPr/>
              <p:nvPr/>
            </p:nvSpPr>
            <p:spPr>
              <a:xfrm>
                <a:off x="7790479" y="1376942"/>
                <a:ext cx="129347" cy="68007"/>
              </a:xfrm>
              <a:custGeom>
                <a:avLst/>
                <a:gdLst>
                  <a:gd name="connsiteX0" fmla="*/ 76674 w 129347"/>
                  <a:gd name="connsiteY0" fmla="*/ 44957 h 68007"/>
                  <a:gd name="connsiteX1" fmla="*/ 93343 w 129347"/>
                  <a:gd name="connsiteY1" fmla="*/ 54958 h 68007"/>
                  <a:gd name="connsiteX2" fmla="*/ 36574 w 129347"/>
                  <a:gd name="connsiteY2" fmla="*/ 48386 h 68007"/>
                  <a:gd name="connsiteX3" fmla="*/ 38955 w 129347"/>
                  <a:gd name="connsiteY3" fmla="*/ 68007 h 68007"/>
                  <a:gd name="connsiteX4" fmla="*/ 11237 w 129347"/>
                  <a:gd name="connsiteY4" fmla="*/ 35432 h 68007"/>
                  <a:gd name="connsiteX5" fmla="*/ 11618 w 129347"/>
                  <a:gd name="connsiteY5" fmla="*/ 54672 h 68007"/>
                  <a:gd name="connsiteX6" fmla="*/ 188 w 129347"/>
                  <a:gd name="connsiteY6" fmla="*/ 13143 h 68007"/>
                  <a:gd name="connsiteX7" fmla="*/ 188 w 129347"/>
                  <a:gd name="connsiteY7" fmla="*/ 13143 h 68007"/>
                  <a:gd name="connsiteX8" fmla="*/ 34954 w 129347"/>
                  <a:gd name="connsiteY8" fmla="*/ 284 h 68007"/>
                  <a:gd name="connsiteX9" fmla="*/ 129347 w 129347"/>
                  <a:gd name="connsiteY9" fmla="*/ 24002 h 68007"/>
                  <a:gd name="connsiteX10" fmla="*/ 76674 w 129347"/>
                  <a:gd name="connsiteY10" fmla="*/ 44861 h 68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347" h="68007">
                    <a:moveTo>
                      <a:pt x="76674" y="44957"/>
                    </a:moveTo>
                    <a:cubicBezTo>
                      <a:pt x="83151" y="46385"/>
                      <a:pt x="77912" y="51624"/>
                      <a:pt x="93343" y="54958"/>
                    </a:cubicBezTo>
                    <a:cubicBezTo>
                      <a:pt x="74578" y="60387"/>
                      <a:pt x="53623" y="58006"/>
                      <a:pt x="36574" y="48386"/>
                    </a:cubicBezTo>
                    <a:cubicBezTo>
                      <a:pt x="37336" y="54958"/>
                      <a:pt x="38193" y="61435"/>
                      <a:pt x="38955" y="68007"/>
                    </a:cubicBezTo>
                    <a:cubicBezTo>
                      <a:pt x="26858" y="60101"/>
                      <a:pt x="17143" y="48671"/>
                      <a:pt x="11237" y="35432"/>
                    </a:cubicBezTo>
                    <a:cubicBezTo>
                      <a:pt x="11428" y="41813"/>
                      <a:pt x="11523" y="48195"/>
                      <a:pt x="11618" y="54672"/>
                    </a:cubicBezTo>
                    <a:cubicBezTo>
                      <a:pt x="3141" y="42766"/>
                      <a:pt x="-955" y="27716"/>
                      <a:pt x="188" y="13143"/>
                    </a:cubicBezTo>
                    <a:lnTo>
                      <a:pt x="188" y="13143"/>
                    </a:lnTo>
                    <a:cubicBezTo>
                      <a:pt x="6760" y="4094"/>
                      <a:pt x="18381" y="-1335"/>
                      <a:pt x="34954" y="284"/>
                    </a:cubicBezTo>
                    <a:cubicBezTo>
                      <a:pt x="64672" y="3142"/>
                      <a:pt x="97915" y="25145"/>
                      <a:pt x="129347" y="24002"/>
                    </a:cubicBezTo>
                    <a:cubicBezTo>
                      <a:pt x="117155" y="39527"/>
                      <a:pt x="96200" y="48005"/>
                      <a:pt x="76674" y="44861"/>
                    </a:cubicBezTo>
                    <a:close/>
                  </a:path>
                </a:pathLst>
              </a:custGeom>
              <a:solidFill>
                <a:schemeClr val="bg1">
                  <a:lumMod val="75000"/>
                </a:schemeClr>
              </a:solidFill>
              <a:ln w="0" cap="flat">
                <a:noFill/>
                <a:prstDash val="solid"/>
                <a:miter/>
              </a:ln>
            </p:spPr>
            <p:txBody>
              <a:bodyPr rtlCol="0" anchor="ctr"/>
              <a:lstStyle/>
              <a:p>
                <a:endParaRPr lang="en-IN"/>
              </a:p>
            </p:txBody>
          </p:sp>
        </p:grpSp>
        <p:grpSp>
          <p:nvGrpSpPr>
            <p:cNvPr id="1603" name="Group 1602">
              <a:extLst>
                <a:ext uri="{FF2B5EF4-FFF2-40B4-BE49-F238E27FC236}">
                  <a16:creationId xmlns:a16="http://schemas.microsoft.com/office/drawing/2014/main" id="{643CBBC3-374E-5F76-0D67-412EAD114BAF}"/>
                </a:ext>
              </a:extLst>
            </p:cNvPr>
            <p:cNvGrpSpPr/>
            <p:nvPr/>
          </p:nvGrpSpPr>
          <p:grpSpPr>
            <a:xfrm>
              <a:off x="8097574" y="5314140"/>
              <a:ext cx="308370" cy="302049"/>
              <a:chOff x="8050395" y="794717"/>
              <a:chExt cx="1395908" cy="1367296"/>
            </a:xfrm>
          </p:grpSpPr>
          <p:sp>
            <p:nvSpPr>
              <p:cNvPr id="1604" name="Freeform: Shape 1603">
                <a:extLst>
                  <a:ext uri="{FF2B5EF4-FFF2-40B4-BE49-F238E27FC236}">
                    <a16:creationId xmlns:a16="http://schemas.microsoft.com/office/drawing/2014/main" id="{4DDEA02F-D245-60AE-7557-5A0379F75B4E}"/>
                  </a:ext>
                </a:extLst>
              </p:cNvPr>
              <p:cNvSpPr/>
              <p:nvPr/>
            </p:nvSpPr>
            <p:spPr>
              <a:xfrm>
                <a:off x="8050395" y="1840572"/>
                <a:ext cx="1395908" cy="321441"/>
              </a:xfrm>
              <a:custGeom>
                <a:avLst/>
                <a:gdLst>
                  <a:gd name="connsiteX0" fmla="*/ 0 w 444245"/>
                  <a:gd name="connsiteY0" fmla="*/ 51149 h 102298"/>
                  <a:gd name="connsiteX1" fmla="*/ 222123 w 444245"/>
                  <a:gd name="connsiteY1" fmla="*/ 102298 h 102298"/>
                  <a:gd name="connsiteX2" fmla="*/ 444246 w 444245"/>
                  <a:gd name="connsiteY2" fmla="*/ 51149 h 102298"/>
                  <a:gd name="connsiteX3" fmla="*/ 222123 w 444245"/>
                  <a:gd name="connsiteY3" fmla="*/ 0 h 102298"/>
                  <a:gd name="connsiteX4" fmla="*/ 0 w 444245"/>
                  <a:gd name="connsiteY4" fmla="*/ 51149 h 10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245" h="102298">
                    <a:moveTo>
                      <a:pt x="0" y="51149"/>
                    </a:moveTo>
                    <a:cubicBezTo>
                      <a:pt x="0" y="79438"/>
                      <a:pt x="99441" y="102298"/>
                      <a:pt x="222123" y="102298"/>
                    </a:cubicBezTo>
                    <a:cubicBezTo>
                      <a:pt x="344805" y="102298"/>
                      <a:pt x="444246" y="79438"/>
                      <a:pt x="444246" y="51149"/>
                    </a:cubicBezTo>
                    <a:cubicBezTo>
                      <a:pt x="444246" y="22860"/>
                      <a:pt x="344805" y="0"/>
                      <a:pt x="222123" y="0"/>
                    </a:cubicBezTo>
                    <a:cubicBezTo>
                      <a:pt x="99441" y="0"/>
                      <a:pt x="0" y="22860"/>
                      <a:pt x="0" y="51149"/>
                    </a:cubicBezTo>
                    <a:close/>
                  </a:path>
                </a:pathLst>
              </a:custGeom>
              <a:solidFill>
                <a:schemeClr val="tx1">
                  <a:alpha val="10000"/>
                </a:schemeClr>
              </a:solidFill>
              <a:ln w="0" cap="flat">
                <a:noFill/>
                <a:prstDash val="solid"/>
                <a:miter/>
              </a:ln>
            </p:spPr>
            <p:txBody>
              <a:bodyPr rtlCol="0" anchor="ctr"/>
              <a:lstStyle/>
              <a:p>
                <a:endParaRPr lang="en-IN"/>
              </a:p>
            </p:txBody>
          </p:sp>
          <p:sp>
            <p:nvSpPr>
              <p:cNvPr id="1605" name="Freeform: Shape 1604">
                <a:extLst>
                  <a:ext uri="{FF2B5EF4-FFF2-40B4-BE49-F238E27FC236}">
                    <a16:creationId xmlns:a16="http://schemas.microsoft.com/office/drawing/2014/main" id="{512C9BDA-3FAD-90EA-3256-5207614DD288}"/>
                  </a:ext>
                </a:extLst>
              </p:cNvPr>
              <p:cNvSpPr/>
              <p:nvPr/>
            </p:nvSpPr>
            <p:spPr>
              <a:xfrm>
                <a:off x="8773190" y="1730133"/>
                <a:ext cx="227276" cy="271191"/>
              </a:xfrm>
              <a:custGeom>
                <a:avLst/>
                <a:gdLst>
                  <a:gd name="connsiteX0" fmla="*/ 37052 w 72330"/>
                  <a:gd name="connsiteY0" fmla="*/ 67913 h 86306"/>
                  <a:gd name="connsiteX1" fmla="*/ 56674 w 72330"/>
                  <a:gd name="connsiteY1" fmla="*/ 86297 h 86306"/>
                  <a:gd name="connsiteX2" fmla="*/ 45720 w 72330"/>
                  <a:gd name="connsiteY2" fmla="*/ 68294 h 86306"/>
                  <a:gd name="connsiteX3" fmla="*/ 72295 w 72330"/>
                  <a:gd name="connsiteY3" fmla="*/ 77248 h 86306"/>
                  <a:gd name="connsiteX4" fmla="*/ 51054 w 72330"/>
                  <a:gd name="connsiteY4" fmla="*/ 62484 h 86306"/>
                  <a:gd name="connsiteX5" fmla="*/ 70866 w 72330"/>
                  <a:gd name="connsiteY5" fmla="*/ 62484 h 86306"/>
                  <a:gd name="connsiteX6" fmla="*/ 37433 w 72330"/>
                  <a:gd name="connsiteY6" fmla="*/ 57341 h 86306"/>
                  <a:gd name="connsiteX7" fmla="*/ 16859 w 72330"/>
                  <a:gd name="connsiteY7" fmla="*/ 5429 h 86306"/>
                  <a:gd name="connsiteX8" fmla="*/ 0 w 72330"/>
                  <a:gd name="connsiteY8" fmla="*/ 0 h 86306"/>
                  <a:gd name="connsiteX9" fmla="*/ 19145 w 72330"/>
                  <a:gd name="connsiteY9" fmla="*/ 43053 h 86306"/>
                  <a:gd name="connsiteX10" fmla="*/ 31147 w 72330"/>
                  <a:gd name="connsiteY10" fmla="*/ 61055 h 86306"/>
                  <a:gd name="connsiteX11" fmla="*/ 21146 w 72330"/>
                  <a:gd name="connsiteY11" fmla="*/ 76581 h 86306"/>
                  <a:gd name="connsiteX12" fmla="*/ 37052 w 72330"/>
                  <a:gd name="connsiteY12" fmla="*/ 68199 h 8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30" h="86306">
                    <a:moveTo>
                      <a:pt x="37052" y="67913"/>
                    </a:moveTo>
                    <a:cubicBezTo>
                      <a:pt x="39624" y="70771"/>
                      <a:pt x="54102" y="86773"/>
                      <a:pt x="56674" y="86297"/>
                    </a:cubicBezTo>
                    <a:cubicBezTo>
                      <a:pt x="61436" y="85439"/>
                      <a:pt x="46101" y="68771"/>
                      <a:pt x="45720" y="68294"/>
                    </a:cubicBezTo>
                    <a:cubicBezTo>
                      <a:pt x="46387" y="68580"/>
                      <a:pt x="69818" y="81820"/>
                      <a:pt x="72295" y="77248"/>
                    </a:cubicBezTo>
                    <a:cubicBezTo>
                      <a:pt x="73343" y="75343"/>
                      <a:pt x="51054" y="62484"/>
                      <a:pt x="51054" y="62484"/>
                    </a:cubicBezTo>
                    <a:cubicBezTo>
                      <a:pt x="56293" y="62103"/>
                      <a:pt x="70199" y="63818"/>
                      <a:pt x="70866" y="62484"/>
                    </a:cubicBezTo>
                    <a:cubicBezTo>
                      <a:pt x="74771" y="54673"/>
                      <a:pt x="41720" y="58674"/>
                      <a:pt x="37433" y="57341"/>
                    </a:cubicBezTo>
                    <a:cubicBezTo>
                      <a:pt x="33147" y="55912"/>
                      <a:pt x="16859" y="5429"/>
                      <a:pt x="16859" y="5429"/>
                    </a:cubicBezTo>
                    <a:lnTo>
                      <a:pt x="0" y="0"/>
                    </a:lnTo>
                    <a:cubicBezTo>
                      <a:pt x="0" y="0"/>
                      <a:pt x="13621" y="32671"/>
                      <a:pt x="19145" y="43053"/>
                    </a:cubicBezTo>
                    <a:cubicBezTo>
                      <a:pt x="22098" y="48577"/>
                      <a:pt x="27051" y="55626"/>
                      <a:pt x="31147" y="61055"/>
                    </a:cubicBezTo>
                    <a:cubicBezTo>
                      <a:pt x="30099" y="63913"/>
                      <a:pt x="21146" y="72581"/>
                      <a:pt x="21146" y="76581"/>
                    </a:cubicBezTo>
                    <a:cubicBezTo>
                      <a:pt x="21146" y="87821"/>
                      <a:pt x="31718" y="67437"/>
                      <a:pt x="37052" y="68199"/>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606" name="Freeform: Shape 1605">
                <a:extLst>
                  <a:ext uri="{FF2B5EF4-FFF2-40B4-BE49-F238E27FC236}">
                    <a16:creationId xmlns:a16="http://schemas.microsoft.com/office/drawing/2014/main" id="{AD59A6C8-93D3-ACE1-D570-0FB5EF028F29}"/>
                  </a:ext>
                </a:extLst>
              </p:cNvPr>
              <p:cNvSpPr/>
              <p:nvPr/>
            </p:nvSpPr>
            <p:spPr>
              <a:xfrm>
                <a:off x="8698368" y="1617598"/>
                <a:ext cx="176963" cy="196614"/>
              </a:xfrm>
              <a:custGeom>
                <a:avLst/>
                <a:gdLst>
                  <a:gd name="connsiteX0" fmla="*/ 47244 w 56318"/>
                  <a:gd name="connsiteY0" fmla="*/ 0 h 62572"/>
                  <a:gd name="connsiteX1" fmla="*/ 0 w 56318"/>
                  <a:gd name="connsiteY1" fmla="*/ 14002 h 62572"/>
                  <a:gd name="connsiteX2" fmla="*/ 33528 w 56318"/>
                  <a:gd name="connsiteY2" fmla="*/ 62198 h 62572"/>
                  <a:gd name="connsiteX3" fmla="*/ 53816 w 56318"/>
                  <a:gd name="connsiteY3" fmla="*/ 55245 h 62572"/>
                  <a:gd name="connsiteX4" fmla="*/ 47244 w 56318"/>
                  <a:gd name="connsiteY4" fmla="*/ 0 h 62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8" h="62572">
                    <a:moveTo>
                      <a:pt x="47244" y="0"/>
                    </a:moveTo>
                    <a:lnTo>
                      <a:pt x="0" y="14002"/>
                    </a:lnTo>
                    <a:cubicBezTo>
                      <a:pt x="0" y="14002"/>
                      <a:pt x="10382" y="67532"/>
                      <a:pt x="33528" y="62198"/>
                    </a:cubicBezTo>
                    <a:cubicBezTo>
                      <a:pt x="47815" y="58865"/>
                      <a:pt x="52388" y="57055"/>
                      <a:pt x="53816" y="55245"/>
                    </a:cubicBezTo>
                    <a:cubicBezTo>
                      <a:pt x="55245" y="53531"/>
                      <a:pt x="61246" y="17526"/>
                      <a:pt x="47244" y="0"/>
                    </a:cubicBezTo>
                    <a:close/>
                  </a:path>
                </a:pathLst>
              </a:custGeom>
              <a:solidFill>
                <a:schemeClr val="accent5"/>
              </a:solidFill>
              <a:ln w="0" cap="flat">
                <a:noFill/>
                <a:prstDash val="solid"/>
                <a:miter/>
              </a:ln>
            </p:spPr>
            <p:txBody>
              <a:bodyPr rtlCol="0" anchor="ctr"/>
              <a:lstStyle/>
              <a:p>
                <a:endParaRPr lang="en-IN"/>
              </a:p>
            </p:txBody>
          </p:sp>
          <p:sp>
            <p:nvSpPr>
              <p:cNvPr id="1607" name="Freeform: Shape 1606">
                <a:extLst>
                  <a:ext uri="{FF2B5EF4-FFF2-40B4-BE49-F238E27FC236}">
                    <a16:creationId xmlns:a16="http://schemas.microsoft.com/office/drawing/2014/main" id="{E27C851B-940E-AF17-ED29-800F01619161}"/>
                  </a:ext>
                </a:extLst>
              </p:cNvPr>
              <p:cNvSpPr/>
              <p:nvPr/>
            </p:nvSpPr>
            <p:spPr>
              <a:xfrm>
                <a:off x="8818683" y="794717"/>
                <a:ext cx="430410" cy="579253"/>
              </a:xfrm>
              <a:custGeom>
                <a:avLst/>
                <a:gdLst>
                  <a:gd name="connsiteX0" fmla="*/ 125540 w 136977"/>
                  <a:gd name="connsiteY0" fmla="*/ 184346 h 184346"/>
                  <a:gd name="connsiteX1" fmla="*/ 0 w 136977"/>
                  <a:gd name="connsiteY1" fmla="*/ 87382 h 184346"/>
                  <a:gd name="connsiteX2" fmla="*/ 56007 w 136977"/>
                  <a:gd name="connsiteY2" fmla="*/ 5943 h 184346"/>
                  <a:gd name="connsiteX3" fmla="*/ 136589 w 136977"/>
                  <a:gd name="connsiteY3" fmla="*/ 42138 h 184346"/>
                  <a:gd name="connsiteX4" fmla="*/ 117824 w 136977"/>
                  <a:gd name="connsiteY4" fmla="*/ 106336 h 184346"/>
                  <a:gd name="connsiteX5" fmla="*/ 125540 w 136977"/>
                  <a:gd name="connsiteY5" fmla="*/ 184251 h 18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977" h="184346">
                    <a:moveTo>
                      <a:pt x="125540" y="184346"/>
                    </a:moveTo>
                    <a:lnTo>
                      <a:pt x="0" y="87382"/>
                    </a:lnTo>
                    <a:cubicBezTo>
                      <a:pt x="17907" y="60712"/>
                      <a:pt x="7334" y="26326"/>
                      <a:pt x="56007" y="5943"/>
                    </a:cubicBezTo>
                    <a:cubicBezTo>
                      <a:pt x="102394" y="-13488"/>
                      <a:pt x="133160" y="18992"/>
                      <a:pt x="136589" y="42138"/>
                    </a:cubicBezTo>
                    <a:cubicBezTo>
                      <a:pt x="139922" y="65284"/>
                      <a:pt x="120777" y="87763"/>
                      <a:pt x="117824" y="106336"/>
                    </a:cubicBezTo>
                    <a:cubicBezTo>
                      <a:pt x="114872" y="125005"/>
                      <a:pt x="122968" y="149008"/>
                      <a:pt x="125540" y="184251"/>
                    </a:cubicBezTo>
                    <a:close/>
                  </a:path>
                </a:pathLst>
              </a:custGeom>
              <a:solidFill>
                <a:schemeClr val="accent6"/>
              </a:solidFill>
              <a:ln w="0" cap="flat">
                <a:noFill/>
                <a:prstDash val="solid"/>
                <a:miter/>
              </a:ln>
            </p:spPr>
            <p:txBody>
              <a:bodyPr rtlCol="0" anchor="ctr"/>
              <a:lstStyle/>
              <a:p>
                <a:endParaRPr lang="en-IN"/>
              </a:p>
            </p:txBody>
          </p:sp>
          <p:sp>
            <p:nvSpPr>
              <p:cNvPr id="1608" name="Freeform: Shape 1607">
                <a:extLst>
                  <a:ext uri="{FF2B5EF4-FFF2-40B4-BE49-F238E27FC236}">
                    <a16:creationId xmlns:a16="http://schemas.microsoft.com/office/drawing/2014/main" id="{8A22E38A-482B-673C-3430-4F43E233FFB3}"/>
                  </a:ext>
                </a:extLst>
              </p:cNvPr>
              <p:cNvSpPr/>
              <p:nvPr/>
            </p:nvSpPr>
            <p:spPr>
              <a:xfrm>
                <a:off x="9214911" y="967827"/>
                <a:ext cx="131127" cy="91284"/>
              </a:xfrm>
              <a:custGeom>
                <a:avLst/>
                <a:gdLst>
                  <a:gd name="connsiteX0" fmla="*/ 393 w 41731"/>
                  <a:gd name="connsiteY0" fmla="*/ 27337 h 29051"/>
                  <a:gd name="connsiteX1" fmla="*/ 39922 w 41731"/>
                  <a:gd name="connsiteY1" fmla="*/ 28480 h 29051"/>
                  <a:gd name="connsiteX2" fmla="*/ 41732 w 41731"/>
                  <a:gd name="connsiteY2" fmla="*/ 29051 h 29051"/>
                  <a:gd name="connsiteX3" fmla="*/ 25063 w 41731"/>
                  <a:gd name="connsiteY3" fmla="*/ 8763 h 29051"/>
                  <a:gd name="connsiteX4" fmla="*/ 10109 w 41731"/>
                  <a:gd name="connsiteY4" fmla="*/ 0 h 29051"/>
                  <a:gd name="connsiteX5" fmla="*/ 1822 w 41731"/>
                  <a:gd name="connsiteY5" fmla="*/ 9334 h 29051"/>
                  <a:gd name="connsiteX6" fmla="*/ 203 w 41731"/>
                  <a:gd name="connsiteY6" fmla="*/ 27337 h 2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731" h="29051">
                    <a:moveTo>
                      <a:pt x="393" y="27337"/>
                    </a:moveTo>
                    <a:cubicBezTo>
                      <a:pt x="5918" y="18574"/>
                      <a:pt x="32588" y="26194"/>
                      <a:pt x="39922" y="28480"/>
                    </a:cubicBezTo>
                    <a:cubicBezTo>
                      <a:pt x="41065" y="28861"/>
                      <a:pt x="41732" y="29051"/>
                      <a:pt x="41732" y="29051"/>
                    </a:cubicBezTo>
                    <a:cubicBezTo>
                      <a:pt x="41732" y="22098"/>
                      <a:pt x="36874" y="14478"/>
                      <a:pt x="25063" y="8763"/>
                    </a:cubicBezTo>
                    <a:cubicBezTo>
                      <a:pt x="19920" y="6286"/>
                      <a:pt x="10109" y="0"/>
                      <a:pt x="10109" y="0"/>
                    </a:cubicBezTo>
                    <a:cubicBezTo>
                      <a:pt x="5823" y="1333"/>
                      <a:pt x="3346" y="5048"/>
                      <a:pt x="1822" y="9334"/>
                    </a:cubicBezTo>
                    <a:cubicBezTo>
                      <a:pt x="-845" y="17335"/>
                      <a:pt x="203" y="27337"/>
                      <a:pt x="203" y="27337"/>
                    </a:cubicBezTo>
                    <a:close/>
                  </a:path>
                </a:pathLst>
              </a:custGeom>
              <a:solidFill>
                <a:schemeClr val="accent5"/>
              </a:solidFill>
              <a:ln w="0" cap="flat">
                <a:noFill/>
                <a:prstDash val="solid"/>
                <a:miter/>
              </a:ln>
            </p:spPr>
            <p:txBody>
              <a:bodyPr rtlCol="0" anchor="ctr"/>
              <a:lstStyle/>
              <a:p>
                <a:endParaRPr lang="en-IN"/>
              </a:p>
            </p:txBody>
          </p:sp>
          <p:sp>
            <p:nvSpPr>
              <p:cNvPr id="1609" name="Freeform: Shape 1608">
                <a:extLst>
                  <a:ext uri="{FF2B5EF4-FFF2-40B4-BE49-F238E27FC236}">
                    <a16:creationId xmlns:a16="http://schemas.microsoft.com/office/drawing/2014/main" id="{3A71DCE2-E881-2D58-2F79-DCB3417958B1}"/>
                  </a:ext>
                </a:extLst>
              </p:cNvPr>
              <p:cNvSpPr/>
              <p:nvPr/>
            </p:nvSpPr>
            <p:spPr>
              <a:xfrm>
                <a:off x="9110794" y="913056"/>
                <a:ext cx="54470" cy="54470"/>
              </a:xfrm>
              <a:custGeom>
                <a:avLst/>
                <a:gdLst>
                  <a:gd name="connsiteX0" fmla="*/ 0 w 17335"/>
                  <a:gd name="connsiteY0" fmla="*/ 8668 h 17335"/>
                  <a:gd name="connsiteX1" fmla="*/ 8668 w 17335"/>
                  <a:gd name="connsiteY1" fmla="*/ 17335 h 17335"/>
                  <a:gd name="connsiteX2" fmla="*/ 17336 w 17335"/>
                  <a:gd name="connsiteY2" fmla="*/ 8668 h 17335"/>
                  <a:gd name="connsiteX3" fmla="*/ 8668 w 17335"/>
                  <a:gd name="connsiteY3" fmla="*/ 0 h 17335"/>
                  <a:gd name="connsiteX4" fmla="*/ 0 w 17335"/>
                  <a:gd name="connsiteY4" fmla="*/ 8668 h 17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35" h="17335">
                    <a:moveTo>
                      <a:pt x="0" y="8668"/>
                    </a:moveTo>
                    <a:cubicBezTo>
                      <a:pt x="0" y="13430"/>
                      <a:pt x="3905" y="17335"/>
                      <a:pt x="8668" y="17335"/>
                    </a:cubicBezTo>
                    <a:cubicBezTo>
                      <a:pt x="13430" y="17335"/>
                      <a:pt x="17336" y="13430"/>
                      <a:pt x="17336" y="8668"/>
                    </a:cubicBezTo>
                    <a:cubicBezTo>
                      <a:pt x="17336" y="3905"/>
                      <a:pt x="13430" y="0"/>
                      <a:pt x="8668" y="0"/>
                    </a:cubicBezTo>
                    <a:cubicBezTo>
                      <a:pt x="3905" y="0"/>
                      <a:pt x="0" y="3905"/>
                      <a:pt x="0" y="8668"/>
                    </a:cubicBezTo>
                    <a:close/>
                  </a:path>
                </a:pathLst>
              </a:custGeom>
              <a:solidFill>
                <a:schemeClr val="bg1"/>
              </a:solidFill>
              <a:ln w="0" cap="flat">
                <a:noFill/>
                <a:prstDash val="solid"/>
                <a:miter/>
              </a:ln>
            </p:spPr>
            <p:txBody>
              <a:bodyPr rtlCol="0" anchor="ctr"/>
              <a:lstStyle/>
              <a:p>
                <a:endParaRPr lang="en-IN"/>
              </a:p>
            </p:txBody>
          </p:sp>
          <p:sp>
            <p:nvSpPr>
              <p:cNvPr id="1610" name="Freeform: Shape 1609">
                <a:extLst>
                  <a:ext uri="{FF2B5EF4-FFF2-40B4-BE49-F238E27FC236}">
                    <a16:creationId xmlns:a16="http://schemas.microsoft.com/office/drawing/2014/main" id="{A8FFAF93-6168-B227-92E9-71F97FFDFFC4}"/>
                  </a:ext>
                </a:extLst>
              </p:cNvPr>
              <p:cNvSpPr/>
              <p:nvPr/>
            </p:nvSpPr>
            <p:spPr>
              <a:xfrm>
                <a:off x="9123366" y="926825"/>
                <a:ext cx="35912" cy="35915"/>
              </a:xfrm>
              <a:custGeom>
                <a:avLst/>
                <a:gdLst>
                  <a:gd name="connsiteX0" fmla="*/ 5715 w 11429"/>
                  <a:gd name="connsiteY0" fmla="*/ 11430 h 11430"/>
                  <a:gd name="connsiteX1" fmla="*/ 11430 w 11429"/>
                  <a:gd name="connsiteY1" fmla="*/ 5715 h 11430"/>
                  <a:gd name="connsiteX2" fmla="*/ 5715 w 11429"/>
                  <a:gd name="connsiteY2" fmla="*/ 0 h 11430"/>
                  <a:gd name="connsiteX3" fmla="*/ 0 w 11429"/>
                  <a:gd name="connsiteY3" fmla="*/ 5715 h 11430"/>
                  <a:gd name="connsiteX4" fmla="*/ 5715 w 11429"/>
                  <a:gd name="connsiteY4" fmla="*/ 11430 h 1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9" h="11430">
                    <a:moveTo>
                      <a:pt x="5715" y="11430"/>
                    </a:moveTo>
                    <a:cubicBezTo>
                      <a:pt x="8858" y="11430"/>
                      <a:pt x="11430" y="8858"/>
                      <a:pt x="11430" y="5715"/>
                    </a:cubicBezTo>
                    <a:cubicBezTo>
                      <a:pt x="11430" y="2572"/>
                      <a:pt x="8858" y="0"/>
                      <a:pt x="5715" y="0"/>
                    </a:cubicBezTo>
                    <a:cubicBezTo>
                      <a:pt x="2572" y="0"/>
                      <a:pt x="0" y="2572"/>
                      <a:pt x="0" y="5715"/>
                    </a:cubicBezTo>
                    <a:cubicBezTo>
                      <a:pt x="0" y="8858"/>
                      <a:pt x="2572" y="11430"/>
                      <a:pt x="5715" y="11430"/>
                    </a:cubicBezTo>
                    <a:close/>
                  </a:path>
                </a:pathLst>
              </a:custGeom>
              <a:solidFill>
                <a:schemeClr val="tx1"/>
              </a:solidFill>
              <a:ln w="0" cap="flat">
                <a:noFill/>
                <a:prstDash val="solid"/>
                <a:miter/>
              </a:ln>
            </p:spPr>
            <p:txBody>
              <a:bodyPr rtlCol="0" anchor="ctr"/>
              <a:lstStyle/>
              <a:p>
                <a:endParaRPr lang="en-IN"/>
              </a:p>
            </p:txBody>
          </p:sp>
          <p:sp>
            <p:nvSpPr>
              <p:cNvPr id="1611" name="Freeform: Shape 1610">
                <a:extLst>
                  <a:ext uri="{FF2B5EF4-FFF2-40B4-BE49-F238E27FC236}">
                    <a16:creationId xmlns:a16="http://schemas.microsoft.com/office/drawing/2014/main" id="{FB8B62E2-9B21-1131-9DDF-CDD0739DFF05}"/>
                  </a:ext>
                </a:extLst>
              </p:cNvPr>
              <p:cNvSpPr/>
              <p:nvPr/>
            </p:nvSpPr>
            <p:spPr>
              <a:xfrm>
                <a:off x="9127856" y="926526"/>
                <a:ext cx="8977" cy="8977"/>
              </a:xfrm>
              <a:custGeom>
                <a:avLst/>
                <a:gdLst>
                  <a:gd name="connsiteX0" fmla="*/ 2857 w 2857"/>
                  <a:gd name="connsiteY0" fmla="*/ 1429 h 2857"/>
                  <a:gd name="connsiteX1" fmla="*/ 1429 w 2857"/>
                  <a:gd name="connsiteY1" fmla="*/ 2858 h 2857"/>
                  <a:gd name="connsiteX2" fmla="*/ 0 w 2857"/>
                  <a:gd name="connsiteY2" fmla="*/ 1429 h 2857"/>
                  <a:gd name="connsiteX3" fmla="*/ 1429 w 2857"/>
                  <a:gd name="connsiteY3" fmla="*/ 0 h 2857"/>
                  <a:gd name="connsiteX4" fmla="*/ 2857 w 2857"/>
                  <a:gd name="connsiteY4" fmla="*/ 1429 h 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 h="2857">
                    <a:moveTo>
                      <a:pt x="2857" y="1429"/>
                    </a:moveTo>
                    <a:cubicBezTo>
                      <a:pt x="2857" y="2218"/>
                      <a:pt x="2218" y="2858"/>
                      <a:pt x="1429" y="2858"/>
                    </a:cubicBezTo>
                    <a:cubicBezTo>
                      <a:pt x="640" y="2858"/>
                      <a:pt x="0" y="2218"/>
                      <a:pt x="0" y="1429"/>
                    </a:cubicBezTo>
                    <a:cubicBezTo>
                      <a:pt x="0" y="640"/>
                      <a:pt x="640" y="0"/>
                      <a:pt x="1429" y="0"/>
                    </a:cubicBezTo>
                    <a:cubicBezTo>
                      <a:pt x="2218" y="0"/>
                      <a:pt x="2857" y="640"/>
                      <a:pt x="2857" y="1429"/>
                    </a:cubicBezTo>
                    <a:close/>
                  </a:path>
                </a:pathLst>
              </a:custGeom>
              <a:solidFill>
                <a:schemeClr val="bg1"/>
              </a:solidFill>
              <a:ln w="0" cap="flat">
                <a:noFill/>
                <a:prstDash val="solid"/>
                <a:miter/>
              </a:ln>
            </p:spPr>
            <p:txBody>
              <a:bodyPr rtlCol="0" anchor="ctr"/>
              <a:lstStyle/>
              <a:p>
                <a:endParaRPr lang="en-IN"/>
              </a:p>
            </p:txBody>
          </p:sp>
          <p:sp>
            <p:nvSpPr>
              <p:cNvPr id="1612" name="Freeform: Shape 1611">
                <a:extLst>
                  <a:ext uri="{FF2B5EF4-FFF2-40B4-BE49-F238E27FC236}">
                    <a16:creationId xmlns:a16="http://schemas.microsoft.com/office/drawing/2014/main" id="{FF1DA5DA-7183-18C7-1B9E-F29E5D2ACE27}"/>
                  </a:ext>
                </a:extLst>
              </p:cNvPr>
              <p:cNvSpPr/>
              <p:nvPr/>
            </p:nvSpPr>
            <p:spPr>
              <a:xfrm>
                <a:off x="8185974" y="1059359"/>
                <a:ext cx="1034744" cy="697998"/>
              </a:xfrm>
              <a:custGeom>
                <a:avLst/>
                <a:gdLst>
                  <a:gd name="connsiteX0" fmla="*/ 697057 w 1034744"/>
                  <a:gd name="connsiteY0" fmla="*/ 655 h 697998"/>
                  <a:gd name="connsiteX1" fmla="*/ 992160 w 1034744"/>
                  <a:gd name="connsiteY1" fmla="*/ 160477 h 697998"/>
                  <a:gd name="connsiteX2" fmla="*/ 1034061 w 1034744"/>
                  <a:gd name="connsiteY2" fmla="*/ 312519 h 697998"/>
                  <a:gd name="connsiteX3" fmla="*/ 1010416 w 1034744"/>
                  <a:gd name="connsiteY3" fmla="*/ 481023 h 697998"/>
                  <a:gd name="connsiteX4" fmla="*/ 996650 w 1034744"/>
                  <a:gd name="connsiteY4" fmla="*/ 430442 h 697998"/>
                  <a:gd name="connsiteX5" fmla="*/ 976298 w 1034744"/>
                  <a:gd name="connsiteY5" fmla="*/ 517236 h 697998"/>
                  <a:gd name="connsiteX6" fmla="*/ 319644 w 1034744"/>
                  <a:gd name="connsiteY6" fmla="*/ 652816 h 697998"/>
                  <a:gd name="connsiteX7" fmla="*/ 317249 w 1034744"/>
                  <a:gd name="connsiteY7" fmla="*/ 651921 h 697998"/>
                  <a:gd name="connsiteX8" fmla="*/ 291810 w 1034744"/>
                  <a:gd name="connsiteY8" fmla="*/ 637555 h 697998"/>
                  <a:gd name="connsiteX9" fmla="*/ 292128 w 1034744"/>
                  <a:gd name="connsiteY9" fmla="*/ 637555 h 697998"/>
                  <a:gd name="connsiteX10" fmla="*/ 239145 w 1034744"/>
                  <a:gd name="connsiteY10" fmla="*/ 607259 h 697998"/>
                  <a:gd name="connsiteX11" fmla="*/ 83504 w 1034744"/>
                  <a:gd name="connsiteY11" fmla="*/ 433434 h 697998"/>
                  <a:gd name="connsiteX12" fmla="*/ 126901 w 1034744"/>
                  <a:gd name="connsiteY12" fmla="*/ 447203 h 697998"/>
                  <a:gd name="connsiteX13" fmla="*/ 21251 w 1034744"/>
                  <a:gd name="connsiteY13" fmla="*/ 283189 h 697998"/>
                  <a:gd name="connsiteX14" fmla="*/ 59859 w 1034744"/>
                  <a:gd name="connsiteY14" fmla="*/ 304739 h 697998"/>
                  <a:gd name="connsiteX15" fmla="*/ 0 w 1034744"/>
                  <a:gd name="connsiteY15" fmla="*/ 142221 h 697998"/>
                  <a:gd name="connsiteX16" fmla="*/ 176884 w 1034744"/>
                  <a:gd name="connsiteY16" fmla="*/ 202677 h 697998"/>
                  <a:gd name="connsiteX17" fmla="*/ 181718 w 1034744"/>
                  <a:gd name="connsiteY17" fmla="*/ 201870 h 697998"/>
                  <a:gd name="connsiteX18" fmla="*/ 250776 w 1034744"/>
                  <a:gd name="connsiteY18" fmla="*/ 185001 h 697998"/>
                  <a:gd name="connsiteX19" fmla="*/ 255297 w 1034744"/>
                  <a:gd name="connsiteY19" fmla="*/ 183522 h 697998"/>
                  <a:gd name="connsiteX20" fmla="*/ 255898 w 1034744"/>
                  <a:gd name="connsiteY20" fmla="*/ 183522 h 697998"/>
                  <a:gd name="connsiteX21" fmla="*/ 285529 w 1034744"/>
                  <a:gd name="connsiteY21" fmla="*/ 171251 h 697998"/>
                  <a:gd name="connsiteX22" fmla="*/ 286608 w 1034744"/>
                  <a:gd name="connsiteY22" fmla="*/ 170784 h 697998"/>
                  <a:gd name="connsiteX23" fmla="*/ 365988 w 1034744"/>
                  <a:gd name="connsiteY23" fmla="*/ 123425 h 697998"/>
                  <a:gd name="connsiteX24" fmla="*/ 697057 w 1034744"/>
                  <a:gd name="connsiteY24" fmla="*/ 655 h 69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34744" h="697998">
                    <a:moveTo>
                      <a:pt x="697057" y="655"/>
                    </a:moveTo>
                    <a:cubicBezTo>
                      <a:pt x="841915" y="-7726"/>
                      <a:pt x="940681" y="65302"/>
                      <a:pt x="992160" y="160477"/>
                    </a:cubicBezTo>
                    <a:cubicBezTo>
                      <a:pt x="1017901" y="208065"/>
                      <a:pt x="1031965" y="261338"/>
                      <a:pt x="1034061" y="312519"/>
                    </a:cubicBezTo>
                    <a:cubicBezTo>
                      <a:pt x="1036455" y="372978"/>
                      <a:pt x="1033464" y="429842"/>
                      <a:pt x="1010416" y="481023"/>
                    </a:cubicBezTo>
                    <a:cubicBezTo>
                      <a:pt x="1004132" y="495090"/>
                      <a:pt x="1011613" y="446304"/>
                      <a:pt x="996650" y="430442"/>
                    </a:cubicBezTo>
                    <a:cubicBezTo>
                      <a:pt x="996650" y="430442"/>
                      <a:pt x="998146" y="467253"/>
                      <a:pt x="976298" y="517236"/>
                    </a:cubicBezTo>
                    <a:cubicBezTo>
                      <a:pt x="902972" y="683645"/>
                      <a:pt x="518674" y="750090"/>
                      <a:pt x="319644" y="652816"/>
                    </a:cubicBezTo>
                    <a:cubicBezTo>
                      <a:pt x="318748" y="652518"/>
                      <a:pt x="318148" y="652219"/>
                      <a:pt x="317249" y="651921"/>
                    </a:cubicBezTo>
                    <a:cubicBezTo>
                      <a:pt x="308272" y="647431"/>
                      <a:pt x="299892" y="642642"/>
                      <a:pt x="291810" y="637555"/>
                    </a:cubicBezTo>
                    <a:lnTo>
                      <a:pt x="292128" y="637555"/>
                    </a:lnTo>
                    <a:lnTo>
                      <a:pt x="239145" y="607259"/>
                    </a:lnTo>
                    <a:cubicBezTo>
                      <a:pt x="168577" y="558072"/>
                      <a:pt x="119643" y="496512"/>
                      <a:pt x="83504" y="433434"/>
                    </a:cubicBezTo>
                    <a:cubicBezTo>
                      <a:pt x="97870" y="437924"/>
                      <a:pt x="112236" y="442414"/>
                      <a:pt x="126901" y="447203"/>
                    </a:cubicBezTo>
                    <a:cubicBezTo>
                      <a:pt x="75721" y="405302"/>
                      <a:pt x="38310" y="346938"/>
                      <a:pt x="21251" y="283189"/>
                    </a:cubicBezTo>
                    <a:cubicBezTo>
                      <a:pt x="34118" y="290372"/>
                      <a:pt x="46989" y="297555"/>
                      <a:pt x="59859" y="304739"/>
                    </a:cubicBezTo>
                    <a:cubicBezTo>
                      <a:pt x="28136" y="255953"/>
                      <a:pt x="7482" y="199984"/>
                      <a:pt x="0" y="142221"/>
                    </a:cubicBezTo>
                    <a:cubicBezTo>
                      <a:pt x="70335" y="192801"/>
                      <a:pt x="127200" y="206271"/>
                      <a:pt x="176884" y="202677"/>
                    </a:cubicBezTo>
                    <a:lnTo>
                      <a:pt x="181718" y="201870"/>
                    </a:lnTo>
                    <a:lnTo>
                      <a:pt x="250776" y="185001"/>
                    </a:lnTo>
                    <a:lnTo>
                      <a:pt x="255297" y="183522"/>
                    </a:lnTo>
                    <a:cubicBezTo>
                      <a:pt x="255599" y="183522"/>
                      <a:pt x="255898" y="183522"/>
                      <a:pt x="255898" y="183522"/>
                    </a:cubicBezTo>
                    <a:cubicBezTo>
                      <a:pt x="266072" y="179632"/>
                      <a:pt x="275649" y="175443"/>
                      <a:pt x="285529" y="171251"/>
                    </a:cubicBezTo>
                    <a:lnTo>
                      <a:pt x="286608" y="170784"/>
                    </a:lnTo>
                    <a:lnTo>
                      <a:pt x="365988" y="123425"/>
                    </a:lnTo>
                    <a:cubicBezTo>
                      <a:pt x="459508" y="69960"/>
                      <a:pt x="587288" y="6940"/>
                      <a:pt x="697057" y="655"/>
                    </a:cubicBezTo>
                    <a:close/>
                  </a:path>
                </a:pathLst>
              </a:custGeom>
              <a:solidFill>
                <a:schemeClr val="accent6"/>
              </a:solidFill>
              <a:ln w="0" cap="flat">
                <a:noFill/>
                <a:prstDash val="solid"/>
                <a:miter/>
              </a:ln>
            </p:spPr>
            <p:txBody>
              <a:bodyPr rtlCol="0" anchor="ctr"/>
              <a:lstStyle/>
              <a:p>
                <a:endParaRPr lang="en-IN"/>
              </a:p>
            </p:txBody>
          </p:sp>
          <p:sp>
            <p:nvSpPr>
              <p:cNvPr id="1613" name="Freeform: Shape 1612">
                <a:extLst>
                  <a:ext uri="{FF2B5EF4-FFF2-40B4-BE49-F238E27FC236}">
                    <a16:creationId xmlns:a16="http://schemas.microsoft.com/office/drawing/2014/main" id="{39B00EA4-9533-B452-10F4-4DA85B580AC9}"/>
                  </a:ext>
                </a:extLst>
              </p:cNvPr>
              <p:cNvSpPr/>
              <p:nvPr/>
            </p:nvSpPr>
            <p:spPr>
              <a:xfrm>
                <a:off x="8444267" y="1254532"/>
                <a:ext cx="500339" cy="319719"/>
              </a:xfrm>
              <a:custGeom>
                <a:avLst/>
                <a:gdLst>
                  <a:gd name="connsiteX0" fmla="*/ 22193 w 159232"/>
                  <a:gd name="connsiteY0" fmla="*/ 40584 h 101750"/>
                  <a:gd name="connsiteX1" fmla="*/ 3238 w 159232"/>
                  <a:gd name="connsiteY1" fmla="*/ 13914 h 101750"/>
                  <a:gd name="connsiteX2" fmla="*/ 116491 w 159232"/>
                  <a:gd name="connsiteY2" fmla="*/ 293 h 101750"/>
                  <a:gd name="connsiteX3" fmla="*/ 122587 w 159232"/>
                  <a:gd name="connsiteY3" fmla="*/ 91447 h 101750"/>
                  <a:gd name="connsiteX4" fmla="*/ 0 w 159232"/>
                  <a:gd name="connsiteY4" fmla="*/ 29058 h 101750"/>
                  <a:gd name="connsiteX5" fmla="*/ 22193 w 159232"/>
                  <a:gd name="connsiteY5" fmla="*/ 40584 h 10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32" h="101750">
                    <a:moveTo>
                      <a:pt x="22193" y="40584"/>
                    </a:moveTo>
                    <a:cubicBezTo>
                      <a:pt x="13430" y="35535"/>
                      <a:pt x="6096" y="24201"/>
                      <a:pt x="3238" y="13914"/>
                    </a:cubicBezTo>
                    <a:cubicBezTo>
                      <a:pt x="41148" y="28773"/>
                      <a:pt x="79438" y="3912"/>
                      <a:pt x="116491" y="293"/>
                    </a:cubicBezTo>
                    <a:cubicBezTo>
                      <a:pt x="170593" y="-4946"/>
                      <a:pt x="174117" y="61443"/>
                      <a:pt x="122587" y="91447"/>
                    </a:cubicBezTo>
                    <a:cubicBezTo>
                      <a:pt x="73914" y="119832"/>
                      <a:pt x="14669" y="86494"/>
                      <a:pt x="0" y="29058"/>
                    </a:cubicBezTo>
                    <a:cubicBezTo>
                      <a:pt x="2191" y="37726"/>
                      <a:pt x="13335" y="40965"/>
                      <a:pt x="22193" y="40584"/>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614" name="Freeform: Shape 1613">
                <a:extLst>
                  <a:ext uri="{FF2B5EF4-FFF2-40B4-BE49-F238E27FC236}">
                    <a16:creationId xmlns:a16="http://schemas.microsoft.com/office/drawing/2014/main" id="{56BED182-1497-2201-820F-2DFDB0981D38}"/>
                  </a:ext>
                </a:extLst>
              </p:cNvPr>
              <p:cNvSpPr/>
              <p:nvPr/>
            </p:nvSpPr>
            <p:spPr>
              <a:xfrm>
                <a:off x="8444267" y="1231741"/>
                <a:ext cx="512817" cy="318657"/>
              </a:xfrm>
              <a:custGeom>
                <a:avLst/>
                <a:gdLst>
                  <a:gd name="connsiteX0" fmla="*/ 0 w 163203"/>
                  <a:gd name="connsiteY0" fmla="*/ 36311 h 101412"/>
                  <a:gd name="connsiteX1" fmla="*/ 126587 w 163203"/>
                  <a:gd name="connsiteY1" fmla="*/ 91366 h 101412"/>
                  <a:gd name="connsiteX2" fmla="*/ 156591 w 163203"/>
                  <a:gd name="connsiteY2" fmla="*/ 13546 h 101412"/>
                  <a:gd name="connsiteX3" fmla="*/ 120396 w 163203"/>
                  <a:gd name="connsiteY3" fmla="*/ 307 h 101412"/>
                  <a:gd name="connsiteX4" fmla="*/ 22193 w 163203"/>
                  <a:gd name="connsiteY4" fmla="*/ 25072 h 101412"/>
                  <a:gd name="connsiteX5" fmla="*/ 3238 w 163203"/>
                  <a:gd name="connsiteY5" fmla="*/ 21262 h 101412"/>
                  <a:gd name="connsiteX6" fmla="*/ 26194 w 163203"/>
                  <a:gd name="connsiteY6" fmla="*/ 40597 h 101412"/>
                  <a:gd name="connsiteX7" fmla="*/ 0 w 163203"/>
                  <a:gd name="connsiteY7" fmla="*/ 36406 h 10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203" h="101412">
                    <a:moveTo>
                      <a:pt x="0" y="36311"/>
                    </a:moveTo>
                    <a:cubicBezTo>
                      <a:pt x="19526" y="83746"/>
                      <a:pt x="77914" y="119750"/>
                      <a:pt x="126587" y="91366"/>
                    </a:cubicBezTo>
                    <a:cubicBezTo>
                      <a:pt x="161639" y="70887"/>
                      <a:pt x="171259" y="33549"/>
                      <a:pt x="156591" y="13546"/>
                    </a:cubicBezTo>
                    <a:cubicBezTo>
                      <a:pt x="149828" y="4212"/>
                      <a:pt x="137636" y="-1408"/>
                      <a:pt x="120396" y="307"/>
                    </a:cubicBezTo>
                    <a:cubicBezTo>
                      <a:pt x="89440" y="3355"/>
                      <a:pt x="54864" y="26215"/>
                      <a:pt x="22193" y="25072"/>
                    </a:cubicBezTo>
                    <a:cubicBezTo>
                      <a:pt x="15716" y="24881"/>
                      <a:pt x="9430" y="23643"/>
                      <a:pt x="3238" y="21262"/>
                    </a:cubicBezTo>
                    <a:cubicBezTo>
                      <a:pt x="9715" y="28977"/>
                      <a:pt x="17526" y="35549"/>
                      <a:pt x="26194" y="40597"/>
                    </a:cubicBezTo>
                    <a:cubicBezTo>
                      <a:pt x="17336" y="40978"/>
                      <a:pt x="8287" y="39454"/>
                      <a:pt x="0" y="36406"/>
                    </a:cubicBezTo>
                    <a:close/>
                  </a:path>
                </a:pathLst>
              </a:custGeom>
              <a:solidFill>
                <a:schemeClr val="accent5"/>
              </a:solidFill>
              <a:ln w="0" cap="flat">
                <a:noFill/>
                <a:prstDash val="solid"/>
                <a:miter/>
              </a:ln>
            </p:spPr>
            <p:txBody>
              <a:bodyPr rtlCol="0" anchor="ctr"/>
              <a:lstStyle/>
              <a:p>
                <a:endParaRPr lang="en-IN"/>
              </a:p>
            </p:txBody>
          </p:sp>
          <p:sp>
            <p:nvSpPr>
              <p:cNvPr id="1615" name="Freeform: Shape 1614">
                <a:extLst>
                  <a:ext uri="{FF2B5EF4-FFF2-40B4-BE49-F238E27FC236}">
                    <a16:creationId xmlns:a16="http://schemas.microsoft.com/office/drawing/2014/main" id="{A19FFA37-16B5-F4D2-6963-3CAB2B65DD96}"/>
                  </a:ext>
                </a:extLst>
              </p:cNvPr>
              <p:cNvSpPr/>
              <p:nvPr/>
            </p:nvSpPr>
            <p:spPr>
              <a:xfrm>
                <a:off x="8185975" y="1201277"/>
                <a:ext cx="1034746" cy="556076"/>
              </a:xfrm>
              <a:custGeom>
                <a:avLst/>
                <a:gdLst>
                  <a:gd name="connsiteX0" fmla="*/ 40386 w 329306"/>
                  <a:gd name="connsiteY0" fmla="*/ 97155 h 176970"/>
                  <a:gd name="connsiteX1" fmla="*/ 26575 w 329306"/>
                  <a:gd name="connsiteY1" fmla="*/ 92773 h 176970"/>
                  <a:gd name="connsiteX2" fmla="*/ 100965 w 329306"/>
                  <a:gd name="connsiteY2" fmla="*/ 162306 h 176970"/>
                  <a:gd name="connsiteX3" fmla="*/ 101727 w 329306"/>
                  <a:gd name="connsiteY3" fmla="*/ 162592 h 176970"/>
                  <a:gd name="connsiteX4" fmla="*/ 310705 w 329306"/>
                  <a:gd name="connsiteY4" fmla="*/ 119444 h 176970"/>
                  <a:gd name="connsiteX5" fmla="*/ 317182 w 329306"/>
                  <a:gd name="connsiteY5" fmla="*/ 91821 h 176970"/>
                  <a:gd name="connsiteX6" fmla="*/ 321564 w 329306"/>
                  <a:gd name="connsiteY6" fmla="*/ 107918 h 176970"/>
                  <a:gd name="connsiteX7" fmla="*/ 329089 w 329306"/>
                  <a:gd name="connsiteY7" fmla="*/ 54292 h 176970"/>
                  <a:gd name="connsiteX8" fmla="*/ 315754 w 329306"/>
                  <a:gd name="connsiteY8" fmla="*/ 5906 h 176970"/>
                  <a:gd name="connsiteX9" fmla="*/ 312039 w 329306"/>
                  <a:gd name="connsiteY9" fmla="*/ 667 h 176970"/>
                  <a:gd name="connsiteX10" fmla="*/ 311848 w 329306"/>
                  <a:gd name="connsiteY10" fmla="*/ 63246 h 176970"/>
                  <a:gd name="connsiteX11" fmla="*/ 305753 w 329306"/>
                  <a:gd name="connsiteY11" fmla="*/ 47720 h 176970"/>
                  <a:gd name="connsiteX12" fmla="*/ 283655 w 329306"/>
                  <a:gd name="connsiteY12" fmla="*/ 142875 h 176970"/>
                  <a:gd name="connsiteX13" fmla="*/ 284131 w 329306"/>
                  <a:gd name="connsiteY13" fmla="*/ 120491 h 176970"/>
                  <a:gd name="connsiteX14" fmla="*/ 229457 w 329306"/>
                  <a:gd name="connsiteY14" fmla="*/ 151543 h 176970"/>
                  <a:gd name="connsiteX15" fmla="*/ 231648 w 329306"/>
                  <a:gd name="connsiteY15" fmla="*/ 144113 h 176970"/>
                  <a:gd name="connsiteX16" fmla="*/ 194881 w 329306"/>
                  <a:gd name="connsiteY16" fmla="*/ 159448 h 176970"/>
                  <a:gd name="connsiteX17" fmla="*/ 181642 w 329306"/>
                  <a:gd name="connsiteY17" fmla="*/ 159734 h 176970"/>
                  <a:gd name="connsiteX18" fmla="*/ 174403 w 329306"/>
                  <a:gd name="connsiteY18" fmla="*/ 146304 h 176970"/>
                  <a:gd name="connsiteX19" fmla="*/ 146209 w 329306"/>
                  <a:gd name="connsiteY19" fmla="*/ 157544 h 176970"/>
                  <a:gd name="connsiteX20" fmla="*/ 125349 w 329306"/>
                  <a:gd name="connsiteY20" fmla="*/ 136017 h 176970"/>
                  <a:gd name="connsiteX21" fmla="*/ 111538 w 329306"/>
                  <a:gd name="connsiteY21" fmla="*/ 148114 h 176970"/>
                  <a:gd name="connsiteX22" fmla="*/ 104013 w 329306"/>
                  <a:gd name="connsiteY22" fmla="*/ 148114 h 176970"/>
                  <a:gd name="connsiteX23" fmla="*/ 89249 w 329306"/>
                  <a:gd name="connsiteY23" fmla="*/ 140875 h 176970"/>
                  <a:gd name="connsiteX24" fmla="*/ 74295 w 329306"/>
                  <a:gd name="connsiteY24" fmla="*/ 121920 h 176970"/>
                  <a:gd name="connsiteX25" fmla="*/ 89630 w 329306"/>
                  <a:gd name="connsiteY25" fmla="*/ 129350 h 176970"/>
                  <a:gd name="connsiteX26" fmla="*/ 65722 w 329306"/>
                  <a:gd name="connsiteY26" fmla="*/ 100965 h 176970"/>
                  <a:gd name="connsiteX27" fmla="*/ 84487 w 329306"/>
                  <a:gd name="connsiteY27" fmla="*/ 108299 h 176970"/>
                  <a:gd name="connsiteX28" fmla="*/ 33909 w 329306"/>
                  <a:gd name="connsiteY28" fmla="*/ 45720 h 176970"/>
                  <a:gd name="connsiteX29" fmla="*/ 65056 w 329306"/>
                  <a:gd name="connsiteY29" fmla="*/ 46577 h 176970"/>
                  <a:gd name="connsiteX30" fmla="*/ 36290 w 329306"/>
                  <a:gd name="connsiteY30" fmla="*/ 28099 h 176970"/>
                  <a:gd name="connsiteX31" fmla="*/ 69342 w 329306"/>
                  <a:gd name="connsiteY31" fmla="*/ 22574 h 176970"/>
                  <a:gd name="connsiteX32" fmla="*/ 81439 w 329306"/>
                  <a:gd name="connsiteY32" fmla="*/ 13144 h 176970"/>
                  <a:gd name="connsiteX33" fmla="*/ 81248 w 329306"/>
                  <a:gd name="connsiteY33" fmla="*/ 13144 h 176970"/>
                  <a:gd name="connsiteX34" fmla="*/ 56293 w 329306"/>
                  <a:gd name="connsiteY34" fmla="*/ 19240 h 176970"/>
                  <a:gd name="connsiteX35" fmla="*/ 0 w 329306"/>
                  <a:gd name="connsiteY35" fmla="*/ 0 h 176970"/>
                  <a:gd name="connsiteX36" fmla="*/ 19050 w 329306"/>
                  <a:gd name="connsiteY36" fmla="*/ 51721 h 176970"/>
                  <a:gd name="connsiteX37" fmla="*/ 6763 w 329306"/>
                  <a:gd name="connsiteY37" fmla="*/ 44863 h 176970"/>
                  <a:gd name="connsiteX38" fmla="*/ 40386 w 329306"/>
                  <a:gd name="connsiteY38" fmla="*/ 97060 h 176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9306" h="176970">
                    <a:moveTo>
                      <a:pt x="40386" y="97155"/>
                    </a:moveTo>
                    <a:cubicBezTo>
                      <a:pt x="35719" y="95631"/>
                      <a:pt x="31147" y="94202"/>
                      <a:pt x="26575" y="92773"/>
                    </a:cubicBezTo>
                    <a:cubicBezTo>
                      <a:pt x="41910" y="119539"/>
                      <a:pt x="64484" y="145447"/>
                      <a:pt x="100965" y="162306"/>
                    </a:cubicBezTo>
                    <a:cubicBezTo>
                      <a:pt x="101251" y="162401"/>
                      <a:pt x="101441" y="162496"/>
                      <a:pt x="101727" y="162592"/>
                    </a:cubicBezTo>
                    <a:cubicBezTo>
                      <a:pt x="165068" y="193548"/>
                      <a:pt x="287369" y="172402"/>
                      <a:pt x="310705" y="119444"/>
                    </a:cubicBezTo>
                    <a:cubicBezTo>
                      <a:pt x="317659" y="103537"/>
                      <a:pt x="317182" y="91821"/>
                      <a:pt x="317182" y="91821"/>
                    </a:cubicBezTo>
                    <a:cubicBezTo>
                      <a:pt x="321945" y="96869"/>
                      <a:pt x="319564" y="112395"/>
                      <a:pt x="321564" y="107918"/>
                    </a:cubicBezTo>
                    <a:cubicBezTo>
                      <a:pt x="328898" y="91631"/>
                      <a:pt x="329851" y="73533"/>
                      <a:pt x="329089" y="54292"/>
                    </a:cubicBezTo>
                    <a:cubicBezTo>
                      <a:pt x="328422" y="38005"/>
                      <a:pt x="323945" y="21050"/>
                      <a:pt x="315754" y="5906"/>
                    </a:cubicBezTo>
                    <a:cubicBezTo>
                      <a:pt x="314515" y="4191"/>
                      <a:pt x="313277" y="2381"/>
                      <a:pt x="312039" y="667"/>
                    </a:cubicBezTo>
                    <a:cubicBezTo>
                      <a:pt x="318611" y="20860"/>
                      <a:pt x="318516" y="43148"/>
                      <a:pt x="311848" y="63246"/>
                    </a:cubicBezTo>
                    <a:cubicBezTo>
                      <a:pt x="309848" y="58102"/>
                      <a:pt x="307848" y="52864"/>
                      <a:pt x="305753" y="47720"/>
                    </a:cubicBezTo>
                    <a:cubicBezTo>
                      <a:pt x="311087" y="80677"/>
                      <a:pt x="302990" y="115633"/>
                      <a:pt x="283655" y="142875"/>
                    </a:cubicBezTo>
                    <a:cubicBezTo>
                      <a:pt x="283750" y="135446"/>
                      <a:pt x="283940" y="127921"/>
                      <a:pt x="284131" y="120491"/>
                    </a:cubicBezTo>
                    <a:cubicBezTo>
                      <a:pt x="270701" y="137160"/>
                      <a:pt x="250698" y="148495"/>
                      <a:pt x="229457" y="151543"/>
                    </a:cubicBezTo>
                    <a:cubicBezTo>
                      <a:pt x="230219" y="149066"/>
                      <a:pt x="230886" y="146590"/>
                      <a:pt x="231648" y="144113"/>
                    </a:cubicBezTo>
                    <a:cubicBezTo>
                      <a:pt x="220694" y="151733"/>
                      <a:pt x="207645" y="155638"/>
                      <a:pt x="194881" y="159448"/>
                    </a:cubicBezTo>
                    <a:cubicBezTo>
                      <a:pt x="190500" y="160782"/>
                      <a:pt x="185547" y="161925"/>
                      <a:pt x="181642" y="159734"/>
                    </a:cubicBezTo>
                    <a:cubicBezTo>
                      <a:pt x="178498" y="157925"/>
                      <a:pt x="172117" y="148590"/>
                      <a:pt x="174403" y="146304"/>
                    </a:cubicBezTo>
                    <a:cubicBezTo>
                      <a:pt x="163830" y="151448"/>
                      <a:pt x="157734" y="159639"/>
                      <a:pt x="146209" y="157544"/>
                    </a:cubicBezTo>
                    <a:cubicBezTo>
                      <a:pt x="135541" y="155638"/>
                      <a:pt x="125825" y="146304"/>
                      <a:pt x="125349" y="136017"/>
                    </a:cubicBezTo>
                    <a:cubicBezTo>
                      <a:pt x="123635" y="142018"/>
                      <a:pt x="117920" y="146875"/>
                      <a:pt x="111538" y="148114"/>
                    </a:cubicBezTo>
                    <a:cubicBezTo>
                      <a:pt x="109061" y="148590"/>
                      <a:pt x="106489" y="148590"/>
                      <a:pt x="104013" y="148114"/>
                    </a:cubicBezTo>
                    <a:cubicBezTo>
                      <a:pt x="98679" y="147256"/>
                      <a:pt x="93440" y="144494"/>
                      <a:pt x="89249" y="140875"/>
                    </a:cubicBezTo>
                    <a:cubicBezTo>
                      <a:pt x="83153" y="135636"/>
                      <a:pt x="78677" y="128778"/>
                      <a:pt x="74295" y="121920"/>
                    </a:cubicBezTo>
                    <a:cubicBezTo>
                      <a:pt x="79248" y="124206"/>
                      <a:pt x="84677" y="127063"/>
                      <a:pt x="89630" y="129350"/>
                    </a:cubicBezTo>
                    <a:cubicBezTo>
                      <a:pt x="79343" y="122301"/>
                      <a:pt x="70961" y="112395"/>
                      <a:pt x="65722" y="100965"/>
                    </a:cubicBezTo>
                    <a:cubicBezTo>
                      <a:pt x="72009" y="103442"/>
                      <a:pt x="78296" y="105823"/>
                      <a:pt x="84487" y="108299"/>
                    </a:cubicBezTo>
                    <a:cubicBezTo>
                      <a:pt x="66008" y="89630"/>
                      <a:pt x="41720" y="70675"/>
                      <a:pt x="33909" y="45720"/>
                    </a:cubicBezTo>
                    <a:cubicBezTo>
                      <a:pt x="39910" y="49911"/>
                      <a:pt x="57817" y="47530"/>
                      <a:pt x="65056" y="46577"/>
                    </a:cubicBezTo>
                    <a:cubicBezTo>
                      <a:pt x="55531" y="40481"/>
                      <a:pt x="45911" y="34290"/>
                      <a:pt x="36290" y="28099"/>
                    </a:cubicBezTo>
                    <a:cubicBezTo>
                      <a:pt x="47530" y="27908"/>
                      <a:pt x="59150" y="27432"/>
                      <a:pt x="69342" y="22574"/>
                    </a:cubicBezTo>
                    <a:cubicBezTo>
                      <a:pt x="73914" y="20383"/>
                      <a:pt x="78200" y="17145"/>
                      <a:pt x="81439" y="13144"/>
                    </a:cubicBezTo>
                    <a:cubicBezTo>
                      <a:pt x="81439" y="13144"/>
                      <a:pt x="81344" y="13144"/>
                      <a:pt x="81248" y="13144"/>
                    </a:cubicBezTo>
                    <a:cubicBezTo>
                      <a:pt x="71723" y="15811"/>
                      <a:pt x="63532" y="17812"/>
                      <a:pt x="56293" y="19240"/>
                    </a:cubicBezTo>
                    <a:cubicBezTo>
                      <a:pt x="40481" y="20383"/>
                      <a:pt x="22384" y="16097"/>
                      <a:pt x="0" y="0"/>
                    </a:cubicBezTo>
                    <a:cubicBezTo>
                      <a:pt x="2381" y="18383"/>
                      <a:pt x="8954" y="36195"/>
                      <a:pt x="19050" y="51721"/>
                    </a:cubicBezTo>
                    <a:cubicBezTo>
                      <a:pt x="14954" y="49435"/>
                      <a:pt x="10858" y="47149"/>
                      <a:pt x="6763" y="44863"/>
                    </a:cubicBezTo>
                    <a:cubicBezTo>
                      <a:pt x="12192" y="65151"/>
                      <a:pt x="24098" y="83725"/>
                      <a:pt x="40386" y="97060"/>
                    </a:cubicBezTo>
                    <a:close/>
                  </a:path>
                </a:pathLst>
              </a:custGeom>
              <a:solidFill>
                <a:schemeClr val="accent5"/>
              </a:solidFill>
              <a:ln w="0" cap="flat">
                <a:noFill/>
                <a:prstDash val="solid"/>
                <a:miter/>
              </a:ln>
            </p:spPr>
            <p:txBody>
              <a:bodyPr rtlCol="0" anchor="ctr"/>
              <a:lstStyle/>
              <a:p>
                <a:endParaRPr lang="en-IN"/>
              </a:p>
            </p:txBody>
          </p:sp>
          <p:sp>
            <p:nvSpPr>
              <p:cNvPr id="1616" name="Freeform: Shape 1615">
                <a:extLst>
                  <a:ext uri="{FF2B5EF4-FFF2-40B4-BE49-F238E27FC236}">
                    <a16:creationId xmlns:a16="http://schemas.microsoft.com/office/drawing/2014/main" id="{CA5397C1-1C88-2169-A23F-E51A9D9DD463}"/>
                  </a:ext>
                </a:extLst>
              </p:cNvPr>
              <p:cNvSpPr/>
              <p:nvPr/>
            </p:nvSpPr>
            <p:spPr>
              <a:xfrm>
                <a:off x="8582753" y="1728037"/>
                <a:ext cx="165764" cy="320062"/>
              </a:xfrm>
              <a:custGeom>
                <a:avLst/>
                <a:gdLst>
                  <a:gd name="connsiteX0" fmla="*/ 18410 w 52754"/>
                  <a:gd name="connsiteY0" fmla="*/ 77248 h 101859"/>
                  <a:gd name="connsiteX1" fmla="*/ 29269 w 52754"/>
                  <a:gd name="connsiteY1" fmla="*/ 101822 h 101859"/>
                  <a:gd name="connsiteX2" fmla="*/ 26316 w 52754"/>
                  <a:gd name="connsiteY2" fmla="*/ 80963 h 101859"/>
                  <a:gd name="connsiteX3" fmla="*/ 47271 w 52754"/>
                  <a:gd name="connsiteY3" fmla="*/ 99631 h 101859"/>
                  <a:gd name="connsiteX4" fmla="*/ 33555 w 52754"/>
                  <a:gd name="connsiteY4" fmla="*/ 77724 h 101859"/>
                  <a:gd name="connsiteX5" fmla="*/ 51843 w 52754"/>
                  <a:gd name="connsiteY5" fmla="*/ 85439 h 101859"/>
                  <a:gd name="connsiteX6" fmla="*/ 23173 w 52754"/>
                  <a:gd name="connsiteY6" fmla="*/ 67532 h 101859"/>
                  <a:gd name="connsiteX7" fmla="*/ 24697 w 52754"/>
                  <a:gd name="connsiteY7" fmla="*/ 11621 h 101859"/>
                  <a:gd name="connsiteX8" fmla="*/ 11362 w 52754"/>
                  <a:gd name="connsiteY8" fmla="*/ 0 h 101859"/>
                  <a:gd name="connsiteX9" fmla="*/ 12029 w 52754"/>
                  <a:gd name="connsiteY9" fmla="*/ 47054 h 101859"/>
                  <a:gd name="connsiteX10" fmla="*/ 15934 w 52754"/>
                  <a:gd name="connsiteY10" fmla="*/ 68294 h 101859"/>
                  <a:gd name="connsiteX11" fmla="*/ 694 w 52754"/>
                  <a:gd name="connsiteY11" fmla="*/ 78581 h 101859"/>
                  <a:gd name="connsiteX12" fmla="*/ 18601 w 52754"/>
                  <a:gd name="connsiteY12" fmla="*/ 77152 h 101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754" h="101859">
                    <a:moveTo>
                      <a:pt x="18410" y="77248"/>
                    </a:moveTo>
                    <a:cubicBezTo>
                      <a:pt x="19649" y="80867"/>
                      <a:pt x="26697" y="101251"/>
                      <a:pt x="29269" y="101822"/>
                    </a:cubicBezTo>
                    <a:cubicBezTo>
                      <a:pt x="34031" y="102870"/>
                      <a:pt x="26411" y="81629"/>
                      <a:pt x="26316" y="80963"/>
                    </a:cubicBezTo>
                    <a:cubicBezTo>
                      <a:pt x="26792" y="81534"/>
                      <a:pt x="43175" y="102870"/>
                      <a:pt x="47271" y="99631"/>
                    </a:cubicBezTo>
                    <a:cubicBezTo>
                      <a:pt x="48986" y="98298"/>
                      <a:pt x="33555" y="77724"/>
                      <a:pt x="33555" y="77724"/>
                    </a:cubicBezTo>
                    <a:cubicBezTo>
                      <a:pt x="38508" y="79439"/>
                      <a:pt x="50605" y="86487"/>
                      <a:pt x="51843" y="85439"/>
                    </a:cubicBezTo>
                    <a:cubicBezTo>
                      <a:pt x="58511" y="79820"/>
                      <a:pt x="26507" y="70485"/>
                      <a:pt x="23173" y="67532"/>
                    </a:cubicBezTo>
                    <a:cubicBezTo>
                      <a:pt x="19839" y="64579"/>
                      <a:pt x="24697" y="11621"/>
                      <a:pt x="24697" y="11621"/>
                    </a:cubicBezTo>
                    <a:lnTo>
                      <a:pt x="11362" y="0"/>
                    </a:lnTo>
                    <a:cubicBezTo>
                      <a:pt x="11362" y="0"/>
                      <a:pt x="11076" y="35433"/>
                      <a:pt x="12029" y="47054"/>
                    </a:cubicBezTo>
                    <a:cubicBezTo>
                      <a:pt x="12600" y="53245"/>
                      <a:pt x="14315" y="61722"/>
                      <a:pt x="15934" y="68294"/>
                    </a:cubicBezTo>
                    <a:cubicBezTo>
                      <a:pt x="13838" y="70580"/>
                      <a:pt x="2218" y="74962"/>
                      <a:pt x="694" y="78581"/>
                    </a:cubicBezTo>
                    <a:cubicBezTo>
                      <a:pt x="-3688" y="88868"/>
                      <a:pt x="13934" y="74390"/>
                      <a:pt x="18601" y="77152"/>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617" name="Freeform: Shape 1616">
                <a:extLst>
                  <a:ext uri="{FF2B5EF4-FFF2-40B4-BE49-F238E27FC236}">
                    <a16:creationId xmlns:a16="http://schemas.microsoft.com/office/drawing/2014/main" id="{C665D330-B565-0E4C-4FED-53F253EAFFDD}"/>
                  </a:ext>
                </a:extLst>
              </p:cNvPr>
              <p:cNvSpPr/>
              <p:nvPr/>
            </p:nvSpPr>
            <p:spPr>
              <a:xfrm>
                <a:off x="8569738" y="1622386"/>
                <a:ext cx="163027" cy="200997"/>
              </a:xfrm>
              <a:custGeom>
                <a:avLst/>
                <a:gdLst>
                  <a:gd name="connsiteX0" fmla="*/ 50842 w 51883"/>
                  <a:gd name="connsiteY0" fmla="*/ 10001 h 63967"/>
                  <a:gd name="connsiteX1" fmla="*/ 3884 w 51883"/>
                  <a:gd name="connsiteY1" fmla="*/ 0 h 63967"/>
                  <a:gd name="connsiteX2" fmla="*/ 13790 w 51883"/>
                  <a:gd name="connsiteY2" fmla="*/ 61722 h 63967"/>
                  <a:gd name="connsiteX3" fmla="*/ 35126 w 51883"/>
                  <a:gd name="connsiteY3" fmla="*/ 63341 h 63967"/>
                  <a:gd name="connsiteX4" fmla="*/ 50747 w 51883"/>
                  <a:gd name="connsiteY4" fmla="*/ 10001 h 63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83" h="63967">
                    <a:moveTo>
                      <a:pt x="50842" y="10001"/>
                    </a:moveTo>
                    <a:lnTo>
                      <a:pt x="3884" y="0"/>
                    </a:lnTo>
                    <a:cubicBezTo>
                      <a:pt x="3884" y="0"/>
                      <a:pt x="-9642" y="57531"/>
                      <a:pt x="13790" y="61722"/>
                    </a:cubicBezTo>
                    <a:cubicBezTo>
                      <a:pt x="28268" y="64294"/>
                      <a:pt x="33125" y="64389"/>
                      <a:pt x="35126" y="63341"/>
                    </a:cubicBezTo>
                    <a:cubicBezTo>
                      <a:pt x="37126" y="62294"/>
                      <a:pt x="56747" y="31623"/>
                      <a:pt x="50747" y="10001"/>
                    </a:cubicBezTo>
                    <a:close/>
                  </a:path>
                </a:pathLst>
              </a:custGeom>
              <a:solidFill>
                <a:schemeClr val="accent5"/>
              </a:solidFill>
              <a:ln w="0" cap="flat">
                <a:noFill/>
                <a:prstDash val="solid"/>
                <a:miter/>
              </a:ln>
            </p:spPr>
            <p:txBody>
              <a:bodyPr rtlCol="0" anchor="ctr"/>
              <a:lstStyle/>
              <a:p>
                <a:endParaRPr lang="en-IN"/>
              </a:p>
            </p:txBody>
          </p:sp>
          <p:sp>
            <p:nvSpPr>
              <p:cNvPr id="1618" name="Freeform: Shape 1617">
                <a:extLst>
                  <a:ext uri="{FF2B5EF4-FFF2-40B4-BE49-F238E27FC236}">
                    <a16:creationId xmlns:a16="http://schemas.microsoft.com/office/drawing/2014/main" id="{57551F5F-E0A9-9ED0-BBCA-3D2A0967423E}"/>
                  </a:ext>
                </a:extLst>
              </p:cNvPr>
              <p:cNvSpPr/>
              <p:nvPr/>
            </p:nvSpPr>
            <p:spPr>
              <a:xfrm>
                <a:off x="8514002" y="1232040"/>
                <a:ext cx="422963" cy="222440"/>
              </a:xfrm>
              <a:custGeom>
                <a:avLst/>
                <a:gdLst>
                  <a:gd name="connsiteX0" fmla="*/ 54864 w 134607"/>
                  <a:gd name="connsiteY0" fmla="*/ 46693 h 70791"/>
                  <a:gd name="connsiteX1" fmla="*/ 37433 w 134607"/>
                  <a:gd name="connsiteY1" fmla="*/ 57075 h 70791"/>
                  <a:gd name="connsiteX2" fmla="*/ 96584 w 134607"/>
                  <a:gd name="connsiteY2" fmla="*/ 50313 h 70791"/>
                  <a:gd name="connsiteX3" fmla="*/ 94107 w 134607"/>
                  <a:gd name="connsiteY3" fmla="*/ 70791 h 70791"/>
                  <a:gd name="connsiteX4" fmla="*/ 122968 w 134607"/>
                  <a:gd name="connsiteY4" fmla="*/ 36883 h 70791"/>
                  <a:gd name="connsiteX5" fmla="*/ 122492 w 134607"/>
                  <a:gd name="connsiteY5" fmla="*/ 56885 h 70791"/>
                  <a:gd name="connsiteX6" fmla="*/ 134398 w 134607"/>
                  <a:gd name="connsiteY6" fmla="*/ 13641 h 70791"/>
                  <a:gd name="connsiteX7" fmla="*/ 134398 w 134607"/>
                  <a:gd name="connsiteY7" fmla="*/ 13641 h 70791"/>
                  <a:gd name="connsiteX8" fmla="*/ 98203 w 134607"/>
                  <a:gd name="connsiteY8" fmla="*/ 306 h 70791"/>
                  <a:gd name="connsiteX9" fmla="*/ 0 w 134607"/>
                  <a:gd name="connsiteY9" fmla="*/ 25071 h 70791"/>
                  <a:gd name="connsiteX10" fmla="*/ 54864 w 134607"/>
                  <a:gd name="connsiteY10" fmla="*/ 46789 h 70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607" h="70791">
                    <a:moveTo>
                      <a:pt x="54864" y="46693"/>
                    </a:moveTo>
                    <a:cubicBezTo>
                      <a:pt x="48101" y="48122"/>
                      <a:pt x="53530" y="53646"/>
                      <a:pt x="37433" y="57075"/>
                    </a:cubicBezTo>
                    <a:cubicBezTo>
                      <a:pt x="56960" y="62791"/>
                      <a:pt x="78772" y="60219"/>
                      <a:pt x="96584" y="50313"/>
                    </a:cubicBezTo>
                    <a:cubicBezTo>
                      <a:pt x="95726" y="57075"/>
                      <a:pt x="94964" y="63933"/>
                      <a:pt x="94107" y="70791"/>
                    </a:cubicBezTo>
                    <a:cubicBezTo>
                      <a:pt x="106680" y="62505"/>
                      <a:pt x="116872" y="50598"/>
                      <a:pt x="122968" y="36883"/>
                    </a:cubicBezTo>
                    <a:cubicBezTo>
                      <a:pt x="122777" y="43550"/>
                      <a:pt x="122682" y="50218"/>
                      <a:pt x="122492" y="56885"/>
                    </a:cubicBezTo>
                    <a:cubicBezTo>
                      <a:pt x="131350" y="44407"/>
                      <a:pt x="135636" y="28881"/>
                      <a:pt x="134398" y="13641"/>
                    </a:cubicBezTo>
                    <a:lnTo>
                      <a:pt x="134398" y="13641"/>
                    </a:lnTo>
                    <a:cubicBezTo>
                      <a:pt x="127635" y="4212"/>
                      <a:pt x="115443" y="-1408"/>
                      <a:pt x="98203" y="306"/>
                    </a:cubicBezTo>
                    <a:cubicBezTo>
                      <a:pt x="67246" y="3354"/>
                      <a:pt x="32671" y="26214"/>
                      <a:pt x="0" y="25071"/>
                    </a:cubicBezTo>
                    <a:cubicBezTo>
                      <a:pt x="12668" y="41264"/>
                      <a:pt x="34480" y="50122"/>
                      <a:pt x="54864" y="46789"/>
                    </a:cubicBezTo>
                    <a:close/>
                  </a:path>
                </a:pathLst>
              </a:custGeom>
              <a:solidFill>
                <a:schemeClr val="accent6">
                  <a:lumMod val="75000"/>
                </a:schemeClr>
              </a:solidFill>
              <a:ln w="0" cap="flat">
                <a:noFill/>
                <a:prstDash val="solid"/>
                <a:miter/>
              </a:ln>
            </p:spPr>
            <p:txBody>
              <a:bodyPr rtlCol="0" anchor="ctr"/>
              <a:lstStyle/>
              <a:p>
                <a:endParaRPr lang="en-IN"/>
              </a:p>
            </p:txBody>
          </p:sp>
        </p:grpSp>
        <p:sp>
          <p:nvSpPr>
            <p:cNvPr id="1688" name="Freeform: Shape 1687">
              <a:extLst>
                <a:ext uri="{FF2B5EF4-FFF2-40B4-BE49-F238E27FC236}">
                  <a16:creationId xmlns:a16="http://schemas.microsoft.com/office/drawing/2014/main" id="{9527AAB1-DE30-3F5F-9433-6D42D49B4707}"/>
                </a:ext>
              </a:extLst>
            </p:cNvPr>
            <p:cNvSpPr/>
            <p:nvPr/>
          </p:nvSpPr>
          <p:spPr>
            <a:xfrm>
              <a:off x="9332689" y="5943344"/>
              <a:ext cx="884926" cy="115026"/>
            </a:xfrm>
            <a:custGeom>
              <a:avLst/>
              <a:gdLst>
                <a:gd name="connsiteX0" fmla="*/ 0 w 444245"/>
                <a:gd name="connsiteY0" fmla="*/ 51149 h 102298"/>
                <a:gd name="connsiteX1" fmla="*/ 222123 w 444245"/>
                <a:gd name="connsiteY1" fmla="*/ 102298 h 102298"/>
                <a:gd name="connsiteX2" fmla="*/ 444246 w 444245"/>
                <a:gd name="connsiteY2" fmla="*/ 51149 h 102298"/>
                <a:gd name="connsiteX3" fmla="*/ 222123 w 444245"/>
                <a:gd name="connsiteY3" fmla="*/ 0 h 102298"/>
                <a:gd name="connsiteX4" fmla="*/ 0 w 444245"/>
                <a:gd name="connsiteY4" fmla="*/ 51149 h 10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245" h="102298">
                  <a:moveTo>
                    <a:pt x="0" y="51149"/>
                  </a:moveTo>
                  <a:cubicBezTo>
                    <a:pt x="0" y="79438"/>
                    <a:pt x="99441" y="102298"/>
                    <a:pt x="222123" y="102298"/>
                  </a:cubicBezTo>
                  <a:cubicBezTo>
                    <a:pt x="344805" y="102298"/>
                    <a:pt x="444246" y="79438"/>
                    <a:pt x="444246" y="51149"/>
                  </a:cubicBezTo>
                  <a:cubicBezTo>
                    <a:pt x="444246" y="22860"/>
                    <a:pt x="344805" y="0"/>
                    <a:pt x="222123" y="0"/>
                  </a:cubicBezTo>
                  <a:cubicBezTo>
                    <a:pt x="99441" y="0"/>
                    <a:pt x="0" y="22860"/>
                    <a:pt x="0" y="51149"/>
                  </a:cubicBezTo>
                  <a:close/>
                </a:path>
              </a:pathLst>
            </a:custGeom>
            <a:solidFill>
              <a:schemeClr val="tx1">
                <a:alpha val="10000"/>
              </a:schemeClr>
            </a:solidFill>
            <a:ln w="0" cap="flat">
              <a:noFill/>
              <a:prstDash val="solid"/>
              <a:miter/>
            </a:ln>
          </p:spPr>
          <p:txBody>
            <a:bodyPr rtlCol="0" anchor="ctr"/>
            <a:lstStyle/>
            <a:p>
              <a:endParaRPr lang="en-IN"/>
            </a:p>
          </p:txBody>
        </p:sp>
        <p:grpSp>
          <p:nvGrpSpPr>
            <p:cNvPr id="1687" name="Group 1686">
              <a:extLst>
                <a:ext uri="{FF2B5EF4-FFF2-40B4-BE49-F238E27FC236}">
                  <a16:creationId xmlns:a16="http://schemas.microsoft.com/office/drawing/2014/main" id="{81CF2F17-7A16-35EF-0F41-A77E06DE1576}"/>
                </a:ext>
              </a:extLst>
            </p:cNvPr>
            <p:cNvGrpSpPr/>
            <p:nvPr/>
          </p:nvGrpSpPr>
          <p:grpSpPr>
            <a:xfrm flipH="1">
              <a:off x="9008991" y="5135727"/>
              <a:ext cx="1277057" cy="930204"/>
              <a:chOff x="3409428" y="1619392"/>
              <a:chExt cx="1721265" cy="1253764"/>
            </a:xfrm>
          </p:grpSpPr>
          <p:sp>
            <p:nvSpPr>
              <p:cNvPr id="1650" name="Freeform: Shape 1649">
                <a:extLst>
                  <a:ext uri="{FF2B5EF4-FFF2-40B4-BE49-F238E27FC236}">
                    <a16:creationId xmlns:a16="http://schemas.microsoft.com/office/drawing/2014/main" id="{BE4FC919-8489-E465-D46E-B9F9B1A92A7E}"/>
                  </a:ext>
                </a:extLst>
              </p:cNvPr>
              <p:cNvSpPr/>
              <p:nvPr/>
            </p:nvSpPr>
            <p:spPr>
              <a:xfrm>
                <a:off x="4135630" y="2523017"/>
                <a:ext cx="203538" cy="283112"/>
              </a:xfrm>
              <a:custGeom>
                <a:avLst/>
                <a:gdLst>
                  <a:gd name="connsiteX0" fmla="*/ 41223 w 203538"/>
                  <a:gd name="connsiteY0" fmla="*/ 205740 h 283112"/>
                  <a:gd name="connsiteX1" fmla="*/ 22173 w 203538"/>
                  <a:gd name="connsiteY1" fmla="*/ 0 h 283112"/>
                  <a:gd name="connsiteX2" fmla="*/ 86848 w 203538"/>
                  <a:gd name="connsiteY2" fmla="*/ 20669 h 283112"/>
                  <a:gd name="connsiteX3" fmla="*/ 90562 w 203538"/>
                  <a:gd name="connsiteY3" fmla="*/ 186023 h 283112"/>
                  <a:gd name="connsiteX4" fmla="*/ 200576 w 203538"/>
                  <a:gd name="connsiteY4" fmla="*/ 227933 h 283112"/>
                  <a:gd name="connsiteX5" fmla="*/ 133044 w 203538"/>
                  <a:gd name="connsiteY5" fmla="*/ 223456 h 283112"/>
                  <a:gd name="connsiteX6" fmla="*/ 187241 w 203538"/>
                  <a:gd name="connsiteY6" fmla="*/ 270224 h 283112"/>
                  <a:gd name="connsiteX7" fmla="*/ 119137 w 203538"/>
                  <a:gd name="connsiteY7" fmla="*/ 232029 h 283112"/>
                  <a:gd name="connsiteX8" fmla="*/ 135901 w 203538"/>
                  <a:gd name="connsiteY8" fmla="*/ 282892 h 283112"/>
                  <a:gd name="connsiteX9" fmla="*/ 97611 w 203538"/>
                  <a:gd name="connsiteY9" fmla="*/ 241744 h 283112"/>
                  <a:gd name="connsiteX10" fmla="*/ 1408 w 203538"/>
                  <a:gd name="connsiteY10" fmla="*/ 243459 h 283112"/>
                  <a:gd name="connsiteX11" fmla="*/ 41127 w 203538"/>
                  <a:gd name="connsiteY11" fmla="*/ 205740 h 283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538" h="283112">
                    <a:moveTo>
                      <a:pt x="41223" y="205740"/>
                    </a:moveTo>
                    <a:cubicBezTo>
                      <a:pt x="69036" y="142113"/>
                      <a:pt x="33222" y="68390"/>
                      <a:pt x="22173" y="0"/>
                    </a:cubicBezTo>
                    <a:cubicBezTo>
                      <a:pt x="44080" y="5715"/>
                      <a:pt x="65321" y="13811"/>
                      <a:pt x="86848" y="20669"/>
                    </a:cubicBezTo>
                    <a:cubicBezTo>
                      <a:pt x="85419" y="76295"/>
                      <a:pt x="79989" y="130778"/>
                      <a:pt x="90562" y="186023"/>
                    </a:cubicBezTo>
                    <a:cubicBezTo>
                      <a:pt x="120090" y="205073"/>
                      <a:pt x="177144" y="208597"/>
                      <a:pt x="200576" y="227933"/>
                    </a:cubicBezTo>
                    <a:cubicBezTo>
                      <a:pt x="220102" y="243935"/>
                      <a:pt x="136854" y="224123"/>
                      <a:pt x="133044" y="223456"/>
                    </a:cubicBezTo>
                    <a:cubicBezTo>
                      <a:pt x="153142" y="237172"/>
                      <a:pt x="175335" y="247078"/>
                      <a:pt x="187241" y="270224"/>
                    </a:cubicBezTo>
                    <a:cubicBezTo>
                      <a:pt x="160190" y="264414"/>
                      <a:pt x="140854" y="247269"/>
                      <a:pt x="119137" y="232029"/>
                    </a:cubicBezTo>
                    <a:cubicBezTo>
                      <a:pt x="119328" y="246507"/>
                      <a:pt x="164667" y="274320"/>
                      <a:pt x="135901" y="282892"/>
                    </a:cubicBezTo>
                    <a:cubicBezTo>
                      <a:pt x="125233" y="286036"/>
                      <a:pt x="110374" y="254603"/>
                      <a:pt x="97611" y="241744"/>
                    </a:cubicBezTo>
                    <a:cubicBezTo>
                      <a:pt x="75227" y="219361"/>
                      <a:pt x="28173" y="261271"/>
                      <a:pt x="1408" y="243459"/>
                    </a:cubicBezTo>
                    <a:cubicBezTo>
                      <a:pt x="-8212" y="237077"/>
                      <a:pt x="34365" y="221361"/>
                      <a:pt x="41127" y="205740"/>
                    </a:cubicBezTo>
                    <a:close/>
                  </a:path>
                </a:pathLst>
              </a:custGeom>
              <a:solidFill>
                <a:schemeClr val="tx1"/>
              </a:solidFill>
              <a:ln w="0" cap="flat">
                <a:noFill/>
                <a:prstDash val="solid"/>
                <a:miter/>
              </a:ln>
            </p:spPr>
            <p:txBody>
              <a:bodyPr rtlCol="0" anchor="ctr"/>
              <a:lstStyle/>
              <a:p>
                <a:endParaRPr lang="en-IN"/>
              </a:p>
            </p:txBody>
          </p:sp>
          <p:sp>
            <p:nvSpPr>
              <p:cNvPr id="1651" name="Freeform: Shape 1650">
                <a:extLst>
                  <a:ext uri="{FF2B5EF4-FFF2-40B4-BE49-F238E27FC236}">
                    <a16:creationId xmlns:a16="http://schemas.microsoft.com/office/drawing/2014/main" id="{2EA8D133-3BAE-DF93-FCA2-441E0E1E7FC1}"/>
                  </a:ext>
                </a:extLst>
              </p:cNvPr>
              <p:cNvSpPr/>
              <p:nvPr/>
            </p:nvSpPr>
            <p:spPr>
              <a:xfrm>
                <a:off x="4063791" y="2407858"/>
                <a:ext cx="230695" cy="170350"/>
              </a:xfrm>
              <a:custGeom>
                <a:avLst/>
                <a:gdLst>
                  <a:gd name="connsiteX0" fmla="*/ 0 w 230695"/>
                  <a:gd name="connsiteY0" fmla="*/ 97 h 170350"/>
                  <a:gd name="connsiteX1" fmla="*/ 16764 w 230695"/>
                  <a:gd name="connsiteY1" fmla="*/ 60486 h 170350"/>
                  <a:gd name="connsiteX2" fmla="*/ 32290 w 230695"/>
                  <a:gd name="connsiteY2" fmla="*/ 94395 h 170350"/>
                  <a:gd name="connsiteX3" fmla="*/ 135541 w 230695"/>
                  <a:gd name="connsiteY3" fmla="*/ 170023 h 170350"/>
                  <a:gd name="connsiteX4" fmla="*/ 206312 w 230695"/>
                  <a:gd name="connsiteY4" fmla="*/ 129256 h 170350"/>
                  <a:gd name="connsiteX5" fmla="*/ 218885 w 230695"/>
                  <a:gd name="connsiteY5" fmla="*/ 98395 h 170350"/>
                  <a:gd name="connsiteX6" fmla="*/ 230696 w 230695"/>
                  <a:gd name="connsiteY6" fmla="*/ 8574 h 170350"/>
                  <a:gd name="connsiteX7" fmla="*/ 0 w 230695"/>
                  <a:gd name="connsiteY7" fmla="*/ 2 h 1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695" h="170350">
                    <a:moveTo>
                      <a:pt x="0" y="97"/>
                    </a:moveTo>
                    <a:cubicBezTo>
                      <a:pt x="2572" y="22671"/>
                      <a:pt x="7525" y="37721"/>
                      <a:pt x="16764" y="60486"/>
                    </a:cubicBezTo>
                    <a:cubicBezTo>
                      <a:pt x="20098" y="68677"/>
                      <a:pt x="25337" y="83536"/>
                      <a:pt x="32290" y="94395"/>
                    </a:cubicBezTo>
                    <a:cubicBezTo>
                      <a:pt x="56674" y="132495"/>
                      <a:pt x="88202" y="165737"/>
                      <a:pt x="135541" y="170023"/>
                    </a:cubicBezTo>
                    <a:cubicBezTo>
                      <a:pt x="170498" y="173166"/>
                      <a:pt x="187166" y="153259"/>
                      <a:pt x="206312" y="129256"/>
                    </a:cubicBezTo>
                    <a:cubicBezTo>
                      <a:pt x="213360" y="120398"/>
                      <a:pt x="216789" y="106587"/>
                      <a:pt x="218885" y="98395"/>
                    </a:cubicBezTo>
                    <a:cubicBezTo>
                      <a:pt x="227171" y="66867"/>
                      <a:pt x="228886" y="39816"/>
                      <a:pt x="230696" y="8574"/>
                    </a:cubicBezTo>
                    <a:cubicBezTo>
                      <a:pt x="153734" y="3526"/>
                      <a:pt x="77153" y="-93"/>
                      <a:pt x="0" y="2"/>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652" name="Freeform: Shape 1651">
                <a:extLst>
                  <a:ext uri="{FF2B5EF4-FFF2-40B4-BE49-F238E27FC236}">
                    <a16:creationId xmlns:a16="http://schemas.microsoft.com/office/drawing/2014/main" id="{198AA164-3338-21A8-FB7B-ECE0370ED9F4}"/>
                  </a:ext>
                </a:extLst>
              </p:cNvPr>
              <p:cNvSpPr/>
              <p:nvPr/>
            </p:nvSpPr>
            <p:spPr>
              <a:xfrm>
                <a:off x="3762991" y="1828527"/>
                <a:ext cx="982565" cy="711262"/>
              </a:xfrm>
              <a:custGeom>
                <a:avLst/>
                <a:gdLst>
                  <a:gd name="connsiteX0" fmla="*/ 1810 w 982565"/>
                  <a:gd name="connsiteY0" fmla="*/ 324063 h 711262"/>
                  <a:gd name="connsiteX1" fmla="*/ 4667 w 982565"/>
                  <a:gd name="connsiteY1" fmla="*/ 336636 h 711262"/>
                  <a:gd name="connsiteX2" fmla="*/ 21812 w 982565"/>
                  <a:gd name="connsiteY2" fmla="*/ 385975 h 711262"/>
                  <a:gd name="connsiteX3" fmla="*/ 23527 w 982565"/>
                  <a:gd name="connsiteY3" fmla="*/ 393786 h 711262"/>
                  <a:gd name="connsiteX4" fmla="*/ 39910 w 982565"/>
                  <a:gd name="connsiteY4" fmla="*/ 439220 h 711262"/>
                  <a:gd name="connsiteX5" fmla="*/ 93821 w 982565"/>
                  <a:gd name="connsiteY5" fmla="*/ 527993 h 711262"/>
                  <a:gd name="connsiteX6" fmla="*/ 225647 w 982565"/>
                  <a:gd name="connsiteY6" fmla="*/ 632673 h 711262"/>
                  <a:gd name="connsiteX7" fmla="*/ 436912 w 982565"/>
                  <a:gd name="connsiteY7" fmla="*/ 694300 h 711262"/>
                  <a:gd name="connsiteX8" fmla="*/ 975646 w 982565"/>
                  <a:gd name="connsiteY8" fmla="*/ 419694 h 711262"/>
                  <a:gd name="connsiteX9" fmla="*/ 953834 w 982565"/>
                  <a:gd name="connsiteY9" fmla="*/ 295964 h 711262"/>
                  <a:gd name="connsiteX10" fmla="*/ 787908 w 982565"/>
                  <a:gd name="connsiteY10" fmla="*/ 128419 h 711262"/>
                  <a:gd name="connsiteX11" fmla="*/ 564642 w 982565"/>
                  <a:gd name="connsiteY11" fmla="*/ 87843 h 711262"/>
                  <a:gd name="connsiteX12" fmla="*/ 468249 w 982565"/>
                  <a:gd name="connsiteY12" fmla="*/ 47933 h 711262"/>
                  <a:gd name="connsiteX13" fmla="*/ 212312 w 982565"/>
                  <a:gd name="connsiteY13" fmla="*/ 499 h 711262"/>
                  <a:gd name="connsiteX14" fmla="*/ 155162 w 982565"/>
                  <a:gd name="connsiteY14" fmla="*/ 11357 h 711262"/>
                  <a:gd name="connsiteX15" fmla="*/ 64770 w 982565"/>
                  <a:gd name="connsiteY15" fmla="*/ 74984 h 711262"/>
                  <a:gd name="connsiteX16" fmla="*/ 1905 w 982565"/>
                  <a:gd name="connsiteY16" fmla="*/ 323777 h 71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82565" h="711262">
                    <a:moveTo>
                      <a:pt x="1810" y="324063"/>
                    </a:moveTo>
                    <a:cubicBezTo>
                      <a:pt x="2096" y="328349"/>
                      <a:pt x="3524" y="332159"/>
                      <a:pt x="4667" y="336636"/>
                    </a:cubicBezTo>
                    <a:cubicBezTo>
                      <a:pt x="9144" y="353305"/>
                      <a:pt x="15050" y="369783"/>
                      <a:pt x="21812" y="385975"/>
                    </a:cubicBezTo>
                    <a:cubicBezTo>
                      <a:pt x="22860" y="388357"/>
                      <a:pt x="22384" y="391119"/>
                      <a:pt x="23527" y="393786"/>
                    </a:cubicBezTo>
                    <a:cubicBezTo>
                      <a:pt x="30575" y="409788"/>
                      <a:pt x="31337" y="422647"/>
                      <a:pt x="39910" y="439220"/>
                    </a:cubicBezTo>
                    <a:cubicBezTo>
                      <a:pt x="58007" y="474082"/>
                      <a:pt x="60484" y="496084"/>
                      <a:pt x="93821" y="527993"/>
                    </a:cubicBezTo>
                    <a:cubicBezTo>
                      <a:pt x="134969" y="567427"/>
                      <a:pt x="158687" y="603145"/>
                      <a:pt x="225647" y="632673"/>
                    </a:cubicBezTo>
                    <a:cubicBezTo>
                      <a:pt x="283178" y="658105"/>
                      <a:pt x="355854" y="684489"/>
                      <a:pt x="436912" y="694300"/>
                    </a:cubicBezTo>
                    <a:cubicBezTo>
                      <a:pt x="730663" y="729828"/>
                      <a:pt x="873252" y="738305"/>
                      <a:pt x="975646" y="419694"/>
                    </a:cubicBezTo>
                    <a:cubicBezTo>
                      <a:pt x="989743" y="375879"/>
                      <a:pt x="982218" y="346542"/>
                      <a:pt x="953834" y="295964"/>
                    </a:cubicBezTo>
                    <a:cubicBezTo>
                      <a:pt x="917353" y="231099"/>
                      <a:pt x="878586" y="166805"/>
                      <a:pt x="787908" y="128419"/>
                    </a:cubicBezTo>
                    <a:cubicBezTo>
                      <a:pt x="740950" y="108607"/>
                      <a:pt x="628841" y="107179"/>
                      <a:pt x="564642" y="87843"/>
                    </a:cubicBezTo>
                    <a:cubicBezTo>
                      <a:pt x="541401" y="80794"/>
                      <a:pt x="493967" y="57839"/>
                      <a:pt x="468249" y="47933"/>
                    </a:cubicBezTo>
                    <a:cubicBezTo>
                      <a:pt x="384810" y="15929"/>
                      <a:pt x="298037" y="-3407"/>
                      <a:pt x="212312" y="499"/>
                    </a:cubicBezTo>
                    <a:cubicBezTo>
                      <a:pt x="187452" y="1642"/>
                      <a:pt x="171164" y="4594"/>
                      <a:pt x="155162" y="11357"/>
                    </a:cubicBezTo>
                    <a:cubicBezTo>
                      <a:pt x="119253" y="26597"/>
                      <a:pt x="84773" y="46504"/>
                      <a:pt x="64770" y="74984"/>
                    </a:cubicBezTo>
                    <a:cubicBezTo>
                      <a:pt x="7430" y="156518"/>
                      <a:pt x="-5524" y="227479"/>
                      <a:pt x="1905" y="323777"/>
                    </a:cubicBezTo>
                    <a:close/>
                  </a:path>
                </a:pathLst>
              </a:custGeom>
              <a:solidFill>
                <a:schemeClr val="accent6"/>
              </a:solidFill>
              <a:ln w="0" cap="flat">
                <a:noFill/>
                <a:prstDash val="solid"/>
                <a:miter/>
              </a:ln>
            </p:spPr>
            <p:txBody>
              <a:bodyPr rtlCol="0" anchor="ctr"/>
              <a:lstStyle/>
              <a:p>
                <a:endParaRPr lang="en-IN"/>
              </a:p>
            </p:txBody>
          </p:sp>
          <p:sp>
            <p:nvSpPr>
              <p:cNvPr id="1653" name="Freeform: Shape 1652">
                <a:extLst>
                  <a:ext uri="{FF2B5EF4-FFF2-40B4-BE49-F238E27FC236}">
                    <a16:creationId xmlns:a16="http://schemas.microsoft.com/office/drawing/2014/main" id="{2D283254-5B63-3156-AB50-E75206745847}"/>
                  </a:ext>
                </a:extLst>
              </p:cNvPr>
              <p:cNvSpPr/>
              <p:nvPr/>
            </p:nvSpPr>
            <p:spPr>
              <a:xfrm>
                <a:off x="3409428" y="1619392"/>
                <a:ext cx="596165" cy="648641"/>
              </a:xfrm>
              <a:custGeom>
                <a:avLst/>
                <a:gdLst>
                  <a:gd name="connsiteX0" fmla="*/ 196591 w 596165"/>
                  <a:gd name="connsiteY0" fmla="*/ 396705 h 648641"/>
                  <a:gd name="connsiteX1" fmla="*/ 209260 w 596165"/>
                  <a:gd name="connsiteY1" fmla="*/ 396800 h 648641"/>
                  <a:gd name="connsiteX2" fmla="*/ 194877 w 596165"/>
                  <a:gd name="connsiteY2" fmla="*/ 399848 h 648641"/>
                  <a:gd name="connsiteX3" fmla="*/ 120391 w 596165"/>
                  <a:gd name="connsiteY3" fmla="*/ 451379 h 648641"/>
                  <a:gd name="connsiteX4" fmla="*/ 231643 w 596165"/>
                  <a:gd name="connsiteY4" fmla="*/ 500813 h 648641"/>
                  <a:gd name="connsiteX5" fmla="*/ 234691 w 596165"/>
                  <a:gd name="connsiteY5" fmla="*/ 500909 h 648641"/>
                  <a:gd name="connsiteX6" fmla="*/ 232120 w 596165"/>
                  <a:gd name="connsiteY6" fmla="*/ 500718 h 648641"/>
                  <a:gd name="connsiteX7" fmla="*/ 233929 w 596165"/>
                  <a:gd name="connsiteY7" fmla="*/ 561869 h 648641"/>
                  <a:gd name="connsiteX8" fmla="*/ 242121 w 596165"/>
                  <a:gd name="connsiteY8" fmla="*/ 638450 h 648641"/>
                  <a:gd name="connsiteX9" fmla="*/ 393473 w 596165"/>
                  <a:gd name="connsiteY9" fmla="*/ 648070 h 648641"/>
                  <a:gd name="connsiteX10" fmla="*/ 399188 w 596165"/>
                  <a:gd name="connsiteY10" fmla="*/ 648641 h 648641"/>
                  <a:gd name="connsiteX11" fmla="*/ 426811 w 596165"/>
                  <a:gd name="connsiteY11" fmla="*/ 602350 h 648641"/>
                  <a:gd name="connsiteX12" fmla="*/ 488628 w 596165"/>
                  <a:gd name="connsiteY12" fmla="*/ 484049 h 648641"/>
                  <a:gd name="connsiteX13" fmla="*/ 523489 w 596165"/>
                  <a:gd name="connsiteY13" fmla="*/ 406992 h 648641"/>
                  <a:gd name="connsiteX14" fmla="*/ 539015 w 596165"/>
                  <a:gd name="connsiteY14" fmla="*/ 371559 h 648641"/>
                  <a:gd name="connsiteX15" fmla="*/ 596165 w 596165"/>
                  <a:gd name="connsiteY15" fmla="*/ 222779 h 648641"/>
                  <a:gd name="connsiteX16" fmla="*/ 561113 w 596165"/>
                  <a:gd name="connsiteY16" fmla="*/ 209539 h 648641"/>
                  <a:gd name="connsiteX17" fmla="*/ 496153 w 596165"/>
                  <a:gd name="connsiteY17" fmla="*/ 177725 h 648641"/>
                  <a:gd name="connsiteX18" fmla="*/ 144775 w 596165"/>
                  <a:gd name="connsiteY18" fmla="*/ 14181 h 648641"/>
                  <a:gd name="connsiteX19" fmla="*/ 33238 w 596165"/>
                  <a:gd name="connsiteY19" fmla="*/ 6847 h 648641"/>
                  <a:gd name="connsiteX20" fmla="*/ 50859 w 596165"/>
                  <a:gd name="connsiteY20" fmla="*/ 87619 h 648641"/>
                  <a:gd name="connsiteX21" fmla="*/ 32190 w 596165"/>
                  <a:gd name="connsiteY21" fmla="*/ 122576 h 648641"/>
                  <a:gd name="connsiteX22" fmla="*/ 115534 w 596165"/>
                  <a:gd name="connsiteY22" fmla="*/ 202967 h 648641"/>
                  <a:gd name="connsiteX23" fmla="*/ 56669 w 596165"/>
                  <a:gd name="connsiteY23" fmla="*/ 237066 h 648641"/>
                  <a:gd name="connsiteX24" fmla="*/ 101722 w 596165"/>
                  <a:gd name="connsiteY24" fmla="*/ 295931 h 648641"/>
                  <a:gd name="connsiteX25" fmla="*/ 196591 w 596165"/>
                  <a:gd name="connsiteY25" fmla="*/ 396705 h 648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6165" h="648641">
                    <a:moveTo>
                      <a:pt x="196591" y="396705"/>
                    </a:moveTo>
                    <a:cubicBezTo>
                      <a:pt x="198496" y="397181"/>
                      <a:pt x="206593" y="396705"/>
                      <a:pt x="209260" y="396800"/>
                    </a:cubicBezTo>
                    <a:cubicBezTo>
                      <a:pt x="205926" y="397086"/>
                      <a:pt x="198020" y="399467"/>
                      <a:pt x="194877" y="399848"/>
                    </a:cubicBezTo>
                    <a:cubicBezTo>
                      <a:pt x="167254" y="402896"/>
                      <a:pt x="108009" y="415374"/>
                      <a:pt x="120391" y="451379"/>
                    </a:cubicBezTo>
                    <a:cubicBezTo>
                      <a:pt x="136965" y="499480"/>
                      <a:pt x="191353" y="490907"/>
                      <a:pt x="231643" y="500813"/>
                    </a:cubicBezTo>
                    <a:cubicBezTo>
                      <a:pt x="232405" y="501004"/>
                      <a:pt x="234882" y="500337"/>
                      <a:pt x="234691" y="500909"/>
                    </a:cubicBezTo>
                    <a:cubicBezTo>
                      <a:pt x="234501" y="501480"/>
                      <a:pt x="232882" y="500623"/>
                      <a:pt x="232120" y="500718"/>
                    </a:cubicBezTo>
                    <a:cubicBezTo>
                      <a:pt x="165921" y="514339"/>
                      <a:pt x="174970" y="543104"/>
                      <a:pt x="233929" y="561869"/>
                    </a:cubicBezTo>
                    <a:cubicBezTo>
                      <a:pt x="196401" y="592063"/>
                      <a:pt x="192115" y="637973"/>
                      <a:pt x="242121" y="638450"/>
                    </a:cubicBezTo>
                    <a:cubicBezTo>
                      <a:pt x="301843" y="639021"/>
                      <a:pt x="338514" y="640355"/>
                      <a:pt x="393473" y="648070"/>
                    </a:cubicBezTo>
                    <a:cubicBezTo>
                      <a:pt x="395473" y="648356"/>
                      <a:pt x="397474" y="645879"/>
                      <a:pt x="399188" y="648641"/>
                    </a:cubicBezTo>
                    <a:cubicBezTo>
                      <a:pt x="410999" y="627686"/>
                      <a:pt x="412809" y="628829"/>
                      <a:pt x="426811" y="602350"/>
                    </a:cubicBezTo>
                    <a:cubicBezTo>
                      <a:pt x="440812" y="575870"/>
                      <a:pt x="474150" y="513482"/>
                      <a:pt x="488628" y="484049"/>
                    </a:cubicBezTo>
                    <a:cubicBezTo>
                      <a:pt x="503106" y="454522"/>
                      <a:pt x="513012" y="430900"/>
                      <a:pt x="523489" y="406992"/>
                    </a:cubicBezTo>
                    <a:cubicBezTo>
                      <a:pt x="533967" y="383084"/>
                      <a:pt x="525490" y="402611"/>
                      <a:pt x="539015" y="371559"/>
                    </a:cubicBezTo>
                    <a:cubicBezTo>
                      <a:pt x="552445" y="340508"/>
                      <a:pt x="582544" y="263736"/>
                      <a:pt x="596165" y="222779"/>
                    </a:cubicBezTo>
                    <a:cubicBezTo>
                      <a:pt x="584926" y="215254"/>
                      <a:pt x="573400" y="215063"/>
                      <a:pt x="561113" y="209539"/>
                    </a:cubicBezTo>
                    <a:cubicBezTo>
                      <a:pt x="537967" y="199157"/>
                      <a:pt x="520251" y="190489"/>
                      <a:pt x="496153" y="177725"/>
                    </a:cubicBezTo>
                    <a:cubicBezTo>
                      <a:pt x="384520" y="118385"/>
                      <a:pt x="263076" y="56567"/>
                      <a:pt x="144775" y="14181"/>
                    </a:cubicBezTo>
                    <a:cubicBezTo>
                      <a:pt x="106199" y="370"/>
                      <a:pt x="67242" y="-5726"/>
                      <a:pt x="33238" y="6847"/>
                    </a:cubicBezTo>
                    <a:cubicBezTo>
                      <a:pt x="-30104" y="30278"/>
                      <a:pt x="9235" y="70379"/>
                      <a:pt x="50859" y="87619"/>
                    </a:cubicBezTo>
                    <a:cubicBezTo>
                      <a:pt x="40286" y="95715"/>
                      <a:pt x="26380" y="107907"/>
                      <a:pt x="32190" y="122576"/>
                    </a:cubicBezTo>
                    <a:cubicBezTo>
                      <a:pt x="48192" y="163152"/>
                      <a:pt x="83149" y="176773"/>
                      <a:pt x="115534" y="202967"/>
                    </a:cubicBezTo>
                    <a:cubicBezTo>
                      <a:pt x="89054" y="185822"/>
                      <a:pt x="48478" y="215159"/>
                      <a:pt x="56669" y="237066"/>
                    </a:cubicBezTo>
                    <a:cubicBezTo>
                      <a:pt x="68385" y="268118"/>
                      <a:pt x="150776" y="276881"/>
                      <a:pt x="101722" y="295931"/>
                    </a:cubicBezTo>
                    <a:cubicBezTo>
                      <a:pt x="23332" y="326411"/>
                      <a:pt x="158777" y="386418"/>
                      <a:pt x="196591" y="396705"/>
                    </a:cubicBezTo>
                    <a:close/>
                  </a:path>
                </a:pathLst>
              </a:custGeom>
              <a:solidFill>
                <a:schemeClr val="accent6"/>
              </a:solidFill>
              <a:ln w="0" cap="flat">
                <a:noFill/>
                <a:prstDash val="solid"/>
                <a:miter/>
              </a:ln>
            </p:spPr>
            <p:txBody>
              <a:bodyPr rtlCol="0" anchor="ctr"/>
              <a:lstStyle/>
              <a:p>
                <a:endParaRPr lang="en-IN"/>
              </a:p>
            </p:txBody>
          </p:sp>
          <p:sp>
            <p:nvSpPr>
              <p:cNvPr id="1654" name="Freeform: Shape 1653">
                <a:extLst>
                  <a:ext uri="{FF2B5EF4-FFF2-40B4-BE49-F238E27FC236}">
                    <a16:creationId xmlns:a16="http://schemas.microsoft.com/office/drawing/2014/main" id="{03767599-6E7E-B439-DAAA-11F2CD4C258D}"/>
                  </a:ext>
                </a:extLst>
              </p:cNvPr>
              <p:cNvSpPr/>
              <p:nvPr/>
            </p:nvSpPr>
            <p:spPr>
              <a:xfrm>
                <a:off x="3887651" y="1798355"/>
                <a:ext cx="507990" cy="550068"/>
              </a:xfrm>
              <a:custGeom>
                <a:avLst/>
                <a:gdLst>
                  <a:gd name="connsiteX0" fmla="*/ 1546 w 507990"/>
                  <a:gd name="connsiteY0" fmla="*/ 206883 h 550068"/>
                  <a:gd name="connsiteX1" fmla="*/ 8404 w 507990"/>
                  <a:gd name="connsiteY1" fmla="*/ 288322 h 550068"/>
                  <a:gd name="connsiteX2" fmla="*/ 13167 w 507990"/>
                  <a:gd name="connsiteY2" fmla="*/ 299180 h 550068"/>
                  <a:gd name="connsiteX3" fmla="*/ 54124 w 507990"/>
                  <a:gd name="connsiteY3" fmla="*/ 351377 h 550068"/>
                  <a:gd name="connsiteX4" fmla="*/ 21358 w 507990"/>
                  <a:gd name="connsiteY4" fmla="*/ 364236 h 550068"/>
                  <a:gd name="connsiteX5" fmla="*/ 154708 w 507990"/>
                  <a:gd name="connsiteY5" fmla="*/ 447580 h 550068"/>
                  <a:gd name="connsiteX6" fmla="*/ 146993 w 507990"/>
                  <a:gd name="connsiteY6" fmla="*/ 456914 h 550068"/>
                  <a:gd name="connsiteX7" fmla="*/ 152803 w 507990"/>
                  <a:gd name="connsiteY7" fmla="*/ 471583 h 550068"/>
                  <a:gd name="connsiteX8" fmla="*/ 328635 w 507990"/>
                  <a:gd name="connsiteY8" fmla="*/ 527590 h 550068"/>
                  <a:gd name="connsiteX9" fmla="*/ 312919 w 507990"/>
                  <a:gd name="connsiteY9" fmla="*/ 550069 h 550068"/>
                  <a:gd name="connsiteX10" fmla="*/ 449888 w 507990"/>
                  <a:gd name="connsiteY10" fmla="*/ 459581 h 550068"/>
                  <a:gd name="connsiteX11" fmla="*/ 507991 w 507990"/>
                  <a:gd name="connsiteY11" fmla="*/ 307658 h 550068"/>
                  <a:gd name="connsiteX12" fmla="*/ 425790 w 507990"/>
                  <a:gd name="connsiteY12" fmla="*/ 158591 h 550068"/>
                  <a:gd name="connsiteX13" fmla="*/ 341684 w 507990"/>
                  <a:gd name="connsiteY13" fmla="*/ 76295 h 550068"/>
                  <a:gd name="connsiteX14" fmla="*/ 83080 w 507990"/>
                  <a:gd name="connsiteY14" fmla="*/ 30766 h 550068"/>
                  <a:gd name="connsiteX15" fmla="*/ 19168 w 507990"/>
                  <a:gd name="connsiteY15" fmla="*/ 0 h 550068"/>
                  <a:gd name="connsiteX16" fmla="*/ 15167 w 507990"/>
                  <a:gd name="connsiteY16" fmla="*/ 15145 h 550068"/>
                  <a:gd name="connsiteX17" fmla="*/ 27454 w 507990"/>
                  <a:gd name="connsiteY17" fmla="*/ 41434 h 550068"/>
                  <a:gd name="connsiteX18" fmla="*/ 38980 w 507990"/>
                  <a:gd name="connsiteY18" fmla="*/ 50006 h 550068"/>
                  <a:gd name="connsiteX19" fmla="*/ 70984 w 507990"/>
                  <a:gd name="connsiteY19" fmla="*/ 61722 h 550068"/>
                  <a:gd name="connsiteX20" fmla="*/ 4594 w 507990"/>
                  <a:gd name="connsiteY20" fmla="*/ 68008 h 550068"/>
                  <a:gd name="connsiteX21" fmla="*/ 45171 w 507990"/>
                  <a:gd name="connsiteY21" fmla="*/ 142875 h 550068"/>
                  <a:gd name="connsiteX22" fmla="*/ 7738 w 507990"/>
                  <a:gd name="connsiteY22" fmla="*/ 149162 h 550068"/>
                  <a:gd name="connsiteX23" fmla="*/ 19549 w 507990"/>
                  <a:gd name="connsiteY23" fmla="*/ 187643 h 550068"/>
                  <a:gd name="connsiteX24" fmla="*/ 54601 w 507990"/>
                  <a:gd name="connsiteY24" fmla="*/ 207169 h 550068"/>
                  <a:gd name="connsiteX25" fmla="*/ 95463 w 507990"/>
                  <a:gd name="connsiteY25" fmla="*/ 221551 h 550068"/>
                  <a:gd name="connsiteX26" fmla="*/ 46695 w 507990"/>
                  <a:gd name="connsiteY26" fmla="*/ 222790 h 550068"/>
                  <a:gd name="connsiteX27" fmla="*/ 1642 w 507990"/>
                  <a:gd name="connsiteY27" fmla="*/ 20697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07990" h="550068">
                    <a:moveTo>
                      <a:pt x="1546" y="206883"/>
                    </a:moveTo>
                    <a:cubicBezTo>
                      <a:pt x="-1502" y="235458"/>
                      <a:pt x="-454" y="260604"/>
                      <a:pt x="8404" y="288322"/>
                    </a:cubicBezTo>
                    <a:cubicBezTo>
                      <a:pt x="9547" y="291751"/>
                      <a:pt x="11738" y="296132"/>
                      <a:pt x="13167" y="299180"/>
                    </a:cubicBezTo>
                    <a:cubicBezTo>
                      <a:pt x="23454" y="320612"/>
                      <a:pt x="36217" y="336233"/>
                      <a:pt x="54124" y="351377"/>
                    </a:cubicBezTo>
                    <a:cubicBezTo>
                      <a:pt x="42980" y="355092"/>
                      <a:pt x="32217" y="359664"/>
                      <a:pt x="21358" y="364236"/>
                    </a:cubicBezTo>
                    <a:cubicBezTo>
                      <a:pt x="59173" y="404146"/>
                      <a:pt x="105369" y="425196"/>
                      <a:pt x="154708" y="447580"/>
                    </a:cubicBezTo>
                    <a:cubicBezTo>
                      <a:pt x="151279" y="450723"/>
                      <a:pt x="147279" y="451294"/>
                      <a:pt x="146993" y="456914"/>
                    </a:cubicBezTo>
                    <a:cubicBezTo>
                      <a:pt x="146707" y="462439"/>
                      <a:pt x="147565" y="467582"/>
                      <a:pt x="152803" y="471583"/>
                    </a:cubicBezTo>
                    <a:cubicBezTo>
                      <a:pt x="207477" y="513302"/>
                      <a:pt x="260436" y="525875"/>
                      <a:pt x="328635" y="527590"/>
                    </a:cubicBezTo>
                    <a:cubicBezTo>
                      <a:pt x="323396" y="535115"/>
                      <a:pt x="317776" y="542258"/>
                      <a:pt x="312919" y="550069"/>
                    </a:cubicBezTo>
                    <a:cubicBezTo>
                      <a:pt x="365211" y="527209"/>
                      <a:pt x="412455" y="504158"/>
                      <a:pt x="449888" y="459581"/>
                    </a:cubicBezTo>
                    <a:cubicBezTo>
                      <a:pt x="487417" y="415004"/>
                      <a:pt x="498847" y="364426"/>
                      <a:pt x="507991" y="307658"/>
                    </a:cubicBezTo>
                    <a:cubicBezTo>
                      <a:pt x="483702" y="261080"/>
                      <a:pt x="454365" y="197739"/>
                      <a:pt x="425790" y="158591"/>
                    </a:cubicBezTo>
                    <a:cubicBezTo>
                      <a:pt x="397215" y="119443"/>
                      <a:pt x="371688" y="108299"/>
                      <a:pt x="341684" y="76295"/>
                    </a:cubicBezTo>
                    <a:cubicBezTo>
                      <a:pt x="256150" y="47053"/>
                      <a:pt x="174425" y="26956"/>
                      <a:pt x="83080" y="30766"/>
                    </a:cubicBezTo>
                    <a:cubicBezTo>
                      <a:pt x="61363" y="21336"/>
                      <a:pt x="40599" y="10192"/>
                      <a:pt x="19168" y="0"/>
                    </a:cubicBezTo>
                    <a:cubicBezTo>
                      <a:pt x="17453" y="4953"/>
                      <a:pt x="14691" y="9906"/>
                      <a:pt x="15167" y="15145"/>
                    </a:cubicBezTo>
                    <a:cubicBezTo>
                      <a:pt x="16024" y="25908"/>
                      <a:pt x="19930" y="33718"/>
                      <a:pt x="27454" y="41434"/>
                    </a:cubicBezTo>
                    <a:cubicBezTo>
                      <a:pt x="30788" y="44863"/>
                      <a:pt x="34693" y="47720"/>
                      <a:pt x="38980" y="50006"/>
                    </a:cubicBezTo>
                    <a:cubicBezTo>
                      <a:pt x="48981" y="55626"/>
                      <a:pt x="59935" y="58674"/>
                      <a:pt x="70984" y="61722"/>
                    </a:cubicBezTo>
                    <a:cubicBezTo>
                      <a:pt x="47743" y="59531"/>
                      <a:pt x="26883" y="60960"/>
                      <a:pt x="4594" y="68008"/>
                    </a:cubicBezTo>
                    <a:cubicBezTo>
                      <a:pt x="5452" y="102108"/>
                      <a:pt x="16786" y="123730"/>
                      <a:pt x="45171" y="142875"/>
                    </a:cubicBezTo>
                    <a:cubicBezTo>
                      <a:pt x="32598" y="144590"/>
                      <a:pt x="19834" y="145256"/>
                      <a:pt x="7738" y="149162"/>
                    </a:cubicBezTo>
                    <a:cubicBezTo>
                      <a:pt x="4499" y="161735"/>
                      <a:pt x="10881" y="180594"/>
                      <a:pt x="19549" y="187643"/>
                    </a:cubicBezTo>
                    <a:cubicBezTo>
                      <a:pt x="32217" y="197929"/>
                      <a:pt x="41551" y="200692"/>
                      <a:pt x="54601" y="207169"/>
                    </a:cubicBezTo>
                    <a:cubicBezTo>
                      <a:pt x="67650" y="213646"/>
                      <a:pt x="81747" y="216598"/>
                      <a:pt x="95463" y="221551"/>
                    </a:cubicBezTo>
                    <a:cubicBezTo>
                      <a:pt x="78985" y="220027"/>
                      <a:pt x="63364" y="223075"/>
                      <a:pt x="46695" y="222790"/>
                    </a:cubicBezTo>
                    <a:cubicBezTo>
                      <a:pt x="30026" y="222504"/>
                      <a:pt x="16024" y="215074"/>
                      <a:pt x="1642" y="206978"/>
                    </a:cubicBezTo>
                    <a:close/>
                  </a:path>
                </a:pathLst>
              </a:custGeom>
              <a:solidFill>
                <a:schemeClr val="accent6">
                  <a:lumMod val="50000"/>
                </a:schemeClr>
              </a:solidFill>
              <a:ln w="0" cap="flat">
                <a:noFill/>
                <a:prstDash val="solid"/>
                <a:miter/>
              </a:ln>
            </p:spPr>
            <p:txBody>
              <a:bodyPr rtlCol="0" anchor="ctr"/>
              <a:lstStyle/>
              <a:p>
                <a:endParaRPr lang="en-IN"/>
              </a:p>
            </p:txBody>
          </p:sp>
          <p:sp>
            <p:nvSpPr>
              <p:cNvPr id="1655" name="Freeform: Shape 1654">
                <a:extLst>
                  <a:ext uri="{FF2B5EF4-FFF2-40B4-BE49-F238E27FC236}">
                    <a16:creationId xmlns:a16="http://schemas.microsoft.com/office/drawing/2014/main" id="{7241E1B1-02CA-4633-1146-6AB69157D43A}"/>
                  </a:ext>
                </a:extLst>
              </p:cNvPr>
              <p:cNvSpPr/>
              <p:nvPr/>
            </p:nvSpPr>
            <p:spPr>
              <a:xfrm>
                <a:off x="3981684" y="2456920"/>
                <a:ext cx="4769" cy="1892"/>
              </a:xfrm>
              <a:custGeom>
                <a:avLst/>
                <a:gdLst>
                  <a:gd name="connsiteX0" fmla="*/ 1 w 4769"/>
                  <a:gd name="connsiteY0" fmla="*/ 1327 h 1892"/>
                  <a:gd name="connsiteX1" fmla="*/ 4764 w 4769"/>
                  <a:gd name="connsiteY1" fmla="*/ 565 h 1892"/>
                  <a:gd name="connsiteX2" fmla="*/ 1 w 4769"/>
                  <a:gd name="connsiteY2" fmla="*/ 1327 h 1892"/>
                </a:gdLst>
                <a:ahLst/>
                <a:cxnLst>
                  <a:cxn ang="0">
                    <a:pos x="connsiteX0" y="connsiteY0"/>
                  </a:cxn>
                  <a:cxn ang="0">
                    <a:pos x="connsiteX1" y="connsiteY1"/>
                  </a:cxn>
                  <a:cxn ang="0">
                    <a:pos x="connsiteX2" y="connsiteY2"/>
                  </a:cxn>
                </a:cxnLst>
                <a:rect l="l" t="t" r="r" b="b"/>
                <a:pathLst>
                  <a:path w="4769" h="1892">
                    <a:moveTo>
                      <a:pt x="1" y="1327"/>
                    </a:moveTo>
                    <a:cubicBezTo>
                      <a:pt x="97" y="2470"/>
                      <a:pt x="4954" y="1708"/>
                      <a:pt x="4764" y="565"/>
                    </a:cubicBezTo>
                    <a:cubicBezTo>
                      <a:pt x="4573" y="-578"/>
                      <a:pt x="-94" y="184"/>
                      <a:pt x="1" y="1327"/>
                    </a:cubicBezTo>
                    <a:close/>
                  </a:path>
                </a:pathLst>
              </a:custGeom>
              <a:solidFill>
                <a:srgbClr val="D4B9AB"/>
              </a:solidFill>
              <a:ln w="0" cap="flat">
                <a:noFill/>
                <a:prstDash val="solid"/>
                <a:miter/>
              </a:ln>
            </p:spPr>
            <p:txBody>
              <a:bodyPr rtlCol="0" anchor="ctr"/>
              <a:lstStyle/>
              <a:p>
                <a:endParaRPr lang="en-IN"/>
              </a:p>
            </p:txBody>
          </p:sp>
          <p:sp>
            <p:nvSpPr>
              <p:cNvPr id="1685" name="Freeform: Shape 1684">
                <a:extLst>
                  <a:ext uri="{FF2B5EF4-FFF2-40B4-BE49-F238E27FC236}">
                    <a16:creationId xmlns:a16="http://schemas.microsoft.com/office/drawing/2014/main" id="{7280D337-411E-5834-44A9-3217A4BF72CD}"/>
                  </a:ext>
                </a:extLst>
              </p:cNvPr>
              <p:cNvSpPr/>
              <p:nvPr/>
            </p:nvSpPr>
            <p:spPr>
              <a:xfrm>
                <a:off x="3410180" y="1619674"/>
                <a:ext cx="1335120" cy="920562"/>
              </a:xfrm>
              <a:custGeom>
                <a:avLst/>
                <a:gdLst>
                  <a:gd name="connsiteX0" fmla="*/ 192885 w 1335120"/>
                  <a:gd name="connsiteY0" fmla="*/ 400041 h 920562"/>
                  <a:gd name="connsiteX1" fmla="*/ 202506 w 1335120"/>
                  <a:gd name="connsiteY1" fmla="*/ 412709 h 920562"/>
                  <a:gd name="connsiteX2" fmla="*/ 299375 w 1335120"/>
                  <a:gd name="connsiteY2" fmla="*/ 477765 h 920562"/>
                  <a:gd name="connsiteX3" fmla="*/ 221270 w 1335120"/>
                  <a:gd name="connsiteY3" fmla="*/ 487957 h 920562"/>
                  <a:gd name="connsiteX4" fmla="*/ 230700 w 1335120"/>
                  <a:gd name="connsiteY4" fmla="*/ 500720 h 920562"/>
                  <a:gd name="connsiteX5" fmla="*/ 119543 w 1335120"/>
                  <a:gd name="connsiteY5" fmla="*/ 451190 h 920562"/>
                  <a:gd name="connsiteX6" fmla="*/ 192885 w 1335120"/>
                  <a:gd name="connsiteY6" fmla="*/ 400041 h 920562"/>
                  <a:gd name="connsiteX7" fmla="*/ 1100428 w 1335120"/>
                  <a:gd name="connsiteY7" fmla="*/ 328223 h 920562"/>
                  <a:gd name="connsiteX8" fmla="*/ 1129003 w 1335120"/>
                  <a:gd name="connsiteY8" fmla="*/ 368990 h 920562"/>
                  <a:gd name="connsiteX9" fmla="*/ 1129574 w 1335120"/>
                  <a:gd name="connsiteY9" fmla="*/ 368799 h 920562"/>
                  <a:gd name="connsiteX10" fmla="*/ 1316741 w 1335120"/>
                  <a:gd name="connsiteY10" fmla="*/ 513865 h 920562"/>
                  <a:gd name="connsiteX11" fmla="*/ 1330457 w 1335120"/>
                  <a:gd name="connsiteY11" fmla="*/ 631880 h 920562"/>
                  <a:gd name="connsiteX12" fmla="*/ 789722 w 1335120"/>
                  <a:gd name="connsiteY12" fmla="*/ 903343 h 920562"/>
                  <a:gd name="connsiteX13" fmla="*/ 578363 w 1335120"/>
                  <a:gd name="connsiteY13" fmla="*/ 841620 h 920562"/>
                  <a:gd name="connsiteX14" fmla="*/ 446441 w 1335120"/>
                  <a:gd name="connsiteY14" fmla="*/ 736845 h 920562"/>
                  <a:gd name="connsiteX15" fmla="*/ 391863 w 1335120"/>
                  <a:gd name="connsiteY15" fmla="*/ 647691 h 920562"/>
                  <a:gd name="connsiteX16" fmla="*/ 241368 w 1335120"/>
                  <a:gd name="connsiteY16" fmla="*/ 638166 h 920562"/>
                  <a:gd name="connsiteX17" fmla="*/ 241463 w 1335120"/>
                  <a:gd name="connsiteY17" fmla="*/ 638166 h 920562"/>
                  <a:gd name="connsiteX18" fmla="*/ 233367 w 1335120"/>
                  <a:gd name="connsiteY18" fmla="*/ 561586 h 920562"/>
                  <a:gd name="connsiteX19" fmla="*/ 231272 w 1335120"/>
                  <a:gd name="connsiteY19" fmla="*/ 500530 h 920562"/>
                  <a:gd name="connsiteX20" fmla="*/ 359478 w 1335120"/>
                  <a:gd name="connsiteY20" fmla="*/ 531582 h 920562"/>
                  <a:gd name="connsiteX21" fmla="*/ 423296 w 1335120"/>
                  <a:gd name="connsiteY21" fmla="*/ 523200 h 920562"/>
                  <a:gd name="connsiteX22" fmla="*/ 358240 w 1335120"/>
                  <a:gd name="connsiteY22" fmla="*/ 544917 h 920562"/>
                  <a:gd name="connsiteX23" fmla="*/ 300137 w 1335120"/>
                  <a:gd name="connsiteY23" fmla="*/ 563300 h 920562"/>
                  <a:gd name="connsiteX24" fmla="*/ 376242 w 1335120"/>
                  <a:gd name="connsiteY24" fmla="*/ 602353 h 920562"/>
                  <a:gd name="connsiteX25" fmla="*/ 421200 w 1335120"/>
                  <a:gd name="connsiteY25" fmla="*/ 611306 h 920562"/>
                  <a:gd name="connsiteX26" fmla="*/ 443012 w 1335120"/>
                  <a:gd name="connsiteY26" fmla="*/ 613497 h 920562"/>
                  <a:gd name="connsiteX27" fmla="*/ 414247 w 1335120"/>
                  <a:gd name="connsiteY27" fmla="*/ 647025 h 920562"/>
                  <a:gd name="connsiteX28" fmla="*/ 446251 w 1335120"/>
                  <a:gd name="connsiteY28" fmla="*/ 644453 h 920562"/>
                  <a:gd name="connsiteX29" fmla="*/ 454252 w 1335120"/>
                  <a:gd name="connsiteY29" fmla="*/ 689792 h 920562"/>
                  <a:gd name="connsiteX30" fmla="*/ 517688 w 1335120"/>
                  <a:gd name="connsiteY30" fmla="*/ 743513 h 920562"/>
                  <a:gd name="connsiteX31" fmla="*/ 512354 w 1335120"/>
                  <a:gd name="connsiteY31" fmla="*/ 752181 h 920562"/>
                  <a:gd name="connsiteX32" fmla="*/ 518069 w 1335120"/>
                  <a:gd name="connsiteY32" fmla="*/ 763897 h 920562"/>
                  <a:gd name="connsiteX33" fmla="*/ 606271 w 1335120"/>
                  <a:gd name="connsiteY33" fmla="*/ 805425 h 920562"/>
                  <a:gd name="connsiteX34" fmla="*/ 789627 w 1335120"/>
                  <a:gd name="connsiteY34" fmla="*/ 808854 h 920562"/>
                  <a:gd name="connsiteX35" fmla="*/ 761719 w 1335120"/>
                  <a:gd name="connsiteY35" fmla="*/ 828666 h 920562"/>
                  <a:gd name="connsiteX36" fmla="*/ 996891 w 1335120"/>
                  <a:gd name="connsiteY36" fmla="*/ 840192 h 920562"/>
                  <a:gd name="connsiteX37" fmla="*/ 968126 w 1335120"/>
                  <a:gd name="connsiteY37" fmla="*/ 871148 h 920562"/>
                  <a:gd name="connsiteX38" fmla="*/ 1093665 w 1335120"/>
                  <a:gd name="connsiteY38" fmla="*/ 844859 h 920562"/>
                  <a:gd name="connsiteX39" fmla="*/ 1078616 w 1335120"/>
                  <a:gd name="connsiteY39" fmla="*/ 870100 h 920562"/>
                  <a:gd name="connsiteX40" fmla="*/ 1177961 w 1335120"/>
                  <a:gd name="connsiteY40" fmla="*/ 735036 h 920562"/>
                  <a:gd name="connsiteX41" fmla="*/ 1131098 w 1335120"/>
                  <a:gd name="connsiteY41" fmla="*/ 761039 h 920562"/>
                  <a:gd name="connsiteX42" fmla="*/ 1151863 w 1335120"/>
                  <a:gd name="connsiteY42" fmla="*/ 608067 h 920562"/>
                  <a:gd name="connsiteX43" fmla="*/ 1089855 w 1335120"/>
                  <a:gd name="connsiteY43" fmla="*/ 662455 h 920562"/>
                  <a:gd name="connsiteX44" fmla="*/ 1094903 w 1335120"/>
                  <a:gd name="connsiteY44" fmla="*/ 591589 h 920562"/>
                  <a:gd name="connsiteX45" fmla="*/ 1065662 w 1335120"/>
                  <a:gd name="connsiteY45" fmla="*/ 597971 h 920562"/>
                  <a:gd name="connsiteX46" fmla="*/ 1126812 w 1335120"/>
                  <a:gd name="connsiteY46" fmla="*/ 479670 h 920562"/>
                  <a:gd name="connsiteX47" fmla="*/ 1067281 w 1335120"/>
                  <a:gd name="connsiteY47" fmla="*/ 521676 h 920562"/>
                  <a:gd name="connsiteX48" fmla="*/ 1066805 w 1335120"/>
                  <a:gd name="connsiteY48" fmla="*/ 456811 h 920562"/>
                  <a:gd name="connsiteX49" fmla="*/ 1041373 w 1335120"/>
                  <a:gd name="connsiteY49" fmla="*/ 474146 h 920562"/>
                  <a:gd name="connsiteX50" fmla="*/ 1061947 w 1335120"/>
                  <a:gd name="connsiteY50" fmla="*/ 379277 h 920562"/>
                  <a:gd name="connsiteX51" fmla="*/ 1020323 w 1335120"/>
                  <a:gd name="connsiteY51" fmla="*/ 363656 h 920562"/>
                  <a:gd name="connsiteX52" fmla="*/ 1100428 w 1335120"/>
                  <a:gd name="connsiteY52" fmla="*/ 328223 h 920562"/>
                  <a:gd name="connsiteX53" fmla="*/ 57575 w 1335120"/>
                  <a:gd name="connsiteY53" fmla="*/ 158 h 920562"/>
                  <a:gd name="connsiteX54" fmla="*/ 141546 w 1335120"/>
                  <a:gd name="connsiteY54" fmla="*/ 10660 h 920562"/>
                  <a:gd name="connsiteX55" fmla="*/ 143165 w 1335120"/>
                  <a:gd name="connsiteY55" fmla="*/ 41235 h 920562"/>
                  <a:gd name="connsiteX56" fmla="*/ 149642 w 1335120"/>
                  <a:gd name="connsiteY56" fmla="*/ 110958 h 920562"/>
                  <a:gd name="connsiteX57" fmla="*/ 210316 w 1335120"/>
                  <a:gd name="connsiteY57" fmla="*/ 171918 h 920562"/>
                  <a:gd name="connsiteX58" fmla="*/ 165263 w 1335120"/>
                  <a:gd name="connsiteY58" fmla="*/ 179633 h 920562"/>
                  <a:gd name="connsiteX59" fmla="*/ 411770 w 1335120"/>
                  <a:gd name="connsiteY59" fmla="*/ 317460 h 920562"/>
                  <a:gd name="connsiteX60" fmla="*/ 222508 w 1335120"/>
                  <a:gd name="connsiteY60" fmla="*/ 276598 h 920562"/>
                  <a:gd name="connsiteX61" fmla="*/ 183551 w 1335120"/>
                  <a:gd name="connsiteY61" fmla="*/ 294314 h 920562"/>
                  <a:gd name="connsiteX62" fmla="*/ 190695 w 1335120"/>
                  <a:gd name="connsiteY62" fmla="*/ 318508 h 920562"/>
                  <a:gd name="connsiteX63" fmla="*/ 396339 w 1335120"/>
                  <a:gd name="connsiteY63" fmla="*/ 385373 h 920562"/>
                  <a:gd name="connsiteX64" fmla="*/ 221079 w 1335120"/>
                  <a:gd name="connsiteY64" fmla="*/ 383563 h 920562"/>
                  <a:gd name="connsiteX65" fmla="*/ 203553 w 1335120"/>
                  <a:gd name="connsiteY65" fmla="*/ 384611 h 920562"/>
                  <a:gd name="connsiteX66" fmla="*/ 194505 w 1335120"/>
                  <a:gd name="connsiteY66" fmla="*/ 396422 h 920562"/>
                  <a:gd name="connsiteX67" fmla="*/ 194505 w 1335120"/>
                  <a:gd name="connsiteY67" fmla="*/ 396327 h 920562"/>
                  <a:gd name="connsiteX68" fmla="*/ 100874 w 1335120"/>
                  <a:gd name="connsiteY68" fmla="*/ 295552 h 920562"/>
                  <a:gd name="connsiteX69" fmla="*/ 55821 w 1335120"/>
                  <a:gd name="connsiteY69" fmla="*/ 236688 h 920562"/>
                  <a:gd name="connsiteX70" fmla="*/ 114590 w 1335120"/>
                  <a:gd name="connsiteY70" fmla="*/ 202588 h 920562"/>
                  <a:gd name="connsiteX71" fmla="*/ 31341 w 1335120"/>
                  <a:gd name="connsiteY71" fmla="*/ 122293 h 920562"/>
                  <a:gd name="connsiteX72" fmla="*/ 50201 w 1335120"/>
                  <a:gd name="connsiteY72" fmla="*/ 87526 h 920562"/>
                  <a:gd name="connsiteX73" fmla="*/ 31722 w 1335120"/>
                  <a:gd name="connsiteY73" fmla="*/ 5897 h 920562"/>
                  <a:gd name="connsiteX74" fmla="*/ 57575 w 1335120"/>
                  <a:gd name="connsiteY74" fmla="*/ 158 h 92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335120" h="920562">
                    <a:moveTo>
                      <a:pt x="192885" y="400041"/>
                    </a:moveTo>
                    <a:cubicBezTo>
                      <a:pt x="196505" y="404042"/>
                      <a:pt x="198315" y="409280"/>
                      <a:pt x="202506" y="412709"/>
                    </a:cubicBezTo>
                    <a:cubicBezTo>
                      <a:pt x="232700" y="437855"/>
                      <a:pt x="266228" y="456905"/>
                      <a:pt x="299375" y="477765"/>
                    </a:cubicBezTo>
                    <a:cubicBezTo>
                      <a:pt x="273467" y="483766"/>
                      <a:pt x="247749" y="486719"/>
                      <a:pt x="221270" y="487957"/>
                    </a:cubicBezTo>
                    <a:cubicBezTo>
                      <a:pt x="224223" y="492434"/>
                      <a:pt x="228509" y="495863"/>
                      <a:pt x="230700" y="500720"/>
                    </a:cubicBezTo>
                    <a:cubicBezTo>
                      <a:pt x="190504" y="490529"/>
                      <a:pt x="136402" y="499006"/>
                      <a:pt x="119543" y="451190"/>
                    </a:cubicBezTo>
                    <a:cubicBezTo>
                      <a:pt x="106970" y="415376"/>
                      <a:pt x="166406" y="402518"/>
                      <a:pt x="192885" y="400041"/>
                    </a:cubicBezTo>
                    <a:close/>
                    <a:moveTo>
                      <a:pt x="1100428" y="328223"/>
                    </a:moveTo>
                    <a:cubicBezTo>
                      <a:pt x="1108143" y="343749"/>
                      <a:pt x="1116049" y="357369"/>
                      <a:pt x="1129003" y="368990"/>
                    </a:cubicBezTo>
                    <a:cubicBezTo>
                      <a:pt x="1129289" y="369276"/>
                      <a:pt x="1129384" y="368704"/>
                      <a:pt x="1129574" y="368799"/>
                    </a:cubicBezTo>
                    <a:cubicBezTo>
                      <a:pt x="1192439" y="416805"/>
                      <a:pt x="1253209" y="466145"/>
                      <a:pt x="1316741" y="513865"/>
                    </a:cubicBezTo>
                    <a:cubicBezTo>
                      <a:pt x="1320551" y="554537"/>
                      <a:pt x="1345220" y="589113"/>
                      <a:pt x="1330457" y="631880"/>
                    </a:cubicBezTo>
                    <a:cubicBezTo>
                      <a:pt x="1223300" y="943062"/>
                      <a:pt x="1083854" y="940871"/>
                      <a:pt x="789722" y="903343"/>
                    </a:cubicBezTo>
                    <a:cubicBezTo>
                      <a:pt x="708474" y="892960"/>
                      <a:pt x="635989" y="867243"/>
                      <a:pt x="578363" y="841620"/>
                    </a:cubicBezTo>
                    <a:cubicBezTo>
                      <a:pt x="511307" y="811807"/>
                      <a:pt x="488066" y="776470"/>
                      <a:pt x="446441" y="736845"/>
                    </a:cubicBezTo>
                    <a:cubicBezTo>
                      <a:pt x="412723" y="704651"/>
                      <a:pt x="412532" y="682934"/>
                      <a:pt x="391863" y="647691"/>
                    </a:cubicBezTo>
                    <a:cubicBezTo>
                      <a:pt x="337761" y="640262"/>
                      <a:pt x="300899" y="638643"/>
                      <a:pt x="241368" y="638166"/>
                    </a:cubicBezTo>
                    <a:lnTo>
                      <a:pt x="241463" y="638166"/>
                    </a:lnTo>
                    <a:cubicBezTo>
                      <a:pt x="191743" y="637690"/>
                      <a:pt x="195648" y="591589"/>
                      <a:pt x="233367" y="561586"/>
                    </a:cubicBezTo>
                    <a:cubicBezTo>
                      <a:pt x="174598" y="542916"/>
                      <a:pt x="165263" y="514056"/>
                      <a:pt x="231272" y="500530"/>
                    </a:cubicBezTo>
                    <a:cubicBezTo>
                      <a:pt x="274706" y="531201"/>
                      <a:pt x="304043" y="536344"/>
                      <a:pt x="359478" y="531582"/>
                    </a:cubicBezTo>
                    <a:cubicBezTo>
                      <a:pt x="373194" y="530439"/>
                      <a:pt x="406532" y="524343"/>
                      <a:pt x="423296" y="523200"/>
                    </a:cubicBezTo>
                    <a:cubicBezTo>
                      <a:pt x="403198" y="531010"/>
                      <a:pt x="378528" y="537487"/>
                      <a:pt x="358240" y="544917"/>
                    </a:cubicBezTo>
                    <a:cubicBezTo>
                      <a:pt x="337952" y="552346"/>
                      <a:pt x="320902" y="559109"/>
                      <a:pt x="300137" y="563300"/>
                    </a:cubicBezTo>
                    <a:cubicBezTo>
                      <a:pt x="323569" y="581112"/>
                      <a:pt x="348620" y="592923"/>
                      <a:pt x="376242" y="602353"/>
                    </a:cubicBezTo>
                    <a:cubicBezTo>
                      <a:pt x="391292" y="607496"/>
                      <a:pt x="405579" y="609972"/>
                      <a:pt x="421200" y="611306"/>
                    </a:cubicBezTo>
                    <a:cubicBezTo>
                      <a:pt x="428439" y="611877"/>
                      <a:pt x="435773" y="612354"/>
                      <a:pt x="443012" y="613497"/>
                    </a:cubicBezTo>
                    <a:cubicBezTo>
                      <a:pt x="431678" y="623308"/>
                      <a:pt x="422534" y="634642"/>
                      <a:pt x="414247" y="647025"/>
                    </a:cubicBezTo>
                    <a:cubicBezTo>
                      <a:pt x="424915" y="645501"/>
                      <a:pt x="435583" y="645024"/>
                      <a:pt x="446251" y="644453"/>
                    </a:cubicBezTo>
                    <a:cubicBezTo>
                      <a:pt x="447870" y="659788"/>
                      <a:pt x="446918" y="675885"/>
                      <a:pt x="454252" y="689792"/>
                    </a:cubicBezTo>
                    <a:cubicBezTo>
                      <a:pt x="469301" y="718653"/>
                      <a:pt x="488066" y="731702"/>
                      <a:pt x="517688" y="743513"/>
                    </a:cubicBezTo>
                    <a:cubicBezTo>
                      <a:pt x="515688" y="746656"/>
                      <a:pt x="512164" y="747704"/>
                      <a:pt x="512354" y="752181"/>
                    </a:cubicBezTo>
                    <a:cubicBezTo>
                      <a:pt x="512545" y="756658"/>
                      <a:pt x="513307" y="761229"/>
                      <a:pt x="518069" y="763897"/>
                    </a:cubicBezTo>
                    <a:cubicBezTo>
                      <a:pt x="548359" y="780946"/>
                      <a:pt x="569409" y="797234"/>
                      <a:pt x="606271" y="805425"/>
                    </a:cubicBezTo>
                    <a:cubicBezTo>
                      <a:pt x="663802" y="818189"/>
                      <a:pt x="729524" y="815141"/>
                      <a:pt x="789627" y="808854"/>
                    </a:cubicBezTo>
                    <a:cubicBezTo>
                      <a:pt x="780674" y="815427"/>
                      <a:pt x="770958" y="822094"/>
                      <a:pt x="761719" y="828666"/>
                    </a:cubicBezTo>
                    <a:cubicBezTo>
                      <a:pt x="842300" y="851527"/>
                      <a:pt x="914500" y="857051"/>
                      <a:pt x="996891" y="840192"/>
                    </a:cubicBezTo>
                    <a:cubicBezTo>
                      <a:pt x="987271" y="850479"/>
                      <a:pt x="977651" y="860766"/>
                      <a:pt x="968126" y="871148"/>
                    </a:cubicBezTo>
                    <a:cubicBezTo>
                      <a:pt x="1014512" y="873910"/>
                      <a:pt x="1052517" y="866671"/>
                      <a:pt x="1093665" y="844859"/>
                    </a:cubicBezTo>
                    <a:cubicBezTo>
                      <a:pt x="1088617" y="853241"/>
                      <a:pt x="1083664" y="861718"/>
                      <a:pt x="1078616" y="870100"/>
                    </a:cubicBezTo>
                    <a:cubicBezTo>
                      <a:pt x="1131289" y="834762"/>
                      <a:pt x="1159959" y="795900"/>
                      <a:pt x="1177961" y="735036"/>
                    </a:cubicBezTo>
                    <a:cubicBezTo>
                      <a:pt x="1162245" y="743418"/>
                      <a:pt x="1146624" y="752181"/>
                      <a:pt x="1131098" y="761039"/>
                    </a:cubicBezTo>
                    <a:cubicBezTo>
                      <a:pt x="1147958" y="709795"/>
                      <a:pt x="1156435" y="662074"/>
                      <a:pt x="1151863" y="608067"/>
                    </a:cubicBezTo>
                    <a:cubicBezTo>
                      <a:pt x="1133765" y="629499"/>
                      <a:pt x="1112429" y="646072"/>
                      <a:pt x="1089855" y="662455"/>
                    </a:cubicBezTo>
                    <a:cubicBezTo>
                      <a:pt x="1090998" y="638738"/>
                      <a:pt x="1092522" y="615211"/>
                      <a:pt x="1094903" y="591589"/>
                    </a:cubicBezTo>
                    <a:cubicBezTo>
                      <a:pt x="1085093" y="593685"/>
                      <a:pt x="1075377" y="595876"/>
                      <a:pt x="1065662" y="597971"/>
                    </a:cubicBezTo>
                    <a:cubicBezTo>
                      <a:pt x="1084807" y="557871"/>
                      <a:pt x="1109286" y="520628"/>
                      <a:pt x="1126812" y="479670"/>
                    </a:cubicBezTo>
                    <a:cubicBezTo>
                      <a:pt x="1106905" y="493577"/>
                      <a:pt x="1087093" y="507674"/>
                      <a:pt x="1067281" y="521676"/>
                    </a:cubicBezTo>
                    <a:cubicBezTo>
                      <a:pt x="1063757" y="499768"/>
                      <a:pt x="1063185" y="478718"/>
                      <a:pt x="1066805" y="456811"/>
                    </a:cubicBezTo>
                    <a:cubicBezTo>
                      <a:pt x="1058327" y="462525"/>
                      <a:pt x="1049660" y="468050"/>
                      <a:pt x="1041373" y="474146"/>
                    </a:cubicBezTo>
                    <a:cubicBezTo>
                      <a:pt x="1038706" y="439094"/>
                      <a:pt x="1047278" y="410805"/>
                      <a:pt x="1061947" y="379277"/>
                    </a:cubicBezTo>
                    <a:cubicBezTo>
                      <a:pt x="1046516" y="376896"/>
                      <a:pt x="1033562" y="371943"/>
                      <a:pt x="1020323" y="363656"/>
                    </a:cubicBezTo>
                    <a:cubicBezTo>
                      <a:pt x="1045088" y="345654"/>
                      <a:pt x="1070710" y="335271"/>
                      <a:pt x="1100428" y="328223"/>
                    </a:cubicBezTo>
                    <a:close/>
                    <a:moveTo>
                      <a:pt x="57575" y="158"/>
                    </a:moveTo>
                    <a:cubicBezTo>
                      <a:pt x="84949" y="-1324"/>
                      <a:pt x="115900" y="8016"/>
                      <a:pt x="141546" y="10660"/>
                    </a:cubicBezTo>
                    <a:cubicBezTo>
                      <a:pt x="143832" y="20851"/>
                      <a:pt x="142784" y="31329"/>
                      <a:pt x="143165" y="41235"/>
                    </a:cubicBezTo>
                    <a:cubicBezTo>
                      <a:pt x="143927" y="65143"/>
                      <a:pt x="139545" y="88479"/>
                      <a:pt x="149642" y="110958"/>
                    </a:cubicBezTo>
                    <a:cubicBezTo>
                      <a:pt x="162215" y="138961"/>
                      <a:pt x="186694" y="154011"/>
                      <a:pt x="210316" y="171918"/>
                    </a:cubicBezTo>
                    <a:cubicBezTo>
                      <a:pt x="194124" y="170299"/>
                      <a:pt x="180122" y="172775"/>
                      <a:pt x="165263" y="179633"/>
                    </a:cubicBezTo>
                    <a:cubicBezTo>
                      <a:pt x="238224" y="248499"/>
                      <a:pt x="324902" y="274407"/>
                      <a:pt x="411770" y="317460"/>
                    </a:cubicBezTo>
                    <a:cubicBezTo>
                      <a:pt x="359573" y="294981"/>
                      <a:pt x="269752" y="285265"/>
                      <a:pt x="222508" y="276598"/>
                    </a:cubicBezTo>
                    <a:cubicBezTo>
                      <a:pt x="175264" y="267930"/>
                      <a:pt x="200124" y="274883"/>
                      <a:pt x="183551" y="294314"/>
                    </a:cubicBezTo>
                    <a:cubicBezTo>
                      <a:pt x="173073" y="306506"/>
                      <a:pt x="180408" y="308697"/>
                      <a:pt x="190695" y="318508"/>
                    </a:cubicBezTo>
                    <a:cubicBezTo>
                      <a:pt x="246987" y="372038"/>
                      <a:pt x="321568" y="375086"/>
                      <a:pt x="396339" y="385373"/>
                    </a:cubicBezTo>
                    <a:cubicBezTo>
                      <a:pt x="339666" y="382325"/>
                      <a:pt x="275181" y="385373"/>
                      <a:pt x="221079" y="383563"/>
                    </a:cubicBezTo>
                    <a:cubicBezTo>
                      <a:pt x="207363" y="383087"/>
                      <a:pt x="212412" y="382992"/>
                      <a:pt x="203553" y="384611"/>
                    </a:cubicBezTo>
                    <a:cubicBezTo>
                      <a:pt x="194790" y="386231"/>
                      <a:pt x="197553" y="390517"/>
                      <a:pt x="194505" y="396422"/>
                    </a:cubicBezTo>
                    <a:lnTo>
                      <a:pt x="194505" y="396327"/>
                    </a:lnTo>
                    <a:cubicBezTo>
                      <a:pt x="157643" y="385659"/>
                      <a:pt x="22674" y="326128"/>
                      <a:pt x="100874" y="295552"/>
                    </a:cubicBezTo>
                    <a:cubicBezTo>
                      <a:pt x="149832" y="276407"/>
                      <a:pt x="67536" y="267835"/>
                      <a:pt x="55821" y="236688"/>
                    </a:cubicBezTo>
                    <a:cubicBezTo>
                      <a:pt x="47534" y="214780"/>
                      <a:pt x="88110" y="185443"/>
                      <a:pt x="114590" y="202588"/>
                    </a:cubicBezTo>
                    <a:cubicBezTo>
                      <a:pt x="82300" y="176490"/>
                      <a:pt x="47343" y="162869"/>
                      <a:pt x="31341" y="122293"/>
                    </a:cubicBezTo>
                    <a:cubicBezTo>
                      <a:pt x="25531" y="107624"/>
                      <a:pt x="39342" y="95432"/>
                      <a:pt x="50201" y="87526"/>
                    </a:cubicBezTo>
                    <a:cubicBezTo>
                      <a:pt x="7434" y="68953"/>
                      <a:pt x="-28095" y="32281"/>
                      <a:pt x="31722" y="5897"/>
                    </a:cubicBezTo>
                    <a:cubicBezTo>
                      <a:pt x="39723" y="2349"/>
                      <a:pt x="48450" y="652"/>
                      <a:pt x="57575" y="158"/>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659" name="Freeform: Shape 1658">
                <a:extLst>
                  <a:ext uri="{FF2B5EF4-FFF2-40B4-BE49-F238E27FC236}">
                    <a16:creationId xmlns:a16="http://schemas.microsoft.com/office/drawing/2014/main" id="{E20980AA-2900-3977-DB5D-8026903A6CCB}"/>
                  </a:ext>
                </a:extLst>
              </p:cNvPr>
              <p:cNvSpPr/>
              <p:nvPr/>
            </p:nvSpPr>
            <p:spPr>
              <a:xfrm>
                <a:off x="3925202" y="1646769"/>
                <a:ext cx="462066" cy="593956"/>
              </a:xfrm>
              <a:custGeom>
                <a:avLst/>
                <a:gdLst>
                  <a:gd name="connsiteX0" fmla="*/ 127921 w 462066"/>
                  <a:gd name="connsiteY0" fmla="*/ 236645 h 593956"/>
                  <a:gd name="connsiteX1" fmla="*/ 34766 w 462066"/>
                  <a:gd name="connsiteY1" fmla="*/ 189496 h 593956"/>
                  <a:gd name="connsiteX2" fmla="*/ 74295 w 462066"/>
                  <a:gd name="connsiteY2" fmla="*/ 264744 h 593956"/>
                  <a:gd name="connsiteX3" fmla="*/ 0 w 462066"/>
                  <a:gd name="connsiteY3" fmla="*/ 240645 h 593956"/>
                  <a:gd name="connsiteX4" fmla="*/ 87725 w 462066"/>
                  <a:gd name="connsiteY4" fmla="*/ 369518 h 593956"/>
                  <a:gd name="connsiteX5" fmla="*/ 5810 w 462066"/>
                  <a:gd name="connsiteY5" fmla="*/ 381615 h 593956"/>
                  <a:gd name="connsiteX6" fmla="*/ 138398 w 462066"/>
                  <a:gd name="connsiteY6" fmla="*/ 524395 h 593956"/>
                  <a:gd name="connsiteX7" fmla="*/ 171450 w 462066"/>
                  <a:gd name="connsiteY7" fmla="*/ 548589 h 593956"/>
                  <a:gd name="connsiteX8" fmla="*/ 164306 w 462066"/>
                  <a:gd name="connsiteY8" fmla="*/ 548112 h 593956"/>
                  <a:gd name="connsiteX9" fmla="*/ 160401 w 462066"/>
                  <a:gd name="connsiteY9" fmla="*/ 549446 h 593956"/>
                  <a:gd name="connsiteX10" fmla="*/ 134874 w 462066"/>
                  <a:gd name="connsiteY10" fmla="*/ 575163 h 593956"/>
                  <a:gd name="connsiteX11" fmla="*/ 358997 w 462066"/>
                  <a:gd name="connsiteY11" fmla="*/ 572592 h 593956"/>
                  <a:gd name="connsiteX12" fmla="*/ 429006 w 462066"/>
                  <a:gd name="connsiteY12" fmla="*/ 294843 h 593956"/>
                  <a:gd name="connsiteX13" fmla="*/ 205169 w 462066"/>
                  <a:gd name="connsiteY13" fmla="*/ 89102 h 593956"/>
                  <a:gd name="connsiteX14" fmla="*/ 135350 w 462066"/>
                  <a:gd name="connsiteY14" fmla="*/ 9664 h 593956"/>
                  <a:gd name="connsiteX15" fmla="*/ 112776 w 462066"/>
                  <a:gd name="connsiteY15" fmla="*/ 103104 h 593956"/>
                  <a:gd name="connsiteX16" fmla="*/ 54769 w 462066"/>
                  <a:gd name="connsiteY16" fmla="*/ 109105 h 593956"/>
                  <a:gd name="connsiteX17" fmla="*/ 127825 w 462066"/>
                  <a:gd name="connsiteY17" fmla="*/ 236645 h 59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2066" h="593956">
                    <a:moveTo>
                      <a:pt x="127921" y="236645"/>
                    </a:moveTo>
                    <a:cubicBezTo>
                      <a:pt x="104013" y="219690"/>
                      <a:pt x="66580" y="172732"/>
                      <a:pt x="34766" y="189496"/>
                    </a:cubicBezTo>
                    <a:cubicBezTo>
                      <a:pt x="8382" y="203402"/>
                      <a:pt x="67246" y="250265"/>
                      <a:pt x="74295" y="264744"/>
                    </a:cubicBezTo>
                    <a:cubicBezTo>
                      <a:pt x="50101" y="254837"/>
                      <a:pt x="27813" y="238645"/>
                      <a:pt x="0" y="240645"/>
                    </a:cubicBezTo>
                    <a:cubicBezTo>
                      <a:pt x="7048" y="301319"/>
                      <a:pt x="42863" y="332657"/>
                      <a:pt x="87725" y="369518"/>
                    </a:cubicBezTo>
                    <a:cubicBezTo>
                      <a:pt x="71056" y="355421"/>
                      <a:pt x="-3239" y="345325"/>
                      <a:pt x="5810" y="381615"/>
                    </a:cubicBezTo>
                    <a:cubicBezTo>
                      <a:pt x="22765" y="449052"/>
                      <a:pt x="90392" y="479532"/>
                      <a:pt x="138398" y="524395"/>
                    </a:cubicBezTo>
                    <a:cubicBezTo>
                      <a:pt x="147256" y="532682"/>
                      <a:pt x="162020" y="540207"/>
                      <a:pt x="171450" y="548589"/>
                    </a:cubicBezTo>
                    <a:cubicBezTo>
                      <a:pt x="168688" y="548303"/>
                      <a:pt x="167450" y="547160"/>
                      <a:pt x="164306" y="548112"/>
                    </a:cubicBezTo>
                    <a:cubicBezTo>
                      <a:pt x="161163" y="549160"/>
                      <a:pt x="166688" y="546874"/>
                      <a:pt x="160401" y="549446"/>
                    </a:cubicBezTo>
                    <a:cubicBezTo>
                      <a:pt x="154115" y="552018"/>
                      <a:pt x="131445" y="560685"/>
                      <a:pt x="134874" y="575163"/>
                    </a:cubicBezTo>
                    <a:cubicBezTo>
                      <a:pt x="209455" y="592023"/>
                      <a:pt x="286988" y="608406"/>
                      <a:pt x="358997" y="572592"/>
                    </a:cubicBezTo>
                    <a:cubicBezTo>
                      <a:pt x="483489" y="510679"/>
                      <a:pt x="479584" y="410762"/>
                      <a:pt x="429006" y="294843"/>
                    </a:cubicBezTo>
                    <a:cubicBezTo>
                      <a:pt x="358426" y="221405"/>
                      <a:pt x="280511" y="156254"/>
                      <a:pt x="205169" y="89102"/>
                    </a:cubicBezTo>
                    <a:cubicBezTo>
                      <a:pt x="178117" y="65004"/>
                      <a:pt x="158782" y="36239"/>
                      <a:pt x="135350" y="9664"/>
                    </a:cubicBezTo>
                    <a:cubicBezTo>
                      <a:pt x="60198" y="-31579"/>
                      <a:pt x="99727" y="70529"/>
                      <a:pt x="112776" y="103104"/>
                    </a:cubicBezTo>
                    <a:cubicBezTo>
                      <a:pt x="125825" y="135680"/>
                      <a:pt x="56483" y="83864"/>
                      <a:pt x="54769" y="109105"/>
                    </a:cubicBezTo>
                    <a:cubicBezTo>
                      <a:pt x="51340" y="160349"/>
                      <a:pt x="102870" y="196163"/>
                      <a:pt x="127825" y="236645"/>
                    </a:cubicBezTo>
                    <a:close/>
                  </a:path>
                </a:pathLst>
              </a:custGeom>
              <a:solidFill>
                <a:schemeClr val="accent6"/>
              </a:solidFill>
              <a:ln w="0" cap="flat">
                <a:noFill/>
                <a:prstDash val="solid"/>
                <a:miter/>
              </a:ln>
            </p:spPr>
            <p:txBody>
              <a:bodyPr rtlCol="0" anchor="ctr"/>
              <a:lstStyle/>
              <a:p>
                <a:endParaRPr lang="en-IN"/>
              </a:p>
            </p:txBody>
          </p:sp>
          <p:grpSp>
            <p:nvGrpSpPr>
              <p:cNvPr id="1686" name="Group 1685">
                <a:extLst>
                  <a:ext uri="{FF2B5EF4-FFF2-40B4-BE49-F238E27FC236}">
                    <a16:creationId xmlns:a16="http://schemas.microsoft.com/office/drawing/2014/main" id="{47A39B8F-20BB-7300-A865-978982C1EAED}"/>
                  </a:ext>
                </a:extLst>
              </p:cNvPr>
              <p:cNvGrpSpPr/>
              <p:nvPr/>
            </p:nvGrpSpPr>
            <p:grpSpPr>
              <a:xfrm>
                <a:off x="3868910" y="2751617"/>
                <a:ext cx="498252" cy="121539"/>
                <a:chOff x="3868910" y="2751617"/>
                <a:chExt cx="498252" cy="121539"/>
              </a:xfrm>
            </p:grpSpPr>
            <p:sp>
              <p:nvSpPr>
                <p:cNvPr id="1646" name="Freeform: Shape 1645">
                  <a:extLst>
                    <a:ext uri="{FF2B5EF4-FFF2-40B4-BE49-F238E27FC236}">
                      <a16:creationId xmlns:a16="http://schemas.microsoft.com/office/drawing/2014/main" id="{BC50ECF1-AF7A-14A6-CE59-BFEC78183BFE}"/>
                    </a:ext>
                  </a:extLst>
                </p:cNvPr>
                <p:cNvSpPr/>
                <p:nvPr/>
              </p:nvSpPr>
              <p:spPr>
                <a:xfrm>
                  <a:off x="4340683" y="2751617"/>
                  <a:ext cx="26479" cy="18192"/>
                </a:xfrm>
                <a:custGeom>
                  <a:avLst/>
                  <a:gdLst>
                    <a:gd name="connsiteX0" fmla="*/ 26480 w 26479"/>
                    <a:gd name="connsiteY0" fmla="*/ 18097 h 18192"/>
                    <a:gd name="connsiteX1" fmla="*/ 2000 w 26479"/>
                    <a:gd name="connsiteY1" fmla="*/ 6572 h 18192"/>
                    <a:gd name="connsiteX2" fmla="*/ 0 w 26479"/>
                    <a:gd name="connsiteY2" fmla="*/ 0 h 18192"/>
                    <a:gd name="connsiteX3" fmla="*/ 26480 w 26479"/>
                    <a:gd name="connsiteY3" fmla="*/ 18193 h 18192"/>
                  </a:gdLst>
                  <a:ahLst/>
                  <a:cxnLst>
                    <a:cxn ang="0">
                      <a:pos x="connsiteX0" y="connsiteY0"/>
                    </a:cxn>
                    <a:cxn ang="0">
                      <a:pos x="connsiteX1" y="connsiteY1"/>
                    </a:cxn>
                    <a:cxn ang="0">
                      <a:pos x="connsiteX2" y="connsiteY2"/>
                    </a:cxn>
                    <a:cxn ang="0">
                      <a:pos x="connsiteX3" y="connsiteY3"/>
                    </a:cxn>
                  </a:cxnLst>
                  <a:rect l="l" t="t" r="r" b="b"/>
                  <a:pathLst>
                    <a:path w="26479" h="18192">
                      <a:moveTo>
                        <a:pt x="26480" y="18097"/>
                      </a:moveTo>
                      <a:cubicBezTo>
                        <a:pt x="18955" y="12668"/>
                        <a:pt x="10478" y="10192"/>
                        <a:pt x="2000" y="6572"/>
                      </a:cubicBezTo>
                      <a:cubicBezTo>
                        <a:pt x="-286" y="5620"/>
                        <a:pt x="1429" y="1619"/>
                        <a:pt x="0" y="0"/>
                      </a:cubicBezTo>
                      <a:cubicBezTo>
                        <a:pt x="11811" y="2953"/>
                        <a:pt x="19526" y="8192"/>
                        <a:pt x="26480" y="18193"/>
                      </a:cubicBezTo>
                      <a:close/>
                    </a:path>
                  </a:pathLst>
                </a:custGeom>
                <a:solidFill>
                  <a:schemeClr val="tx1"/>
                </a:solidFill>
                <a:ln w="0" cap="flat">
                  <a:noFill/>
                  <a:prstDash val="solid"/>
                  <a:miter/>
                </a:ln>
              </p:spPr>
              <p:txBody>
                <a:bodyPr rtlCol="0" anchor="ctr"/>
                <a:lstStyle/>
                <a:p>
                  <a:endParaRPr lang="en-IN"/>
                </a:p>
              </p:txBody>
            </p:sp>
            <p:sp>
              <p:nvSpPr>
                <p:cNvPr id="1647" name="Freeform: Shape 1646">
                  <a:extLst>
                    <a:ext uri="{FF2B5EF4-FFF2-40B4-BE49-F238E27FC236}">
                      <a16:creationId xmlns:a16="http://schemas.microsoft.com/office/drawing/2014/main" id="{1663CC07-82E9-5DB0-D182-D0D175B87FAF}"/>
                    </a:ext>
                  </a:extLst>
                </p:cNvPr>
                <p:cNvSpPr/>
                <p:nvPr/>
              </p:nvSpPr>
              <p:spPr>
                <a:xfrm>
                  <a:off x="4315058" y="2784193"/>
                  <a:ext cx="21719" cy="23050"/>
                </a:xfrm>
                <a:custGeom>
                  <a:avLst/>
                  <a:gdLst>
                    <a:gd name="connsiteX0" fmla="*/ 21720 w 21719"/>
                    <a:gd name="connsiteY0" fmla="*/ 23050 h 23050"/>
                    <a:gd name="connsiteX1" fmla="*/ 765 w 21719"/>
                    <a:gd name="connsiteY1" fmla="*/ 6858 h 23050"/>
                    <a:gd name="connsiteX2" fmla="*/ 479 w 21719"/>
                    <a:gd name="connsiteY2" fmla="*/ 0 h 23050"/>
                    <a:gd name="connsiteX3" fmla="*/ 21720 w 21719"/>
                    <a:gd name="connsiteY3" fmla="*/ 23050 h 23050"/>
                  </a:gdLst>
                  <a:ahLst/>
                  <a:cxnLst>
                    <a:cxn ang="0">
                      <a:pos x="connsiteX0" y="connsiteY0"/>
                    </a:cxn>
                    <a:cxn ang="0">
                      <a:pos x="connsiteX1" y="connsiteY1"/>
                    </a:cxn>
                    <a:cxn ang="0">
                      <a:pos x="connsiteX2" y="connsiteY2"/>
                    </a:cxn>
                    <a:cxn ang="0">
                      <a:pos x="connsiteX3" y="connsiteY3"/>
                    </a:cxn>
                  </a:cxnLst>
                  <a:rect l="l" t="t" r="r" b="b"/>
                  <a:pathLst>
                    <a:path w="21719" h="23050">
                      <a:moveTo>
                        <a:pt x="21720" y="23050"/>
                      </a:moveTo>
                      <a:cubicBezTo>
                        <a:pt x="15719" y="16097"/>
                        <a:pt x="8194" y="12097"/>
                        <a:pt x="765" y="6858"/>
                      </a:cubicBezTo>
                      <a:cubicBezTo>
                        <a:pt x="-1235" y="5429"/>
                        <a:pt x="1432" y="2000"/>
                        <a:pt x="479" y="0"/>
                      </a:cubicBezTo>
                      <a:cubicBezTo>
                        <a:pt x="11242" y="5239"/>
                        <a:pt x="17529" y="11811"/>
                        <a:pt x="21720" y="23050"/>
                      </a:cubicBezTo>
                      <a:close/>
                    </a:path>
                  </a:pathLst>
                </a:custGeom>
                <a:solidFill>
                  <a:schemeClr val="tx1"/>
                </a:solidFill>
                <a:ln w="0" cap="flat">
                  <a:noFill/>
                  <a:prstDash val="solid"/>
                  <a:miter/>
                </a:ln>
              </p:spPr>
              <p:txBody>
                <a:bodyPr rtlCol="0" anchor="ctr"/>
                <a:lstStyle/>
                <a:p>
                  <a:endParaRPr lang="en-IN"/>
                </a:p>
              </p:txBody>
            </p:sp>
            <p:sp>
              <p:nvSpPr>
                <p:cNvPr id="1648" name="Freeform: Shape 1647">
                  <a:extLst>
                    <a:ext uri="{FF2B5EF4-FFF2-40B4-BE49-F238E27FC236}">
                      <a16:creationId xmlns:a16="http://schemas.microsoft.com/office/drawing/2014/main" id="{6D861202-8D0A-6704-A8E9-A58249882EB3}"/>
                    </a:ext>
                  </a:extLst>
                </p:cNvPr>
                <p:cNvSpPr/>
                <p:nvPr/>
              </p:nvSpPr>
              <p:spPr>
                <a:xfrm>
                  <a:off x="4270215" y="2798004"/>
                  <a:ext cx="16841" cy="26765"/>
                </a:xfrm>
                <a:custGeom>
                  <a:avLst/>
                  <a:gdLst>
                    <a:gd name="connsiteX0" fmla="*/ 16842 w 16841"/>
                    <a:gd name="connsiteY0" fmla="*/ 26765 h 26765"/>
                    <a:gd name="connsiteX1" fmla="*/ 363 w 16841"/>
                    <a:gd name="connsiteY1" fmla="*/ 6858 h 26765"/>
                    <a:gd name="connsiteX2" fmla="*/ 1887 w 16841"/>
                    <a:gd name="connsiteY2" fmla="*/ 0 h 26765"/>
                    <a:gd name="connsiteX3" fmla="*/ 16842 w 16841"/>
                    <a:gd name="connsiteY3" fmla="*/ 26765 h 26765"/>
                  </a:gdLst>
                  <a:ahLst/>
                  <a:cxnLst>
                    <a:cxn ang="0">
                      <a:pos x="connsiteX0" y="connsiteY0"/>
                    </a:cxn>
                    <a:cxn ang="0">
                      <a:pos x="connsiteX1" y="connsiteY1"/>
                    </a:cxn>
                    <a:cxn ang="0">
                      <a:pos x="connsiteX2" y="connsiteY2"/>
                    </a:cxn>
                    <a:cxn ang="0">
                      <a:pos x="connsiteX3" y="connsiteY3"/>
                    </a:cxn>
                  </a:cxnLst>
                  <a:rect l="l" t="t" r="r" b="b"/>
                  <a:pathLst>
                    <a:path w="16841" h="26765">
                      <a:moveTo>
                        <a:pt x="16842" y="26765"/>
                      </a:moveTo>
                      <a:cubicBezTo>
                        <a:pt x="12841" y="18860"/>
                        <a:pt x="5983" y="13049"/>
                        <a:pt x="363" y="6858"/>
                      </a:cubicBezTo>
                      <a:cubicBezTo>
                        <a:pt x="-1161" y="5144"/>
                        <a:pt x="2649" y="1905"/>
                        <a:pt x="1887" y="0"/>
                      </a:cubicBezTo>
                      <a:cubicBezTo>
                        <a:pt x="11127" y="7429"/>
                        <a:pt x="15413" y="15050"/>
                        <a:pt x="16842" y="26765"/>
                      </a:cubicBezTo>
                      <a:close/>
                    </a:path>
                  </a:pathLst>
                </a:custGeom>
                <a:solidFill>
                  <a:schemeClr val="tx1"/>
                </a:solidFill>
                <a:ln w="0" cap="flat">
                  <a:noFill/>
                  <a:prstDash val="solid"/>
                  <a:miter/>
                </a:ln>
              </p:spPr>
              <p:txBody>
                <a:bodyPr rtlCol="0" anchor="ctr"/>
                <a:lstStyle/>
                <a:p>
                  <a:endParaRPr lang="en-IN"/>
                </a:p>
              </p:txBody>
            </p:sp>
            <p:sp>
              <p:nvSpPr>
                <p:cNvPr id="1649" name="Freeform: Shape 1648">
                  <a:extLst>
                    <a:ext uri="{FF2B5EF4-FFF2-40B4-BE49-F238E27FC236}">
                      <a16:creationId xmlns:a16="http://schemas.microsoft.com/office/drawing/2014/main" id="{496AF90E-9E6A-234E-AE06-218C5E04FD59}"/>
                    </a:ext>
                  </a:extLst>
                </p:cNvPr>
                <p:cNvSpPr/>
                <p:nvPr/>
              </p:nvSpPr>
              <p:spPr>
                <a:xfrm>
                  <a:off x="4113416" y="2768572"/>
                  <a:ext cx="27908" cy="24479"/>
                </a:xfrm>
                <a:custGeom>
                  <a:avLst/>
                  <a:gdLst>
                    <a:gd name="connsiteX0" fmla="*/ 0 w 27908"/>
                    <a:gd name="connsiteY0" fmla="*/ 24479 h 24479"/>
                    <a:gd name="connsiteX1" fmla="*/ 24955 w 27908"/>
                    <a:gd name="connsiteY1" fmla="*/ 7715 h 24479"/>
                    <a:gd name="connsiteX2" fmla="*/ 27908 w 27908"/>
                    <a:gd name="connsiteY2" fmla="*/ 0 h 24479"/>
                    <a:gd name="connsiteX3" fmla="*/ 0 w 27908"/>
                    <a:gd name="connsiteY3" fmla="*/ 24479 h 24479"/>
                  </a:gdLst>
                  <a:ahLst/>
                  <a:cxnLst>
                    <a:cxn ang="0">
                      <a:pos x="connsiteX0" y="connsiteY0"/>
                    </a:cxn>
                    <a:cxn ang="0">
                      <a:pos x="connsiteX1" y="connsiteY1"/>
                    </a:cxn>
                    <a:cxn ang="0">
                      <a:pos x="connsiteX2" y="connsiteY2"/>
                    </a:cxn>
                    <a:cxn ang="0">
                      <a:pos x="connsiteX3" y="connsiteY3"/>
                    </a:cxn>
                  </a:cxnLst>
                  <a:rect l="l" t="t" r="r" b="b"/>
                  <a:pathLst>
                    <a:path w="27908" h="24479">
                      <a:moveTo>
                        <a:pt x="0" y="24479"/>
                      </a:moveTo>
                      <a:cubicBezTo>
                        <a:pt x="7525" y="17431"/>
                        <a:pt x="16192" y="13049"/>
                        <a:pt x="24955" y="7715"/>
                      </a:cubicBezTo>
                      <a:cubicBezTo>
                        <a:pt x="27337" y="6286"/>
                        <a:pt x="26194" y="2096"/>
                        <a:pt x="27908" y="0"/>
                      </a:cubicBezTo>
                      <a:cubicBezTo>
                        <a:pt x="15526" y="5620"/>
                        <a:pt x="7239" y="12954"/>
                        <a:pt x="0" y="24479"/>
                      </a:cubicBezTo>
                      <a:close/>
                    </a:path>
                  </a:pathLst>
                </a:custGeom>
                <a:solidFill>
                  <a:schemeClr val="tx1"/>
                </a:solidFill>
                <a:ln w="0" cap="flat">
                  <a:noFill/>
                  <a:prstDash val="solid"/>
                  <a:miter/>
                </a:ln>
              </p:spPr>
              <p:txBody>
                <a:bodyPr rtlCol="0" anchor="ctr"/>
                <a:lstStyle/>
                <a:p>
                  <a:endParaRPr lang="en-IN"/>
                </a:p>
              </p:txBody>
            </p:sp>
            <p:sp>
              <p:nvSpPr>
                <p:cNvPr id="1661" name="Freeform: Shape 1660">
                  <a:extLst>
                    <a:ext uri="{FF2B5EF4-FFF2-40B4-BE49-F238E27FC236}">
                      <a16:creationId xmlns:a16="http://schemas.microsoft.com/office/drawing/2014/main" id="{3865C152-49A0-5C38-8196-F4886706D31E}"/>
                    </a:ext>
                  </a:extLst>
                </p:cNvPr>
                <p:cNvSpPr/>
                <p:nvPr/>
              </p:nvSpPr>
              <p:spPr>
                <a:xfrm>
                  <a:off x="4086746" y="2792575"/>
                  <a:ext cx="22574" cy="18859"/>
                </a:xfrm>
                <a:custGeom>
                  <a:avLst/>
                  <a:gdLst>
                    <a:gd name="connsiteX0" fmla="*/ 22574 w 22574"/>
                    <a:gd name="connsiteY0" fmla="*/ 18860 h 18859"/>
                    <a:gd name="connsiteX1" fmla="*/ 381 w 22574"/>
                    <a:gd name="connsiteY1" fmla="*/ 8287 h 18859"/>
                    <a:gd name="connsiteX2" fmla="*/ 0 w 22574"/>
                    <a:gd name="connsiteY2" fmla="*/ 0 h 18859"/>
                    <a:gd name="connsiteX3" fmla="*/ 22574 w 22574"/>
                    <a:gd name="connsiteY3" fmla="*/ 18860 h 18859"/>
                  </a:gdLst>
                  <a:ahLst/>
                  <a:cxnLst>
                    <a:cxn ang="0">
                      <a:pos x="connsiteX0" y="connsiteY0"/>
                    </a:cxn>
                    <a:cxn ang="0">
                      <a:pos x="connsiteX1" y="connsiteY1"/>
                    </a:cxn>
                    <a:cxn ang="0">
                      <a:pos x="connsiteX2" y="connsiteY2"/>
                    </a:cxn>
                    <a:cxn ang="0">
                      <a:pos x="connsiteX3" y="connsiteY3"/>
                    </a:cxn>
                  </a:cxnLst>
                  <a:rect l="l" t="t" r="r" b="b"/>
                  <a:pathLst>
                    <a:path w="22574" h="18859">
                      <a:moveTo>
                        <a:pt x="22574" y="18860"/>
                      </a:moveTo>
                      <a:cubicBezTo>
                        <a:pt x="15716" y="13716"/>
                        <a:pt x="8763" y="10287"/>
                        <a:pt x="381" y="8287"/>
                      </a:cubicBezTo>
                      <a:cubicBezTo>
                        <a:pt x="381" y="5525"/>
                        <a:pt x="95" y="2762"/>
                        <a:pt x="0" y="0"/>
                      </a:cubicBezTo>
                      <a:cubicBezTo>
                        <a:pt x="11621" y="2667"/>
                        <a:pt x="17621" y="8096"/>
                        <a:pt x="22574" y="18860"/>
                      </a:cubicBezTo>
                      <a:close/>
                    </a:path>
                  </a:pathLst>
                </a:custGeom>
                <a:solidFill>
                  <a:schemeClr val="tx1"/>
                </a:solidFill>
                <a:ln w="0" cap="flat">
                  <a:noFill/>
                  <a:prstDash val="solid"/>
                  <a:miter/>
                </a:ln>
              </p:spPr>
              <p:txBody>
                <a:bodyPr rtlCol="0" anchor="ctr"/>
                <a:lstStyle/>
                <a:p>
                  <a:endParaRPr lang="en-IN"/>
                </a:p>
              </p:txBody>
            </p:sp>
            <p:sp>
              <p:nvSpPr>
                <p:cNvPr id="1662" name="Freeform: Shape 1661">
                  <a:extLst>
                    <a:ext uri="{FF2B5EF4-FFF2-40B4-BE49-F238E27FC236}">
                      <a16:creationId xmlns:a16="http://schemas.microsoft.com/office/drawing/2014/main" id="{DCD22099-3F46-C324-E13B-A4D999AE6DD4}"/>
                    </a:ext>
                  </a:extLst>
                </p:cNvPr>
                <p:cNvSpPr/>
                <p:nvPr/>
              </p:nvSpPr>
              <p:spPr>
                <a:xfrm>
                  <a:off x="4058076" y="2830960"/>
                  <a:ext cx="18668" cy="25431"/>
                </a:xfrm>
                <a:custGeom>
                  <a:avLst/>
                  <a:gdLst>
                    <a:gd name="connsiteX0" fmla="*/ 18669 w 18668"/>
                    <a:gd name="connsiteY0" fmla="*/ 25432 h 25431"/>
                    <a:gd name="connsiteX1" fmla="*/ 0 w 18668"/>
                    <a:gd name="connsiteY1" fmla="*/ 8001 h 25431"/>
                    <a:gd name="connsiteX2" fmla="*/ 952 w 18668"/>
                    <a:gd name="connsiteY2" fmla="*/ 0 h 25431"/>
                    <a:gd name="connsiteX3" fmla="*/ 18574 w 18668"/>
                    <a:gd name="connsiteY3" fmla="*/ 25432 h 25431"/>
                  </a:gdLst>
                  <a:ahLst/>
                  <a:cxnLst>
                    <a:cxn ang="0">
                      <a:pos x="connsiteX0" y="connsiteY0"/>
                    </a:cxn>
                    <a:cxn ang="0">
                      <a:pos x="connsiteX1" y="connsiteY1"/>
                    </a:cxn>
                    <a:cxn ang="0">
                      <a:pos x="connsiteX2" y="connsiteY2"/>
                    </a:cxn>
                    <a:cxn ang="0">
                      <a:pos x="connsiteX3" y="connsiteY3"/>
                    </a:cxn>
                  </a:cxnLst>
                  <a:rect l="l" t="t" r="r" b="b"/>
                  <a:pathLst>
                    <a:path w="18668" h="25431">
                      <a:moveTo>
                        <a:pt x="18669" y="25432"/>
                      </a:moveTo>
                      <a:cubicBezTo>
                        <a:pt x="13430" y="18193"/>
                        <a:pt x="7620" y="12668"/>
                        <a:pt x="0" y="8001"/>
                      </a:cubicBezTo>
                      <a:cubicBezTo>
                        <a:pt x="286" y="5334"/>
                        <a:pt x="667" y="2667"/>
                        <a:pt x="952" y="0"/>
                      </a:cubicBezTo>
                      <a:cubicBezTo>
                        <a:pt x="11049" y="6382"/>
                        <a:pt x="15907" y="13907"/>
                        <a:pt x="18574" y="25432"/>
                      </a:cubicBezTo>
                      <a:close/>
                    </a:path>
                  </a:pathLst>
                </a:custGeom>
                <a:solidFill>
                  <a:schemeClr val="tx1"/>
                </a:solidFill>
                <a:ln w="0" cap="flat">
                  <a:noFill/>
                  <a:prstDash val="solid"/>
                  <a:miter/>
                </a:ln>
              </p:spPr>
              <p:txBody>
                <a:bodyPr rtlCol="0" anchor="ctr"/>
                <a:lstStyle/>
                <a:p>
                  <a:endParaRPr lang="en-IN"/>
                </a:p>
              </p:txBody>
            </p:sp>
            <p:sp>
              <p:nvSpPr>
                <p:cNvPr id="1663" name="Freeform: Shape 1662">
                  <a:extLst>
                    <a:ext uri="{FF2B5EF4-FFF2-40B4-BE49-F238E27FC236}">
                      <a16:creationId xmlns:a16="http://schemas.microsoft.com/office/drawing/2014/main" id="{7B8802B0-D4C7-D254-2DA0-81094E7CB332}"/>
                    </a:ext>
                  </a:extLst>
                </p:cNvPr>
                <p:cNvSpPr/>
                <p:nvPr/>
              </p:nvSpPr>
              <p:spPr>
                <a:xfrm>
                  <a:off x="4014967" y="2845248"/>
                  <a:ext cx="13867" cy="27908"/>
                </a:xfrm>
                <a:custGeom>
                  <a:avLst/>
                  <a:gdLst>
                    <a:gd name="connsiteX0" fmla="*/ 13772 w 13867"/>
                    <a:gd name="connsiteY0" fmla="*/ 27908 h 27908"/>
                    <a:gd name="connsiteX1" fmla="*/ 342 w 13867"/>
                    <a:gd name="connsiteY1" fmla="*/ 6858 h 27908"/>
                    <a:gd name="connsiteX2" fmla="*/ 2247 w 13867"/>
                    <a:gd name="connsiteY2" fmla="*/ 0 h 27908"/>
                    <a:gd name="connsiteX3" fmla="*/ 13867 w 13867"/>
                    <a:gd name="connsiteY3" fmla="*/ 27908 h 27908"/>
                  </a:gdLst>
                  <a:ahLst/>
                  <a:cxnLst>
                    <a:cxn ang="0">
                      <a:pos x="connsiteX0" y="connsiteY0"/>
                    </a:cxn>
                    <a:cxn ang="0">
                      <a:pos x="connsiteX1" y="connsiteY1"/>
                    </a:cxn>
                    <a:cxn ang="0">
                      <a:pos x="connsiteX2" y="connsiteY2"/>
                    </a:cxn>
                    <a:cxn ang="0">
                      <a:pos x="connsiteX3" y="connsiteY3"/>
                    </a:cxn>
                  </a:cxnLst>
                  <a:rect l="l" t="t" r="r" b="b"/>
                  <a:pathLst>
                    <a:path w="13867" h="27908">
                      <a:moveTo>
                        <a:pt x="13772" y="27908"/>
                      </a:moveTo>
                      <a:cubicBezTo>
                        <a:pt x="10724" y="19812"/>
                        <a:pt x="5295" y="13907"/>
                        <a:pt x="342" y="6858"/>
                      </a:cubicBezTo>
                      <a:cubicBezTo>
                        <a:pt x="-1087" y="4858"/>
                        <a:pt x="2437" y="2191"/>
                        <a:pt x="2247" y="0"/>
                      </a:cubicBezTo>
                      <a:cubicBezTo>
                        <a:pt x="10534" y="8192"/>
                        <a:pt x="13677" y="16288"/>
                        <a:pt x="13867" y="27908"/>
                      </a:cubicBezTo>
                      <a:close/>
                    </a:path>
                  </a:pathLst>
                </a:custGeom>
                <a:solidFill>
                  <a:schemeClr val="tx1"/>
                </a:solidFill>
                <a:ln w="0" cap="flat">
                  <a:noFill/>
                  <a:prstDash val="solid"/>
                  <a:miter/>
                </a:ln>
              </p:spPr>
              <p:txBody>
                <a:bodyPr rtlCol="0" anchor="ctr"/>
                <a:lstStyle/>
                <a:p>
                  <a:endParaRPr lang="en-IN"/>
                </a:p>
              </p:txBody>
            </p:sp>
            <p:sp>
              <p:nvSpPr>
                <p:cNvPr id="1664" name="Freeform: Shape 1663">
                  <a:extLst>
                    <a:ext uri="{FF2B5EF4-FFF2-40B4-BE49-F238E27FC236}">
                      <a16:creationId xmlns:a16="http://schemas.microsoft.com/office/drawing/2014/main" id="{24B0DFF6-58B1-53E9-F747-A43FB1642D8E}"/>
                    </a:ext>
                  </a:extLst>
                </p:cNvPr>
                <p:cNvSpPr/>
                <p:nvPr/>
              </p:nvSpPr>
              <p:spPr>
                <a:xfrm>
                  <a:off x="3868910" y="2784279"/>
                  <a:ext cx="29432" cy="10771"/>
                </a:xfrm>
                <a:custGeom>
                  <a:avLst/>
                  <a:gdLst>
                    <a:gd name="connsiteX0" fmla="*/ 0 w 29432"/>
                    <a:gd name="connsiteY0" fmla="*/ 10772 h 10771"/>
                    <a:gd name="connsiteX1" fmla="*/ 25813 w 29432"/>
                    <a:gd name="connsiteY1" fmla="*/ 6009 h 10771"/>
                    <a:gd name="connsiteX2" fmla="*/ 29432 w 29432"/>
                    <a:gd name="connsiteY2" fmla="*/ 9 h 10771"/>
                    <a:gd name="connsiteX3" fmla="*/ 0 w 29432"/>
                    <a:gd name="connsiteY3" fmla="*/ 10772 h 10771"/>
                  </a:gdLst>
                  <a:ahLst/>
                  <a:cxnLst>
                    <a:cxn ang="0">
                      <a:pos x="connsiteX0" y="connsiteY0"/>
                    </a:cxn>
                    <a:cxn ang="0">
                      <a:pos x="connsiteX1" y="connsiteY1"/>
                    </a:cxn>
                    <a:cxn ang="0">
                      <a:pos x="connsiteX2" y="connsiteY2"/>
                    </a:cxn>
                    <a:cxn ang="0">
                      <a:pos x="connsiteX3" y="connsiteY3"/>
                    </a:cxn>
                  </a:cxnLst>
                  <a:rect l="l" t="t" r="r" b="b"/>
                  <a:pathLst>
                    <a:path w="29432" h="10771">
                      <a:moveTo>
                        <a:pt x="0" y="10772"/>
                      </a:moveTo>
                      <a:cubicBezTo>
                        <a:pt x="8382" y="7438"/>
                        <a:pt x="16954" y="7248"/>
                        <a:pt x="25813" y="6009"/>
                      </a:cubicBezTo>
                      <a:cubicBezTo>
                        <a:pt x="28289" y="5628"/>
                        <a:pt x="27527" y="1342"/>
                        <a:pt x="29432" y="9"/>
                      </a:cubicBezTo>
                      <a:cubicBezTo>
                        <a:pt x="17526" y="-182"/>
                        <a:pt x="8953" y="2771"/>
                        <a:pt x="0" y="10772"/>
                      </a:cubicBezTo>
                      <a:close/>
                    </a:path>
                  </a:pathLst>
                </a:custGeom>
                <a:solidFill>
                  <a:schemeClr val="tx1"/>
                </a:solidFill>
                <a:ln w="0" cap="flat">
                  <a:noFill/>
                  <a:prstDash val="solid"/>
                  <a:miter/>
                </a:ln>
              </p:spPr>
              <p:txBody>
                <a:bodyPr rtlCol="0" anchor="ctr"/>
                <a:lstStyle/>
                <a:p>
                  <a:endParaRPr lang="en-IN"/>
                </a:p>
              </p:txBody>
            </p:sp>
          </p:grpSp>
          <p:sp>
            <p:nvSpPr>
              <p:cNvPr id="1665" name="Freeform: Shape 1664">
                <a:extLst>
                  <a:ext uri="{FF2B5EF4-FFF2-40B4-BE49-F238E27FC236}">
                    <a16:creationId xmlns:a16="http://schemas.microsoft.com/office/drawing/2014/main" id="{17690D99-DDB5-493B-97A8-2526B3DBBA1A}"/>
                  </a:ext>
                </a:extLst>
              </p:cNvPr>
              <p:cNvSpPr/>
              <p:nvPr/>
            </p:nvSpPr>
            <p:spPr>
              <a:xfrm>
                <a:off x="3893564" y="2527303"/>
                <a:ext cx="191701" cy="326446"/>
              </a:xfrm>
              <a:custGeom>
                <a:avLst/>
                <a:gdLst>
                  <a:gd name="connsiteX0" fmla="*/ 41449 w 191701"/>
                  <a:gd name="connsiteY0" fmla="*/ 231267 h 326446"/>
                  <a:gd name="connsiteX1" fmla="*/ 65737 w 191701"/>
                  <a:gd name="connsiteY1" fmla="*/ 0 h 326446"/>
                  <a:gd name="connsiteX2" fmla="*/ 123363 w 191701"/>
                  <a:gd name="connsiteY2" fmla="*/ 28385 h 326446"/>
                  <a:gd name="connsiteX3" fmla="*/ 88788 w 191701"/>
                  <a:gd name="connsiteY3" fmla="*/ 220409 h 326446"/>
                  <a:gd name="connsiteX4" fmla="*/ 189086 w 191701"/>
                  <a:gd name="connsiteY4" fmla="*/ 265843 h 326446"/>
                  <a:gd name="connsiteX5" fmla="*/ 125649 w 191701"/>
                  <a:gd name="connsiteY5" fmla="*/ 263557 h 326446"/>
                  <a:gd name="connsiteX6" fmla="*/ 171274 w 191701"/>
                  <a:gd name="connsiteY6" fmla="*/ 313658 h 326446"/>
                  <a:gd name="connsiteX7" fmla="*/ 111553 w 191701"/>
                  <a:gd name="connsiteY7" fmla="*/ 273558 h 326446"/>
                  <a:gd name="connsiteX8" fmla="*/ 122506 w 191701"/>
                  <a:gd name="connsiteY8" fmla="*/ 326231 h 326446"/>
                  <a:gd name="connsiteX9" fmla="*/ 90979 w 191701"/>
                  <a:gd name="connsiteY9" fmla="*/ 284417 h 326446"/>
                  <a:gd name="connsiteX10" fmla="*/ 777 w 191701"/>
                  <a:gd name="connsiteY10" fmla="*/ 253746 h 326446"/>
                  <a:gd name="connsiteX11" fmla="*/ 41353 w 191701"/>
                  <a:gd name="connsiteY11" fmla="*/ 231362 h 326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701" h="326446">
                    <a:moveTo>
                      <a:pt x="41449" y="231267"/>
                    </a:moveTo>
                    <a:cubicBezTo>
                      <a:pt x="78310" y="163925"/>
                      <a:pt x="57641" y="77438"/>
                      <a:pt x="65737" y="0"/>
                    </a:cubicBezTo>
                    <a:cubicBezTo>
                      <a:pt x="85359" y="8573"/>
                      <a:pt x="104123" y="18955"/>
                      <a:pt x="123363" y="28385"/>
                    </a:cubicBezTo>
                    <a:cubicBezTo>
                      <a:pt x="108219" y="92392"/>
                      <a:pt x="89835" y="154210"/>
                      <a:pt x="88788" y="220409"/>
                    </a:cubicBezTo>
                    <a:cubicBezTo>
                      <a:pt x="114220" y="245269"/>
                      <a:pt x="168131" y="242030"/>
                      <a:pt x="189086" y="265843"/>
                    </a:cubicBezTo>
                    <a:cubicBezTo>
                      <a:pt x="206612" y="285655"/>
                      <a:pt x="130507" y="266224"/>
                      <a:pt x="125649" y="263557"/>
                    </a:cubicBezTo>
                    <a:cubicBezTo>
                      <a:pt x="142795" y="279464"/>
                      <a:pt x="162892" y="290036"/>
                      <a:pt x="171274" y="313658"/>
                    </a:cubicBezTo>
                    <a:cubicBezTo>
                      <a:pt x="145652" y="307753"/>
                      <a:pt x="130317" y="289941"/>
                      <a:pt x="111553" y="273558"/>
                    </a:cubicBezTo>
                    <a:cubicBezTo>
                      <a:pt x="110409" y="288989"/>
                      <a:pt x="149653" y="317564"/>
                      <a:pt x="122506" y="326231"/>
                    </a:cubicBezTo>
                    <a:cubicBezTo>
                      <a:pt x="112505" y="329374"/>
                      <a:pt x="101075" y="297180"/>
                      <a:pt x="90979" y="284417"/>
                    </a:cubicBezTo>
                    <a:cubicBezTo>
                      <a:pt x="73357" y="262033"/>
                      <a:pt x="19351" y="280511"/>
                      <a:pt x="777" y="253746"/>
                    </a:cubicBezTo>
                    <a:cubicBezTo>
                      <a:pt x="-5891" y="244031"/>
                      <a:pt x="32305" y="247936"/>
                      <a:pt x="41353" y="231362"/>
                    </a:cubicBezTo>
                    <a:close/>
                  </a:path>
                </a:pathLst>
              </a:custGeom>
              <a:solidFill>
                <a:schemeClr val="tx1"/>
              </a:solidFill>
              <a:ln w="0" cap="flat">
                <a:noFill/>
                <a:prstDash val="solid"/>
                <a:miter/>
              </a:ln>
            </p:spPr>
            <p:txBody>
              <a:bodyPr rtlCol="0" anchor="ctr"/>
              <a:lstStyle/>
              <a:p>
                <a:endParaRPr lang="en-IN"/>
              </a:p>
            </p:txBody>
          </p:sp>
          <p:sp>
            <p:nvSpPr>
              <p:cNvPr id="1666" name="Freeform: Shape 1665">
                <a:extLst>
                  <a:ext uri="{FF2B5EF4-FFF2-40B4-BE49-F238E27FC236}">
                    <a16:creationId xmlns:a16="http://schemas.microsoft.com/office/drawing/2014/main" id="{A53B2EA8-3CAF-4F1C-7E67-14BB519BD545}"/>
                  </a:ext>
                </a:extLst>
              </p:cNvPr>
              <p:cNvSpPr/>
              <p:nvPr/>
            </p:nvSpPr>
            <p:spPr>
              <a:xfrm>
                <a:off x="3910787" y="2404907"/>
                <a:ext cx="198724" cy="185747"/>
              </a:xfrm>
              <a:custGeom>
                <a:avLst/>
                <a:gdLst>
                  <a:gd name="connsiteX0" fmla="*/ 6986 w 198724"/>
                  <a:gd name="connsiteY0" fmla="*/ 0 h 185747"/>
                  <a:gd name="connsiteX1" fmla="*/ 604 w 198724"/>
                  <a:gd name="connsiteY1" fmla="*/ 59055 h 185747"/>
                  <a:gd name="connsiteX2" fmla="*/ 1176 w 198724"/>
                  <a:gd name="connsiteY2" fmla="*/ 93536 h 185747"/>
                  <a:gd name="connsiteX3" fmla="*/ 76614 w 198724"/>
                  <a:gd name="connsiteY3" fmla="*/ 184309 h 185747"/>
                  <a:gd name="connsiteX4" fmla="*/ 159481 w 198724"/>
                  <a:gd name="connsiteY4" fmla="*/ 144018 h 185747"/>
                  <a:gd name="connsiteX5" fmla="*/ 176626 w 198724"/>
                  <a:gd name="connsiteY5" fmla="*/ 112776 h 185747"/>
                  <a:gd name="connsiteX6" fmla="*/ 198724 w 198724"/>
                  <a:gd name="connsiteY6" fmla="*/ 21717 h 185747"/>
                  <a:gd name="connsiteX7" fmla="*/ 6986 w 198724"/>
                  <a:gd name="connsiteY7" fmla="*/ 95 h 18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724" h="185747">
                    <a:moveTo>
                      <a:pt x="6986" y="0"/>
                    </a:moveTo>
                    <a:cubicBezTo>
                      <a:pt x="4224" y="21050"/>
                      <a:pt x="890" y="36004"/>
                      <a:pt x="604" y="59055"/>
                    </a:cubicBezTo>
                    <a:cubicBezTo>
                      <a:pt x="509" y="67437"/>
                      <a:pt x="-1015" y="81058"/>
                      <a:pt x="1176" y="93536"/>
                    </a:cubicBezTo>
                    <a:cubicBezTo>
                      <a:pt x="8891" y="137160"/>
                      <a:pt x="28703" y="174022"/>
                      <a:pt x="76614" y="184309"/>
                    </a:cubicBezTo>
                    <a:cubicBezTo>
                      <a:pt x="111952" y="191929"/>
                      <a:pt x="137383" y="167926"/>
                      <a:pt x="159481" y="144018"/>
                    </a:cubicBezTo>
                    <a:cubicBezTo>
                      <a:pt x="167673" y="135160"/>
                      <a:pt x="173483" y="120967"/>
                      <a:pt x="176626" y="112776"/>
                    </a:cubicBezTo>
                    <a:cubicBezTo>
                      <a:pt x="188914" y="81153"/>
                      <a:pt x="193295" y="53721"/>
                      <a:pt x="198724" y="21717"/>
                    </a:cubicBezTo>
                    <a:cubicBezTo>
                      <a:pt x="134812" y="13240"/>
                      <a:pt x="71185" y="5144"/>
                      <a:pt x="6986" y="95"/>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667" name="Freeform: Shape 1666">
                <a:extLst>
                  <a:ext uri="{FF2B5EF4-FFF2-40B4-BE49-F238E27FC236}">
                    <a16:creationId xmlns:a16="http://schemas.microsoft.com/office/drawing/2014/main" id="{B7B53D7E-69CD-8F9F-B0A1-498AB9353247}"/>
                  </a:ext>
                </a:extLst>
              </p:cNvPr>
              <p:cNvSpPr/>
              <p:nvPr/>
            </p:nvSpPr>
            <p:spPr>
              <a:xfrm>
                <a:off x="4448034" y="1898164"/>
                <a:ext cx="571047" cy="493140"/>
              </a:xfrm>
              <a:custGeom>
                <a:avLst/>
                <a:gdLst>
                  <a:gd name="connsiteX0" fmla="*/ 88197 w 571047"/>
                  <a:gd name="connsiteY0" fmla="*/ 90882 h 493140"/>
                  <a:gd name="connsiteX1" fmla="*/ 46858 w 571047"/>
                  <a:gd name="connsiteY1" fmla="*/ 151175 h 493140"/>
                  <a:gd name="connsiteX2" fmla="*/ 122201 w 571047"/>
                  <a:gd name="connsiteY2" fmla="*/ 190037 h 493140"/>
                  <a:gd name="connsiteX3" fmla="*/ 88102 w 571047"/>
                  <a:gd name="connsiteY3" fmla="*/ 252902 h 493140"/>
                  <a:gd name="connsiteX4" fmla="*/ 132869 w 571047"/>
                  <a:gd name="connsiteY4" fmla="*/ 289954 h 493140"/>
                  <a:gd name="connsiteX5" fmla="*/ 170779 w 571047"/>
                  <a:gd name="connsiteY5" fmla="*/ 350343 h 493140"/>
                  <a:gd name="connsiteX6" fmla="*/ 179637 w 571047"/>
                  <a:gd name="connsiteY6" fmla="*/ 434163 h 493140"/>
                  <a:gd name="connsiteX7" fmla="*/ 244502 w 571047"/>
                  <a:gd name="connsiteY7" fmla="*/ 396444 h 493140"/>
                  <a:gd name="connsiteX8" fmla="*/ 238787 w 571047"/>
                  <a:gd name="connsiteY8" fmla="*/ 493122 h 493140"/>
                  <a:gd name="connsiteX9" fmla="*/ 288127 w 571047"/>
                  <a:gd name="connsiteY9" fmla="*/ 430162 h 493140"/>
                  <a:gd name="connsiteX10" fmla="*/ 297175 w 571047"/>
                  <a:gd name="connsiteY10" fmla="*/ 398158 h 493140"/>
                  <a:gd name="connsiteX11" fmla="*/ 353278 w 571047"/>
                  <a:gd name="connsiteY11" fmla="*/ 277857 h 493140"/>
                  <a:gd name="connsiteX12" fmla="*/ 437288 w 571047"/>
                  <a:gd name="connsiteY12" fmla="*/ 253092 h 493140"/>
                  <a:gd name="connsiteX13" fmla="*/ 501201 w 571047"/>
                  <a:gd name="connsiteY13" fmla="*/ 236328 h 493140"/>
                  <a:gd name="connsiteX14" fmla="*/ 522823 w 571047"/>
                  <a:gd name="connsiteY14" fmla="*/ 29350 h 493140"/>
                  <a:gd name="connsiteX15" fmla="*/ 348991 w 571047"/>
                  <a:gd name="connsiteY15" fmla="*/ 10014 h 493140"/>
                  <a:gd name="connsiteX16" fmla="*/ 260504 w 571047"/>
                  <a:gd name="connsiteY16" fmla="*/ 38780 h 493140"/>
                  <a:gd name="connsiteX17" fmla="*/ 17236 w 571047"/>
                  <a:gd name="connsiteY17" fmla="*/ 45828 h 493140"/>
                  <a:gd name="connsiteX18" fmla="*/ 88197 w 571047"/>
                  <a:gd name="connsiteY18" fmla="*/ 90691 h 49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047" h="493140">
                    <a:moveTo>
                      <a:pt x="88197" y="90882"/>
                    </a:moveTo>
                    <a:cubicBezTo>
                      <a:pt x="71338" y="96311"/>
                      <a:pt x="38572" y="135459"/>
                      <a:pt x="46858" y="151175"/>
                    </a:cubicBezTo>
                    <a:cubicBezTo>
                      <a:pt x="64670" y="184703"/>
                      <a:pt x="97531" y="170034"/>
                      <a:pt x="122201" y="190037"/>
                    </a:cubicBezTo>
                    <a:cubicBezTo>
                      <a:pt x="134107" y="216612"/>
                      <a:pt x="95626" y="236424"/>
                      <a:pt x="88102" y="252902"/>
                    </a:cubicBezTo>
                    <a:cubicBezTo>
                      <a:pt x="66480" y="300622"/>
                      <a:pt x="96865" y="304146"/>
                      <a:pt x="132869" y="289954"/>
                    </a:cubicBezTo>
                    <a:cubicBezTo>
                      <a:pt x="126202" y="323863"/>
                      <a:pt x="131440" y="351105"/>
                      <a:pt x="170779" y="350343"/>
                    </a:cubicBezTo>
                    <a:cubicBezTo>
                      <a:pt x="175351" y="378918"/>
                      <a:pt x="149062" y="413874"/>
                      <a:pt x="179637" y="434163"/>
                    </a:cubicBezTo>
                    <a:cubicBezTo>
                      <a:pt x="203259" y="449784"/>
                      <a:pt x="231643" y="413208"/>
                      <a:pt x="244502" y="396444"/>
                    </a:cubicBezTo>
                    <a:cubicBezTo>
                      <a:pt x="239930" y="409683"/>
                      <a:pt x="212879" y="494551"/>
                      <a:pt x="238787" y="493122"/>
                    </a:cubicBezTo>
                    <a:cubicBezTo>
                      <a:pt x="264695" y="491694"/>
                      <a:pt x="276220" y="450260"/>
                      <a:pt x="288127" y="430162"/>
                    </a:cubicBezTo>
                    <a:cubicBezTo>
                      <a:pt x="293270" y="421494"/>
                      <a:pt x="294604" y="408445"/>
                      <a:pt x="297175" y="398158"/>
                    </a:cubicBezTo>
                    <a:cubicBezTo>
                      <a:pt x="308986" y="352057"/>
                      <a:pt x="312892" y="309576"/>
                      <a:pt x="353278" y="277857"/>
                    </a:cubicBezTo>
                    <a:cubicBezTo>
                      <a:pt x="375852" y="260046"/>
                      <a:pt x="409285" y="259379"/>
                      <a:pt x="437288" y="253092"/>
                    </a:cubicBezTo>
                    <a:cubicBezTo>
                      <a:pt x="457767" y="248520"/>
                      <a:pt x="483389" y="249378"/>
                      <a:pt x="501201" y="236328"/>
                    </a:cubicBezTo>
                    <a:cubicBezTo>
                      <a:pt x="578258" y="179750"/>
                      <a:pt x="600166" y="95073"/>
                      <a:pt x="522823" y="29350"/>
                    </a:cubicBezTo>
                    <a:cubicBezTo>
                      <a:pt x="468721" y="-16656"/>
                      <a:pt x="416047" y="3537"/>
                      <a:pt x="348991" y="10014"/>
                    </a:cubicBezTo>
                    <a:cubicBezTo>
                      <a:pt x="326703" y="12205"/>
                      <a:pt x="286126" y="32017"/>
                      <a:pt x="260504" y="38780"/>
                    </a:cubicBezTo>
                    <a:cubicBezTo>
                      <a:pt x="188019" y="58116"/>
                      <a:pt x="78577" y="18396"/>
                      <a:pt x="17236" y="45828"/>
                    </a:cubicBezTo>
                    <a:cubicBezTo>
                      <a:pt x="-44105" y="73356"/>
                      <a:pt x="77148" y="91072"/>
                      <a:pt x="88197" y="90691"/>
                    </a:cubicBezTo>
                    <a:close/>
                  </a:path>
                </a:pathLst>
              </a:custGeom>
              <a:solidFill>
                <a:schemeClr val="accent6"/>
              </a:solidFill>
              <a:ln w="0" cap="flat">
                <a:noFill/>
                <a:prstDash val="solid"/>
                <a:miter/>
              </a:ln>
            </p:spPr>
            <p:txBody>
              <a:bodyPr rtlCol="0" anchor="ctr"/>
              <a:lstStyle/>
              <a:p>
                <a:endParaRPr lang="en-IN"/>
              </a:p>
            </p:txBody>
          </p:sp>
          <p:sp>
            <p:nvSpPr>
              <p:cNvPr id="1669" name="Freeform: Shape 1668">
                <a:extLst>
                  <a:ext uri="{FF2B5EF4-FFF2-40B4-BE49-F238E27FC236}">
                    <a16:creationId xmlns:a16="http://schemas.microsoft.com/office/drawing/2014/main" id="{05F7FB53-CD1E-79B9-141F-B84921B8857A}"/>
                  </a:ext>
                </a:extLst>
              </p:cNvPr>
              <p:cNvSpPr/>
              <p:nvPr/>
            </p:nvSpPr>
            <p:spPr>
              <a:xfrm>
                <a:off x="4819137" y="2124616"/>
                <a:ext cx="115810" cy="69361"/>
              </a:xfrm>
              <a:custGeom>
                <a:avLst/>
                <a:gdLst>
                  <a:gd name="connsiteX0" fmla="*/ 115810 w 115810"/>
                  <a:gd name="connsiteY0" fmla="*/ 13210 h 69361"/>
                  <a:gd name="connsiteX1" fmla="*/ 49135 w 115810"/>
                  <a:gd name="connsiteY1" fmla="*/ 67217 h 69361"/>
                  <a:gd name="connsiteX2" fmla="*/ 1225 w 115810"/>
                  <a:gd name="connsiteY2" fmla="*/ 38071 h 69361"/>
                  <a:gd name="connsiteX3" fmla="*/ 115715 w 115810"/>
                  <a:gd name="connsiteY3" fmla="*/ 13210 h 69361"/>
                </a:gdLst>
                <a:ahLst/>
                <a:cxnLst>
                  <a:cxn ang="0">
                    <a:pos x="connsiteX0" y="connsiteY0"/>
                  </a:cxn>
                  <a:cxn ang="0">
                    <a:pos x="connsiteX1" y="connsiteY1"/>
                  </a:cxn>
                  <a:cxn ang="0">
                    <a:pos x="connsiteX2" y="connsiteY2"/>
                  </a:cxn>
                  <a:cxn ang="0">
                    <a:pos x="connsiteX3" y="connsiteY3"/>
                  </a:cxn>
                </a:cxnLst>
                <a:rect l="l" t="t" r="r" b="b"/>
                <a:pathLst>
                  <a:path w="115810" h="69361">
                    <a:moveTo>
                      <a:pt x="115810" y="13210"/>
                    </a:moveTo>
                    <a:cubicBezTo>
                      <a:pt x="104761" y="40547"/>
                      <a:pt x="72091" y="58740"/>
                      <a:pt x="49135" y="67217"/>
                    </a:cubicBezTo>
                    <a:cubicBezTo>
                      <a:pt x="26180" y="75695"/>
                      <a:pt x="-6776" y="57597"/>
                      <a:pt x="1225" y="38071"/>
                    </a:cubicBezTo>
                    <a:cubicBezTo>
                      <a:pt x="21799" y="-11840"/>
                      <a:pt x="74948" y="-4125"/>
                      <a:pt x="115715" y="13210"/>
                    </a:cubicBezTo>
                    <a:close/>
                  </a:path>
                </a:pathLst>
              </a:custGeom>
              <a:solidFill>
                <a:srgbClr val="C00000"/>
              </a:solidFill>
              <a:ln w="0" cap="flat">
                <a:noFill/>
                <a:prstDash val="solid"/>
                <a:miter/>
              </a:ln>
            </p:spPr>
            <p:txBody>
              <a:bodyPr rtlCol="0" anchor="ctr"/>
              <a:lstStyle/>
              <a:p>
                <a:endParaRPr lang="en-IN"/>
              </a:p>
            </p:txBody>
          </p:sp>
          <p:sp>
            <p:nvSpPr>
              <p:cNvPr id="1671" name="Freeform: Shape 1670">
                <a:extLst>
                  <a:ext uri="{FF2B5EF4-FFF2-40B4-BE49-F238E27FC236}">
                    <a16:creationId xmlns:a16="http://schemas.microsoft.com/office/drawing/2014/main" id="{8A025B88-AC0C-2E3F-9F1D-8260EE5625C9}"/>
                  </a:ext>
                </a:extLst>
              </p:cNvPr>
              <p:cNvSpPr/>
              <p:nvPr/>
            </p:nvSpPr>
            <p:spPr>
              <a:xfrm>
                <a:off x="4865342" y="1947178"/>
                <a:ext cx="159618" cy="187913"/>
              </a:xfrm>
              <a:custGeom>
                <a:avLst/>
                <a:gdLst>
                  <a:gd name="connsiteX0" fmla="*/ 14551 w 159618"/>
                  <a:gd name="connsiteY0" fmla="*/ 70348 h 187913"/>
                  <a:gd name="connsiteX1" fmla="*/ 30648 w 159618"/>
                  <a:gd name="connsiteY1" fmla="*/ 170360 h 187913"/>
                  <a:gd name="connsiteX2" fmla="*/ 135614 w 159618"/>
                  <a:gd name="connsiteY2" fmla="*/ 159883 h 187913"/>
                  <a:gd name="connsiteX3" fmla="*/ 126755 w 159618"/>
                  <a:gd name="connsiteY3" fmla="*/ 7673 h 187913"/>
                  <a:gd name="connsiteX4" fmla="*/ 14551 w 159618"/>
                  <a:gd name="connsiteY4" fmla="*/ 70348 h 18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618" h="187913">
                    <a:moveTo>
                      <a:pt x="14551" y="70348"/>
                    </a:moveTo>
                    <a:cubicBezTo>
                      <a:pt x="-8785" y="92541"/>
                      <a:pt x="-4499" y="149596"/>
                      <a:pt x="30648" y="170360"/>
                    </a:cubicBezTo>
                    <a:cubicBezTo>
                      <a:pt x="65795" y="191029"/>
                      <a:pt x="107134" y="199983"/>
                      <a:pt x="135614" y="159883"/>
                    </a:cubicBezTo>
                    <a:cubicBezTo>
                      <a:pt x="164093" y="119782"/>
                      <a:pt x="174095" y="36534"/>
                      <a:pt x="126755" y="7673"/>
                    </a:cubicBezTo>
                    <a:cubicBezTo>
                      <a:pt x="79416" y="-21092"/>
                      <a:pt x="48555" y="37963"/>
                      <a:pt x="14551" y="70348"/>
                    </a:cubicBezTo>
                    <a:close/>
                  </a:path>
                </a:pathLst>
              </a:custGeom>
              <a:solidFill>
                <a:srgbClr val="C00000"/>
              </a:solidFill>
              <a:ln w="0" cap="flat">
                <a:noFill/>
                <a:prstDash val="solid"/>
                <a:miter/>
              </a:ln>
            </p:spPr>
            <p:txBody>
              <a:bodyPr rtlCol="0" anchor="ctr"/>
              <a:lstStyle/>
              <a:p>
                <a:endParaRPr lang="en-IN"/>
              </a:p>
            </p:txBody>
          </p:sp>
          <p:sp>
            <p:nvSpPr>
              <p:cNvPr id="1672" name="Freeform: Shape 1671">
                <a:extLst>
                  <a:ext uri="{FF2B5EF4-FFF2-40B4-BE49-F238E27FC236}">
                    <a16:creationId xmlns:a16="http://schemas.microsoft.com/office/drawing/2014/main" id="{9FE1B779-0228-F24B-D423-673E16876D9D}"/>
                  </a:ext>
                </a:extLst>
              </p:cNvPr>
              <p:cNvSpPr/>
              <p:nvPr/>
            </p:nvSpPr>
            <p:spPr>
              <a:xfrm>
                <a:off x="4978858" y="1864194"/>
                <a:ext cx="151835" cy="283049"/>
              </a:xfrm>
              <a:custGeom>
                <a:avLst/>
                <a:gdLst>
                  <a:gd name="connsiteX0" fmla="*/ 25432 w 151835"/>
                  <a:gd name="connsiteY0" fmla="*/ 254773 h 283049"/>
                  <a:gd name="connsiteX1" fmla="*/ 0 w 151835"/>
                  <a:gd name="connsiteY1" fmla="*/ 73607 h 283049"/>
                  <a:gd name="connsiteX2" fmla="*/ 31337 w 151835"/>
                  <a:gd name="connsiteY2" fmla="*/ 2646 h 283049"/>
                  <a:gd name="connsiteX3" fmla="*/ 77629 w 151835"/>
                  <a:gd name="connsiteY3" fmla="*/ 56653 h 283049"/>
                  <a:gd name="connsiteX4" fmla="*/ 108299 w 151835"/>
                  <a:gd name="connsiteY4" fmla="*/ 30459 h 283049"/>
                  <a:gd name="connsiteX5" fmla="*/ 117348 w 151835"/>
                  <a:gd name="connsiteY5" fmla="*/ 141711 h 283049"/>
                  <a:gd name="connsiteX6" fmla="*/ 150019 w 151835"/>
                  <a:gd name="connsiteY6" fmla="*/ 149522 h 283049"/>
                  <a:gd name="connsiteX7" fmla="*/ 105823 w 151835"/>
                  <a:gd name="connsiteY7" fmla="*/ 234484 h 283049"/>
                  <a:gd name="connsiteX8" fmla="*/ 102679 w 151835"/>
                  <a:gd name="connsiteY8" fmla="*/ 270965 h 283049"/>
                  <a:gd name="connsiteX9" fmla="*/ 25432 w 151835"/>
                  <a:gd name="connsiteY9" fmla="*/ 254868 h 283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835" h="283049">
                    <a:moveTo>
                      <a:pt x="25432" y="254773"/>
                    </a:moveTo>
                    <a:cubicBezTo>
                      <a:pt x="43910" y="185621"/>
                      <a:pt x="39719" y="134663"/>
                      <a:pt x="0" y="73607"/>
                    </a:cubicBezTo>
                    <a:cubicBezTo>
                      <a:pt x="8763" y="48556"/>
                      <a:pt x="3715" y="16838"/>
                      <a:pt x="31337" y="2646"/>
                    </a:cubicBezTo>
                    <a:cubicBezTo>
                      <a:pt x="58960" y="-11642"/>
                      <a:pt x="74867" y="35602"/>
                      <a:pt x="77629" y="56653"/>
                    </a:cubicBezTo>
                    <a:cubicBezTo>
                      <a:pt x="83629" y="44937"/>
                      <a:pt x="87344" y="2646"/>
                      <a:pt x="108299" y="30459"/>
                    </a:cubicBezTo>
                    <a:cubicBezTo>
                      <a:pt x="129254" y="58272"/>
                      <a:pt x="126206" y="107326"/>
                      <a:pt x="117348" y="141711"/>
                    </a:cubicBezTo>
                    <a:cubicBezTo>
                      <a:pt x="131540" y="135234"/>
                      <a:pt x="159163" y="119994"/>
                      <a:pt x="150019" y="149522"/>
                    </a:cubicBezTo>
                    <a:cubicBezTo>
                      <a:pt x="140779" y="178954"/>
                      <a:pt x="129254" y="214006"/>
                      <a:pt x="105823" y="234484"/>
                    </a:cubicBezTo>
                    <a:cubicBezTo>
                      <a:pt x="82391" y="255058"/>
                      <a:pt x="122968" y="247915"/>
                      <a:pt x="102679" y="270965"/>
                    </a:cubicBezTo>
                    <a:cubicBezTo>
                      <a:pt x="82391" y="293921"/>
                      <a:pt x="41529" y="281728"/>
                      <a:pt x="25432" y="254868"/>
                    </a:cubicBezTo>
                    <a:close/>
                  </a:path>
                </a:pathLst>
              </a:custGeom>
              <a:solidFill>
                <a:srgbClr val="C00000"/>
              </a:solidFill>
              <a:ln w="0" cap="flat">
                <a:noFill/>
                <a:prstDash val="solid"/>
                <a:miter/>
              </a:ln>
            </p:spPr>
            <p:txBody>
              <a:bodyPr rtlCol="0" anchor="ctr"/>
              <a:lstStyle/>
              <a:p>
                <a:endParaRPr lang="en-IN"/>
              </a:p>
            </p:txBody>
          </p:sp>
          <p:sp>
            <p:nvSpPr>
              <p:cNvPr id="1673" name="Freeform: Shape 1672">
                <a:extLst>
                  <a:ext uri="{FF2B5EF4-FFF2-40B4-BE49-F238E27FC236}">
                    <a16:creationId xmlns:a16="http://schemas.microsoft.com/office/drawing/2014/main" id="{13C0719E-9471-FA0B-ED5E-696191BC5CCD}"/>
                  </a:ext>
                </a:extLst>
              </p:cNvPr>
              <p:cNvSpPr/>
              <p:nvPr/>
            </p:nvSpPr>
            <p:spPr>
              <a:xfrm>
                <a:off x="4935043" y="2101631"/>
                <a:ext cx="93949" cy="191651"/>
              </a:xfrm>
              <a:custGeom>
                <a:avLst/>
                <a:gdLst>
                  <a:gd name="connsiteX0" fmla="*/ 95 w 93949"/>
                  <a:gd name="connsiteY0" fmla="*/ 37909 h 191651"/>
                  <a:gd name="connsiteX1" fmla="*/ 68390 w 93949"/>
                  <a:gd name="connsiteY1" fmla="*/ 182023 h 191651"/>
                  <a:gd name="connsiteX2" fmla="*/ 80963 w 93949"/>
                  <a:gd name="connsiteY2" fmla="*/ 183928 h 191651"/>
                  <a:gd name="connsiteX3" fmla="*/ 75914 w 93949"/>
                  <a:gd name="connsiteY3" fmla="*/ 0 h 191651"/>
                  <a:gd name="connsiteX4" fmla="*/ 29051 w 93949"/>
                  <a:gd name="connsiteY4" fmla="*/ 14954 h 191651"/>
                  <a:gd name="connsiteX5" fmla="*/ 0 w 93949"/>
                  <a:gd name="connsiteY5" fmla="*/ 37909 h 19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949" h="191651">
                    <a:moveTo>
                      <a:pt x="95" y="37909"/>
                    </a:moveTo>
                    <a:cubicBezTo>
                      <a:pt x="20288" y="86963"/>
                      <a:pt x="41815" y="136779"/>
                      <a:pt x="68390" y="182023"/>
                    </a:cubicBezTo>
                    <a:cubicBezTo>
                      <a:pt x="73247" y="190310"/>
                      <a:pt x="76009" y="197834"/>
                      <a:pt x="80963" y="183928"/>
                    </a:cubicBezTo>
                    <a:cubicBezTo>
                      <a:pt x="102965" y="122587"/>
                      <a:pt x="94107" y="62484"/>
                      <a:pt x="75914" y="0"/>
                    </a:cubicBezTo>
                    <a:cubicBezTo>
                      <a:pt x="58293" y="3524"/>
                      <a:pt x="46482" y="5905"/>
                      <a:pt x="29051" y="14954"/>
                    </a:cubicBezTo>
                    <a:cubicBezTo>
                      <a:pt x="21622" y="18859"/>
                      <a:pt x="6572" y="30099"/>
                      <a:pt x="0" y="37909"/>
                    </a:cubicBezTo>
                    <a:close/>
                  </a:path>
                </a:pathLst>
              </a:custGeom>
              <a:solidFill>
                <a:schemeClr val="tx1"/>
              </a:solidFill>
              <a:ln w="0" cap="flat">
                <a:noFill/>
                <a:prstDash val="solid"/>
                <a:miter/>
              </a:ln>
            </p:spPr>
            <p:txBody>
              <a:bodyPr rtlCol="0" anchor="ctr"/>
              <a:lstStyle/>
              <a:p>
                <a:endParaRPr lang="en-IN"/>
              </a:p>
            </p:txBody>
          </p:sp>
          <p:sp>
            <p:nvSpPr>
              <p:cNvPr id="1674" name="Freeform: Shape 1673">
                <a:extLst>
                  <a:ext uri="{FF2B5EF4-FFF2-40B4-BE49-F238E27FC236}">
                    <a16:creationId xmlns:a16="http://schemas.microsoft.com/office/drawing/2014/main" id="{FC586B4D-1017-BB9D-E355-80FEAAA3DE7F}"/>
                  </a:ext>
                </a:extLst>
              </p:cNvPr>
              <p:cNvSpPr/>
              <p:nvPr/>
            </p:nvSpPr>
            <p:spPr>
              <a:xfrm>
                <a:off x="4790673" y="2099260"/>
                <a:ext cx="117890" cy="68113"/>
              </a:xfrm>
              <a:custGeom>
                <a:avLst/>
                <a:gdLst>
                  <a:gd name="connsiteX0" fmla="*/ 117890 w 117890"/>
                  <a:gd name="connsiteY0" fmla="*/ 12087 h 68113"/>
                  <a:gd name="connsiteX1" fmla="*/ 50263 w 117890"/>
                  <a:gd name="connsiteY1" fmla="*/ 65522 h 68113"/>
                  <a:gd name="connsiteX2" fmla="*/ 1209 w 117890"/>
                  <a:gd name="connsiteY2" fmla="*/ 38281 h 68113"/>
                  <a:gd name="connsiteX3" fmla="*/ 117890 w 117890"/>
                  <a:gd name="connsiteY3" fmla="*/ 12087 h 68113"/>
                </a:gdLst>
                <a:ahLst/>
                <a:cxnLst>
                  <a:cxn ang="0">
                    <a:pos x="connsiteX0" y="connsiteY0"/>
                  </a:cxn>
                  <a:cxn ang="0">
                    <a:pos x="connsiteX1" y="connsiteY1"/>
                  </a:cxn>
                  <a:cxn ang="0">
                    <a:pos x="connsiteX2" y="connsiteY2"/>
                  </a:cxn>
                  <a:cxn ang="0">
                    <a:pos x="connsiteX3" y="connsiteY3"/>
                  </a:cxn>
                </a:cxnLst>
                <a:rect l="l" t="t" r="r" b="b"/>
                <a:pathLst>
                  <a:path w="117890" h="68113">
                    <a:moveTo>
                      <a:pt x="117890" y="12087"/>
                    </a:moveTo>
                    <a:cubicBezTo>
                      <a:pt x="106174" y="39328"/>
                      <a:pt x="73027" y="56283"/>
                      <a:pt x="50263" y="65522"/>
                    </a:cubicBezTo>
                    <a:cubicBezTo>
                      <a:pt x="27498" y="74666"/>
                      <a:pt x="-6887" y="58188"/>
                      <a:pt x="1209" y="38281"/>
                    </a:cubicBezTo>
                    <a:cubicBezTo>
                      <a:pt x="21974" y="-12773"/>
                      <a:pt x="75980" y="-2963"/>
                      <a:pt x="117890" y="12087"/>
                    </a:cubicBezTo>
                    <a:close/>
                  </a:path>
                </a:pathLst>
              </a:custGeom>
              <a:solidFill>
                <a:srgbClr val="C00000"/>
              </a:solidFill>
              <a:ln w="0" cap="flat">
                <a:noFill/>
                <a:prstDash val="solid"/>
                <a:miter/>
              </a:ln>
            </p:spPr>
            <p:txBody>
              <a:bodyPr rtlCol="0" anchor="ctr"/>
              <a:lstStyle/>
              <a:p>
                <a:endParaRPr lang="en-IN"/>
              </a:p>
            </p:txBody>
          </p:sp>
          <p:sp>
            <p:nvSpPr>
              <p:cNvPr id="1678" name="Freeform: Shape 1677">
                <a:extLst>
                  <a:ext uri="{FF2B5EF4-FFF2-40B4-BE49-F238E27FC236}">
                    <a16:creationId xmlns:a16="http://schemas.microsoft.com/office/drawing/2014/main" id="{DEEA7127-B948-48A7-D485-4DF3D62815D6}"/>
                  </a:ext>
                </a:extLst>
              </p:cNvPr>
              <p:cNvSpPr/>
              <p:nvPr/>
            </p:nvSpPr>
            <p:spPr>
              <a:xfrm>
                <a:off x="4938236" y="2009322"/>
                <a:ext cx="45806" cy="47865"/>
              </a:xfrm>
              <a:custGeom>
                <a:avLst/>
                <a:gdLst>
                  <a:gd name="connsiteX0" fmla="*/ 5760 w 45806"/>
                  <a:gd name="connsiteY0" fmla="*/ 10013 h 47865"/>
                  <a:gd name="connsiteX1" fmla="*/ 8237 w 45806"/>
                  <a:gd name="connsiteY1" fmla="*/ 42684 h 47865"/>
                  <a:gd name="connsiteX2" fmla="*/ 40050 w 45806"/>
                  <a:gd name="connsiteY2" fmla="*/ 38112 h 47865"/>
                  <a:gd name="connsiteX3" fmla="*/ 37479 w 45806"/>
                  <a:gd name="connsiteY3" fmla="*/ 5060 h 47865"/>
                  <a:gd name="connsiteX4" fmla="*/ 5760 w 45806"/>
                  <a:gd name="connsiteY4" fmla="*/ 10013 h 47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06" h="47865">
                    <a:moveTo>
                      <a:pt x="5760" y="10013"/>
                    </a:moveTo>
                    <a:cubicBezTo>
                      <a:pt x="-2336" y="20491"/>
                      <a:pt x="-2241" y="34016"/>
                      <a:pt x="8237" y="42684"/>
                    </a:cubicBezTo>
                    <a:cubicBezTo>
                      <a:pt x="18810" y="51352"/>
                      <a:pt x="31859" y="48685"/>
                      <a:pt x="40050" y="38112"/>
                    </a:cubicBezTo>
                    <a:cubicBezTo>
                      <a:pt x="48242" y="27539"/>
                      <a:pt x="47956" y="13728"/>
                      <a:pt x="37479" y="5060"/>
                    </a:cubicBezTo>
                    <a:cubicBezTo>
                      <a:pt x="26906" y="-3703"/>
                      <a:pt x="13857" y="-464"/>
                      <a:pt x="5760" y="10013"/>
                    </a:cubicBezTo>
                    <a:close/>
                  </a:path>
                </a:pathLst>
              </a:custGeom>
              <a:solidFill>
                <a:schemeClr val="bg1"/>
              </a:solidFill>
              <a:ln w="0" cap="flat">
                <a:noFill/>
                <a:prstDash val="solid"/>
                <a:miter/>
              </a:ln>
            </p:spPr>
            <p:txBody>
              <a:bodyPr rtlCol="0" anchor="ctr"/>
              <a:lstStyle/>
              <a:p>
                <a:endParaRPr lang="en-IN"/>
              </a:p>
            </p:txBody>
          </p:sp>
          <p:sp>
            <p:nvSpPr>
              <p:cNvPr id="1679" name="Freeform: Shape 1678">
                <a:extLst>
                  <a:ext uri="{FF2B5EF4-FFF2-40B4-BE49-F238E27FC236}">
                    <a16:creationId xmlns:a16="http://schemas.microsoft.com/office/drawing/2014/main" id="{B6D44D69-BB01-BB92-960B-E6F06B5FBDC8}"/>
                  </a:ext>
                </a:extLst>
              </p:cNvPr>
              <p:cNvSpPr/>
              <p:nvPr/>
            </p:nvSpPr>
            <p:spPr>
              <a:xfrm>
                <a:off x="4945840" y="2022352"/>
                <a:ext cx="30220" cy="31590"/>
              </a:xfrm>
              <a:custGeom>
                <a:avLst/>
                <a:gdLst>
                  <a:gd name="connsiteX0" fmla="*/ 5490 w 30220"/>
                  <a:gd name="connsiteY0" fmla="*/ 28225 h 31590"/>
                  <a:gd name="connsiteX1" fmla="*/ 26445 w 30220"/>
                  <a:gd name="connsiteY1" fmla="*/ 25082 h 31590"/>
                  <a:gd name="connsiteX2" fmla="*/ 24730 w 30220"/>
                  <a:gd name="connsiteY2" fmla="*/ 3365 h 31590"/>
                  <a:gd name="connsiteX3" fmla="*/ 3776 w 30220"/>
                  <a:gd name="connsiteY3" fmla="*/ 6508 h 31590"/>
                  <a:gd name="connsiteX4" fmla="*/ 5490 w 30220"/>
                  <a:gd name="connsiteY4" fmla="*/ 28225 h 31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20" h="31590">
                    <a:moveTo>
                      <a:pt x="5490" y="28225"/>
                    </a:moveTo>
                    <a:cubicBezTo>
                      <a:pt x="12443" y="33940"/>
                      <a:pt x="21111" y="32035"/>
                      <a:pt x="26445" y="25082"/>
                    </a:cubicBezTo>
                    <a:cubicBezTo>
                      <a:pt x="31779" y="18224"/>
                      <a:pt x="31684" y="9080"/>
                      <a:pt x="24730" y="3365"/>
                    </a:cubicBezTo>
                    <a:cubicBezTo>
                      <a:pt x="17777" y="-2350"/>
                      <a:pt x="9110" y="-445"/>
                      <a:pt x="3776" y="6508"/>
                    </a:cubicBezTo>
                    <a:cubicBezTo>
                      <a:pt x="-1558" y="13366"/>
                      <a:pt x="-1463" y="22510"/>
                      <a:pt x="5490" y="28225"/>
                    </a:cubicBezTo>
                    <a:close/>
                  </a:path>
                </a:pathLst>
              </a:custGeom>
              <a:solidFill>
                <a:schemeClr val="tx1"/>
              </a:solidFill>
              <a:ln w="0" cap="flat">
                <a:noFill/>
                <a:prstDash val="solid"/>
                <a:miter/>
              </a:ln>
            </p:spPr>
            <p:txBody>
              <a:bodyPr rtlCol="0" anchor="ctr"/>
              <a:lstStyle/>
              <a:p>
                <a:endParaRPr lang="en-IN"/>
              </a:p>
            </p:txBody>
          </p:sp>
          <p:sp>
            <p:nvSpPr>
              <p:cNvPr id="1680" name="Freeform: Shape 1679">
                <a:extLst>
                  <a:ext uri="{FF2B5EF4-FFF2-40B4-BE49-F238E27FC236}">
                    <a16:creationId xmlns:a16="http://schemas.microsoft.com/office/drawing/2014/main" id="{0E574C29-C65D-73B9-DBEA-BCF4344A88BE}"/>
                  </a:ext>
                </a:extLst>
              </p:cNvPr>
              <p:cNvSpPr/>
              <p:nvPr/>
            </p:nvSpPr>
            <p:spPr>
              <a:xfrm>
                <a:off x="4958851" y="2019540"/>
                <a:ext cx="7533" cy="7876"/>
              </a:xfrm>
              <a:custGeom>
                <a:avLst/>
                <a:gdLst>
                  <a:gd name="connsiteX0" fmla="*/ 6577 w 7533"/>
                  <a:gd name="connsiteY0" fmla="*/ 6272 h 7876"/>
                  <a:gd name="connsiteX1" fmla="*/ 6196 w 7533"/>
                  <a:gd name="connsiteY1" fmla="*/ 843 h 7876"/>
                  <a:gd name="connsiteX2" fmla="*/ 957 w 7533"/>
                  <a:gd name="connsiteY2" fmla="*/ 1605 h 7876"/>
                  <a:gd name="connsiteX3" fmla="*/ 1338 w 7533"/>
                  <a:gd name="connsiteY3" fmla="*/ 7034 h 7876"/>
                  <a:gd name="connsiteX4" fmla="*/ 6577 w 7533"/>
                  <a:gd name="connsiteY4" fmla="*/ 6272 h 7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3" h="7876">
                    <a:moveTo>
                      <a:pt x="6577" y="6272"/>
                    </a:moveTo>
                    <a:cubicBezTo>
                      <a:pt x="7910" y="4558"/>
                      <a:pt x="7910" y="2272"/>
                      <a:pt x="6196" y="843"/>
                    </a:cubicBezTo>
                    <a:cubicBezTo>
                      <a:pt x="4481" y="-586"/>
                      <a:pt x="2290" y="-110"/>
                      <a:pt x="957" y="1605"/>
                    </a:cubicBezTo>
                    <a:cubicBezTo>
                      <a:pt x="-377" y="3319"/>
                      <a:pt x="-377" y="5605"/>
                      <a:pt x="1338" y="7034"/>
                    </a:cubicBezTo>
                    <a:cubicBezTo>
                      <a:pt x="3052" y="8463"/>
                      <a:pt x="5243" y="7987"/>
                      <a:pt x="6577" y="6272"/>
                    </a:cubicBezTo>
                    <a:close/>
                  </a:path>
                </a:pathLst>
              </a:custGeom>
              <a:solidFill>
                <a:schemeClr val="bg1"/>
              </a:solidFill>
              <a:ln w="0" cap="flat">
                <a:noFill/>
                <a:prstDash val="solid"/>
                <a:miter/>
              </a:ln>
            </p:spPr>
            <p:txBody>
              <a:bodyPr rtlCol="0" anchor="ctr"/>
              <a:lstStyle/>
              <a:p>
                <a:endParaRPr lang="en-IN"/>
              </a:p>
            </p:txBody>
          </p:sp>
          <p:sp>
            <p:nvSpPr>
              <p:cNvPr id="1681" name="Freeform: Shape 1680">
                <a:extLst>
                  <a:ext uri="{FF2B5EF4-FFF2-40B4-BE49-F238E27FC236}">
                    <a16:creationId xmlns:a16="http://schemas.microsoft.com/office/drawing/2014/main" id="{3B2B92DA-230E-E509-ED06-AAB2B2C1EE41}"/>
                  </a:ext>
                </a:extLst>
              </p:cNvPr>
              <p:cNvSpPr/>
              <p:nvPr/>
            </p:nvSpPr>
            <p:spPr>
              <a:xfrm>
                <a:off x="4143774" y="2247840"/>
                <a:ext cx="598" cy="232"/>
              </a:xfrm>
              <a:custGeom>
                <a:avLst/>
                <a:gdLst>
                  <a:gd name="connsiteX0" fmla="*/ 122 w 598"/>
                  <a:gd name="connsiteY0" fmla="*/ 190 h 232"/>
                  <a:gd name="connsiteX1" fmla="*/ 27 w 598"/>
                  <a:gd name="connsiteY1" fmla="*/ 190 h 232"/>
                  <a:gd name="connsiteX2" fmla="*/ 598 w 598"/>
                  <a:gd name="connsiteY2" fmla="*/ 190 h 232"/>
                  <a:gd name="connsiteX3" fmla="*/ 122 w 598"/>
                  <a:gd name="connsiteY3" fmla="*/ 0 h 232"/>
                </a:gdLst>
                <a:ahLst/>
                <a:cxnLst>
                  <a:cxn ang="0">
                    <a:pos x="connsiteX0" y="connsiteY0"/>
                  </a:cxn>
                  <a:cxn ang="0">
                    <a:pos x="connsiteX1" y="connsiteY1"/>
                  </a:cxn>
                  <a:cxn ang="0">
                    <a:pos x="connsiteX2" y="connsiteY2"/>
                  </a:cxn>
                  <a:cxn ang="0">
                    <a:pos x="connsiteX3" y="connsiteY3"/>
                  </a:cxn>
                </a:cxnLst>
                <a:rect l="l" t="t" r="r" b="b"/>
                <a:pathLst>
                  <a:path w="598" h="232">
                    <a:moveTo>
                      <a:pt x="122" y="190"/>
                    </a:moveTo>
                    <a:cubicBezTo>
                      <a:pt x="122" y="190"/>
                      <a:pt x="-69" y="190"/>
                      <a:pt x="27" y="190"/>
                    </a:cubicBezTo>
                    <a:cubicBezTo>
                      <a:pt x="27" y="190"/>
                      <a:pt x="598" y="286"/>
                      <a:pt x="598" y="190"/>
                    </a:cubicBezTo>
                    <a:cubicBezTo>
                      <a:pt x="598" y="95"/>
                      <a:pt x="122" y="0"/>
                      <a:pt x="122" y="0"/>
                    </a:cubicBezTo>
                    <a:close/>
                  </a:path>
                </a:pathLst>
              </a:custGeom>
              <a:solidFill>
                <a:srgbClr val="9E9FA3"/>
              </a:solidFill>
              <a:ln w="0" cap="flat">
                <a:noFill/>
                <a:prstDash val="solid"/>
                <a:miter/>
              </a:ln>
            </p:spPr>
            <p:txBody>
              <a:bodyPr rtlCol="0" anchor="ctr"/>
              <a:lstStyle/>
              <a:p>
                <a:endParaRPr lang="en-IN"/>
              </a:p>
            </p:txBody>
          </p:sp>
          <p:sp>
            <p:nvSpPr>
              <p:cNvPr id="1682" name="Freeform: Shape 1681">
                <a:extLst>
                  <a:ext uri="{FF2B5EF4-FFF2-40B4-BE49-F238E27FC236}">
                    <a16:creationId xmlns:a16="http://schemas.microsoft.com/office/drawing/2014/main" id="{394B6FDF-3D84-CDBA-DB05-FBD3C9D985A6}"/>
                  </a:ext>
                </a:extLst>
              </p:cNvPr>
              <p:cNvSpPr/>
              <p:nvPr/>
            </p:nvSpPr>
            <p:spPr>
              <a:xfrm>
                <a:off x="3925202" y="1646621"/>
                <a:ext cx="308800" cy="524733"/>
              </a:xfrm>
              <a:custGeom>
                <a:avLst/>
                <a:gdLst>
                  <a:gd name="connsiteX0" fmla="*/ 127921 w 308800"/>
                  <a:gd name="connsiteY0" fmla="*/ 236793 h 524733"/>
                  <a:gd name="connsiteX1" fmla="*/ 34766 w 308800"/>
                  <a:gd name="connsiteY1" fmla="*/ 189644 h 524733"/>
                  <a:gd name="connsiteX2" fmla="*/ 74295 w 308800"/>
                  <a:gd name="connsiteY2" fmla="*/ 264891 h 524733"/>
                  <a:gd name="connsiteX3" fmla="*/ 0 w 308800"/>
                  <a:gd name="connsiteY3" fmla="*/ 240793 h 524733"/>
                  <a:gd name="connsiteX4" fmla="*/ 87725 w 308800"/>
                  <a:gd name="connsiteY4" fmla="*/ 369666 h 524733"/>
                  <a:gd name="connsiteX5" fmla="*/ 5810 w 308800"/>
                  <a:gd name="connsiteY5" fmla="*/ 381763 h 524733"/>
                  <a:gd name="connsiteX6" fmla="*/ 137446 w 308800"/>
                  <a:gd name="connsiteY6" fmla="*/ 524733 h 524733"/>
                  <a:gd name="connsiteX7" fmla="*/ 117348 w 308800"/>
                  <a:gd name="connsiteY7" fmla="*/ 401766 h 524733"/>
                  <a:gd name="connsiteX8" fmla="*/ 163163 w 308800"/>
                  <a:gd name="connsiteY8" fmla="*/ 450153 h 524733"/>
                  <a:gd name="connsiteX9" fmla="*/ 120682 w 308800"/>
                  <a:gd name="connsiteY9" fmla="*/ 279369 h 524733"/>
                  <a:gd name="connsiteX10" fmla="*/ 168402 w 308800"/>
                  <a:gd name="connsiteY10" fmla="*/ 332519 h 524733"/>
                  <a:gd name="connsiteX11" fmla="*/ 165354 w 308800"/>
                  <a:gd name="connsiteY11" fmla="*/ 254319 h 524733"/>
                  <a:gd name="connsiteX12" fmla="*/ 308800 w 308800"/>
                  <a:gd name="connsiteY12" fmla="*/ 400051 h 524733"/>
                  <a:gd name="connsiteX13" fmla="*/ 155638 w 308800"/>
                  <a:gd name="connsiteY13" fmla="*/ 153925 h 524733"/>
                  <a:gd name="connsiteX14" fmla="*/ 242983 w 308800"/>
                  <a:gd name="connsiteY14" fmla="*/ 228601 h 524733"/>
                  <a:gd name="connsiteX15" fmla="*/ 176308 w 308800"/>
                  <a:gd name="connsiteY15" fmla="*/ 148305 h 524733"/>
                  <a:gd name="connsiteX16" fmla="*/ 164782 w 308800"/>
                  <a:gd name="connsiteY16" fmla="*/ 106491 h 524733"/>
                  <a:gd name="connsiteX17" fmla="*/ 200311 w 308800"/>
                  <a:gd name="connsiteY17" fmla="*/ 88774 h 524733"/>
                  <a:gd name="connsiteX18" fmla="*/ 204311 w 308800"/>
                  <a:gd name="connsiteY18" fmla="*/ 89727 h 524733"/>
                  <a:gd name="connsiteX19" fmla="*/ 135731 w 308800"/>
                  <a:gd name="connsiteY19" fmla="*/ 9526 h 524733"/>
                  <a:gd name="connsiteX20" fmla="*/ 112967 w 308800"/>
                  <a:gd name="connsiteY20" fmla="*/ 103157 h 524733"/>
                  <a:gd name="connsiteX21" fmla="*/ 54959 w 308800"/>
                  <a:gd name="connsiteY21" fmla="*/ 109158 h 524733"/>
                  <a:gd name="connsiteX22" fmla="*/ 128016 w 308800"/>
                  <a:gd name="connsiteY22" fmla="*/ 236697 h 52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8800" h="524733">
                    <a:moveTo>
                      <a:pt x="127921" y="236793"/>
                    </a:moveTo>
                    <a:cubicBezTo>
                      <a:pt x="104013" y="219838"/>
                      <a:pt x="66580" y="172880"/>
                      <a:pt x="34766" y="189644"/>
                    </a:cubicBezTo>
                    <a:cubicBezTo>
                      <a:pt x="8382" y="203550"/>
                      <a:pt x="67246" y="250413"/>
                      <a:pt x="74295" y="264891"/>
                    </a:cubicBezTo>
                    <a:cubicBezTo>
                      <a:pt x="50101" y="254985"/>
                      <a:pt x="27813" y="238793"/>
                      <a:pt x="0" y="240793"/>
                    </a:cubicBezTo>
                    <a:cubicBezTo>
                      <a:pt x="7048" y="301467"/>
                      <a:pt x="42863" y="332805"/>
                      <a:pt x="87725" y="369666"/>
                    </a:cubicBezTo>
                    <a:cubicBezTo>
                      <a:pt x="70866" y="355569"/>
                      <a:pt x="-2953" y="345473"/>
                      <a:pt x="5810" y="381763"/>
                    </a:cubicBezTo>
                    <a:cubicBezTo>
                      <a:pt x="22098" y="449105"/>
                      <a:pt x="91249" y="479394"/>
                      <a:pt x="137446" y="524733"/>
                    </a:cubicBezTo>
                    <a:cubicBezTo>
                      <a:pt x="117538" y="483490"/>
                      <a:pt x="111538" y="447295"/>
                      <a:pt x="117348" y="401766"/>
                    </a:cubicBezTo>
                    <a:cubicBezTo>
                      <a:pt x="133159" y="417387"/>
                      <a:pt x="148495" y="433389"/>
                      <a:pt x="163163" y="450153"/>
                    </a:cubicBezTo>
                    <a:cubicBezTo>
                      <a:pt x="138303" y="394241"/>
                      <a:pt x="126302" y="340044"/>
                      <a:pt x="120682" y="279369"/>
                    </a:cubicBezTo>
                    <a:cubicBezTo>
                      <a:pt x="138303" y="295752"/>
                      <a:pt x="153829" y="313469"/>
                      <a:pt x="168402" y="332519"/>
                    </a:cubicBezTo>
                    <a:cubicBezTo>
                      <a:pt x="161353" y="305754"/>
                      <a:pt x="160211" y="281560"/>
                      <a:pt x="165354" y="254319"/>
                    </a:cubicBezTo>
                    <a:cubicBezTo>
                      <a:pt x="207931" y="308706"/>
                      <a:pt x="256889" y="354712"/>
                      <a:pt x="308800" y="400051"/>
                    </a:cubicBezTo>
                    <a:cubicBezTo>
                      <a:pt x="247555" y="323375"/>
                      <a:pt x="199263" y="241746"/>
                      <a:pt x="155638" y="153925"/>
                    </a:cubicBezTo>
                    <a:cubicBezTo>
                      <a:pt x="184499" y="179166"/>
                      <a:pt x="214503" y="202979"/>
                      <a:pt x="242983" y="228601"/>
                    </a:cubicBezTo>
                    <a:cubicBezTo>
                      <a:pt x="220409" y="202122"/>
                      <a:pt x="195739" y="177357"/>
                      <a:pt x="176308" y="148305"/>
                    </a:cubicBezTo>
                    <a:cubicBezTo>
                      <a:pt x="167830" y="135637"/>
                      <a:pt x="160306" y="122302"/>
                      <a:pt x="164782" y="106491"/>
                    </a:cubicBezTo>
                    <a:cubicBezTo>
                      <a:pt x="169259" y="90679"/>
                      <a:pt x="185547" y="88203"/>
                      <a:pt x="200311" y="88774"/>
                    </a:cubicBezTo>
                    <a:cubicBezTo>
                      <a:pt x="201549" y="88774"/>
                      <a:pt x="203168" y="89441"/>
                      <a:pt x="204311" y="89727"/>
                    </a:cubicBezTo>
                    <a:cubicBezTo>
                      <a:pt x="180975" y="63533"/>
                      <a:pt x="157067" y="37053"/>
                      <a:pt x="135731" y="9526"/>
                    </a:cubicBezTo>
                    <a:cubicBezTo>
                      <a:pt x="60293" y="-31336"/>
                      <a:pt x="99917" y="70486"/>
                      <a:pt x="112967" y="103157"/>
                    </a:cubicBezTo>
                    <a:cubicBezTo>
                      <a:pt x="126016" y="135828"/>
                      <a:pt x="56674" y="83916"/>
                      <a:pt x="54959" y="109158"/>
                    </a:cubicBezTo>
                    <a:cubicBezTo>
                      <a:pt x="51530" y="160497"/>
                      <a:pt x="103061" y="196216"/>
                      <a:pt x="128016" y="236697"/>
                    </a:cubicBezTo>
                    <a:close/>
                  </a:path>
                </a:pathLst>
              </a:custGeom>
              <a:solidFill>
                <a:schemeClr val="accent6">
                  <a:lumMod val="75000"/>
                </a:schemeClr>
              </a:solidFill>
              <a:ln w="0" cap="flat">
                <a:noFill/>
                <a:prstDash val="solid"/>
                <a:miter/>
              </a:ln>
            </p:spPr>
            <p:txBody>
              <a:bodyPr rtlCol="0" anchor="ctr"/>
              <a:lstStyle/>
              <a:p>
                <a:endParaRPr lang="en-IN"/>
              </a:p>
            </p:txBody>
          </p:sp>
          <p:sp>
            <p:nvSpPr>
              <p:cNvPr id="1683" name="Freeform: Shape 1682">
                <a:extLst>
                  <a:ext uri="{FF2B5EF4-FFF2-40B4-BE49-F238E27FC236}">
                    <a16:creationId xmlns:a16="http://schemas.microsoft.com/office/drawing/2014/main" id="{F0D3BD93-A24E-8520-624F-1E5D272B258D}"/>
                  </a:ext>
                </a:extLst>
              </p:cNvPr>
              <p:cNvSpPr/>
              <p:nvPr/>
            </p:nvSpPr>
            <p:spPr>
              <a:xfrm>
                <a:off x="4447847" y="1906464"/>
                <a:ext cx="352703" cy="485015"/>
              </a:xfrm>
              <a:custGeom>
                <a:avLst/>
                <a:gdLst>
                  <a:gd name="connsiteX0" fmla="*/ 88289 w 352703"/>
                  <a:gd name="connsiteY0" fmla="*/ 82582 h 485015"/>
                  <a:gd name="connsiteX1" fmla="*/ 47046 w 352703"/>
                  <a:gd name="connsiteY1" fmla="*/ 142875 h 485015"/>
                  <a:gd name="connsiteX2" fmla="*/ 122389 w 352703"/>
                  <a:gd name="connsiteY2" fmla="*/ 181737 h 485015"/>
                  <a:gd name="connsiteX3" fmla="*/ 88289 w 352703"/>
                  <a:gd name="connsiteY3" fmla="*/ 244602 h 485015"/>
                  <a:gd name="connsiteX4" fmla="*/ 133057 w 352703"/>
                  <a:gd name="connsiteY4" fmla="*/ 281654 h 485015"/>
                  <a:gd name="connsiteX5" fmla="*/ 170966 w 352703"/>
                  <a:gd name="connsiteY5" fmla="*/ 342043 h 485015"/>
                  <a:gd name="connsiteX6" fmla="*/ 179824 w 352703"/>
                  <a:gd name="connsiteY6" fmla="*/ 425863 h 485015"/>
                  <a:gd name="connsiteX7" fmla="*/ 244690 w 352703"/>
                  <a:gd name="connsiteY7" fmla="*/ 388144 h 485015"/>
                  <a:gd name="connsiteX8" fmla="*/ 238975 w 352703"/>
                  <a:gd name="connsiteY8" fmla="*/ 485013 h 485015"/>
                  <a:gd name="connsiteX9" fmla="*/ 288409 w 352703"/>
                  <a:gd name="connsiteY9" fmla="*/ 423577 h 485015"/>
                  <a:gd name="connsiteX10" fmla="*/ 259644 w 352703"/>
                  <a:gd name="connsiteY10" fmla="*/ 441674 h 485015"/>
                  <a:gd name="connsiteX11" fmla="*/ 256405 w 352703"/>
                  <a:gd name="connsiteY11" fmla="*/ 367760 h 485015"/>
                  <a:gd name="connsiteX12" fmla="*/ 218686 w 352703"/>
                  <a:gd name="connsiteY12" fmla="*/ 309563 h 485015"/>
                  <a:gd name="connsiteX13" fmla="*/ 205256 w 352703"/>
                  <a:gd name="connsiteY13" fmla="*/ 316421 h 485015"/>
                  <a:gd name="connsiteX14" fmla="*/ 241165 w 352703"/>
                  <a:gd name="connsiteY14" fmla="*/ 168212 h 485015"/>
                  <a:gd name="connsiteX15" fmla="*/ 212400 w 352703"/>
                  <a:gd name="connsiteY15" fmla="*/ 166592 h 485015"/>
                  <a:gd name="connsiteX16" fmla="*/ 240213 w 352703"/>
                  <a:gd name="connsiteY16" fmla="*/ 117348 h 485015"/>
                  <a:gd name="connsiteX17" fmla="*/ 292029 w 352703"/>
                  <a:gd name="connsiteY17" fmla="*/ 87344 h 485015"/>
                  <a:gd name="connsiteX18" fmla="*/ 258120 w 352703"/>
                  <a:gd name="connsiteY18" fmla="*/ 77248 h 485015"/>
                  <a:gd name="connsiteX19" fmla="*/ 352703 w 352703"/>
                  <a:gd name="connsiteY19" fmla="*/ 0 h 485015"/>
                  <a:gd name="connsiteX20" fmla="*/ 262216 w 352703"/>
                  <a:gd name="connsiteY20" fmla="*/ 29623 h 485015"/>
                  <a:gd name="connsiteX21" fmla="*/ 17614 w 352703"/>
                  <a:gd name="connsiteY21" fmla="*/ 37433 h 485015"/>
                  <a:gd name="connsiteX22" fmla="*/ 88289 w 352703"/>
                  <a:gd name="connsiteY22" fmla="*/ 82391 h 48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2703" h="485015">
                    <a:moveTo>
                      <a:pt x="88289" y="82582"/>
                    </a:moveTo>
                    <a:cubicBezTo>
                      <a:pt x="71430" y="88011"/>
                      <a:pt x="38664" y="127159"/>
                      <a:pt x="47046" y="142875"/>
                    </a:cubicBezTo>
                    <a:cubicBezTo>
                      <a:pt x="64858" y="176403"/>
                      <a:pt x="97719" y="161735"/>
                      <a:pt x="122389" y="181737"/>
                    </a:cubicBezTo>
                    <a:cubicBezTo>
                      <a:pt x="134295" y="208312"/>
                      <a:pt x="95814" y="228124"/>
                      <a:pt x="88289" y="244602"/>
                    </a:cubicBezTo>
                    <a:cubicBezTo>
                      <a:pt x="66667" y="292322"/>
                      <a:pt x="97052" y="295847"/>
                      <a:pt x="133057" y="281654"/>
                    </a:cubicBezTo>
                    <a:cubicBezTo>
                      <a:pt x="126389" y="315563"/>
                      <a:pt x="131628" y="342805"/>
                      <a:pt x="170966" y="342043"/>
                    </a:cubicBezTo>
                    <a:cubicBezTo>
                      <a:pt x="175538" y="370618"/>
                      <a:pt x="149249" y="405575"/>
                      <a:pt x="179824" y="425863"/>
                    </a:cubicBezTo>
                    <a:cubicBezTo>
                      <a:pt x="203446" y="441484"/>
                      <a:pt x="231831" y="404908"/>
                      <a:pt x="244690" y="388144"/>
                    </a:cubicBezTo>
                    <a:cubicBezTo>
                      <a:pt x="240022" y="401955"/>
                      <a:pt x="213067" y="485489"/>
                      <a:pt x="238975" y="485013"/>
                    </a:cubicBezTo>
                    <a:cubicBezTo>
                      <a:pt x="264883" y="484537"/>
                      <a:pt x="275455" y="440722"/>
                      <a:pt x="288409" y="423577"/>
                    </a:cubicBezTo>
                    <a:cubicBezTo>
                      <a:pt x="279170" y="424148"/>
                      <a:pt x="268883" y="450056"/>
                      <a:pt x="259644" y="441674"/>
                    </a:cubicBezTo>
                    <a:cubicBezTo>
                      <a:pt x="238022" y="422148"/>
                      <a:pt x="273550" y="386429"/>
                      <a:pt x="256405" y="367760"/>
                    </a:cubicBezTo>
                    <a:cubicBezTo>
                      <a:pt x="228307" y="336994"/>
                      <a:pt x="209352" y="361093"/>
                      <a:pt x="218686" y="309563"/>
                    </a:cubicBezTo>
                    <a:cubicBezTo>
                      <a:pt x="214114" y="312325"/>
                      <a:pt x="209733" y="314135"/>
                      <a:pt x="205256" y="316421"/>
                    </a:cubicBezTo>
                    <a:cubicBezTo>
                      <a:pt x="192397" y="256318"/>
                      <a:pt x="200875" y="215075"/>
                      <a:pt x="241165" y="168212"/>
                    </a:cubicBezTo>
                    <a:cubicBezTo>
                      <a:pt x="231545" y="167545"/>
                      <a:pt x="222020" y="167259"/>
                      <a:pt x="212400" y="166592"/>
                    </a:cubicBezTo>
                    <a:cubicBezTo>
                      <a:pt x="217353" y="147161"/>
                      <a:pt x="224592" y="130493"/>
                      <a:pt x="240213" y="117348"/>
                    </a:cubicBezTo>
                    <a:cubicBezTo>
                      <a:pt x="255739" y="104108"/>
                      <a:pt x="274312" y="96965"/>
                      <a:pt x="292029" y="87344"/>
                    </a:cubicBezTo>
                    <a:cubicBezTo>
                      <a:pt x="280694" y="84106"/>
                      <a:pt x="269359" y="80581"/>
                      <a:pt x="258120" y="77248"/>
                    </a:cubicBezTo>
                    <a:cubicBezTo>
                      <a:pt x="286695" y="47530"/>
                      <a:pt x="318794" y="22670"/>
                      <a:pt x="352703" y="0"/>
                    </a:cubicBezTo>
                    <a:cubicBezTo>
                      <a:pt x="325081" y="7715"/>
                      <a:pt x="288790" y="22193"/>
                      <a:pt x="262216" y="29623"/>
                    </a:cubicBezTo>
                    <a:cubicBezTo>
                      <a:pt x="187159" y="50768"/>
                      <a:pt x="79907" y="9430"/>
                      <a:pt x="17614" y="37433"/>
                    </a:cubicBezTo>
                    <a:cubicBezTo>
                      <a:pt x="-44680" y="65437"/>
                      <a:pt x="77431" y="82487"/>
                      <a:pt x="88289" y="82391"/>
                    </a:cubicBezTo>
                    <a:close/>
                  </a:path>
                </a:pathLst>
              </a:custGeom>
              <a:solidFill>
                <a:schemeClr val="accent5"/>
              </a:solidFill>
              <a:ln w="0" cap="flat">
                <a:noFill/>
                <a:prstDash val="solid"/>
                <a:miter/>
              </a:ln>
            </p:spPr>
            <p:txBody>
              <a:bodyPr rtlCol="0" anchor="ctr"/>
              <a:lstStyle/>
              <a:p>
                <a:endParaRPr lang="en-IN"/>
              </a:p>
            </p:txBody>
          </p:sp>
        </p:grpSp>
        <p:sp>
          <p:nvSpPr>
            <p:cNvPr id="1547" name="Freeform: Shape 1546">
              <a:extLst>
                <a:ext uri="{FF2B5EF4-FFF2-40B4-BE49-F238E27FC236}">
                  <a16:creationId xmlns:a16="http://schemas.microsoft.com/office/drawing/2014/main" id="{D28873A1-A8D9-614A-7508-F9500457D080}"/>
                </a:ext>
              </a:extLst>
            </p:cNvPr>
            <p:cNvSpPr/>
            <p:nvPr/>
          </p:nvSpPr>
          <p:spPr>
            <a:xfrm>
              <a:off x="1862451" y="2538113"/>
              <a:ext cx="241426" cy="77951"/>
            </a:xfrm>
            <a:custGeom>
              <a:avLst/>
              <a:gdLst>
                <a:gd name="connsiteX0" fmla="*/ 198923 w 199005"/>
                <a:gd name="connsiteY0" fmla="*/ 15632 h 64254"/>
                <a:gd name="connsiteX1" fmla="*/ 99461 w 199005"/>
                <a:gd name="connsiteY1" fmla="*/ 20231 h 64254"/>
                <a:gd name="connsiteX2" fmla="*/ 0 w 199005"/>
                <a:gd name="connsiteY2" fmla="*/ 14729 h 64254"/>
                <a:gd name="connsiteX3" fmla="*/ 84185 w 199005"/>
                <a:gd name="connsiteY3" fmla="*/ 44378 h 64254"/>
                <a:gd name="connsiteX4" fmla="*/ 68580 w 199005"/>
                <a:gd name="connsiteY4" fmla="*/ 64008 h 64254"/>
                <a:gd name="connsiteX5" fmla="*/ 130014 w 199005"/>
                <a:gd name="connsiteY5" fmla="*/ 64254 h 64254"/>
                <a:gd name="connsiteX6" fmla="*/ 115724 w 199005"/>
                <a:gd name="connsiteY6" fmla="*/ 44543 h 64254"/>
                <a:gd name="connsiteX7" fmla="*/ 199005 w 199005"/>
                <a:gd name="connsiteY7" fmla="*/ 15632 h 6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005" h="64254">
                  <a:moveTo>
                    <a:pt x="198923" y="15632"/>
                  </a:moveTo>
                  <a:cubicBezTo>
                    <a:pt x="170177" y="-7775"/>
                    <a:pt x="127386" y="-2190"/>
                    <a:pt x="99461" y="20231"/>
                  </a:cubicBezTo>
                  <a:cubicBezTo>
                    <a:pt x="71701" y="-2519"/>
                    <a:pt x="28992" y="-8432"/>
                    <a:pt x="0" y="14729"/>
                  </a:cubicBezTo>
                  <a:cubicBezTo>
                    <a:pt x="32278" y="12593"/>
                    <a:pt x="61599" y="23353"/>
                    <a:pt x="84185" y="44378"/>
                  </a:cubicBezTo>
                  <a:lnTo>
                    <a:pt x="68580" y="64008"/>
                  </a:lnTo>
                  <a:lnTo>
                    <a:pt x="130014" y="64254"/>
                  </a:lnTo>
                  <a:lnTo>
                    <a:pt x="115724" y="44543"/>
                  </a:lnTo>
                  <a:cubicBezTo>
                    <a:pt x="138310" y="24338"/>
                    <a:pt x="167302" y="13168"/>
                    <a:pt x="199005" y="15632"/>
                  </a:cubicBezTo>
                  <a:close/>
                </a:path>
              </a:pathLst>
            </a:custGeom>
            <a:solidFill>
              <a:schemeClr val="tx1"/>
            </a:solidFill>
            <a:ln w="0" cap="flat">
              <a:noFill/>
              <a:prstDash val="solid"/>
              <a:miter/>
            </a:ln>
          </p:spPr>
          <p:txBody>
            <a:bodyPr rtlCol="0" anchor="ctr"/>
            <a:lstStyle/>
            <a:p>
              <a:endParaRPr lang="en-IN"/>
            </a:p>
          </p:txBody>
        </p:sp>
      </p:grpSp>
      <p:sp>
        <p:nvSpPr>
          <p:cNvPr id="4" name="TextBox 3">
            <a:extLst>
              <a:ext uri="{FF2B5EF4-FFF2-40B4-BE49-F238E27FC236}">
                <a16:creationId xmlns:a16="http://schemas.microsoft.com/office/drawing/2014/main" id="{D89C6856-E5B0-896E-C003-786CE718CB97}"/>
              </a:ext>
            </a:extLst>
          </p:cNvPr>
          <p:cNvSpPr txBox="1"/>
          <p:nvPr/>
        </p:nvSpPr>
        <p:spPr>
          <a:xfrm>
            <a:off x="-22995" y="5577660"/>
            <a:ext cx="2980748" cy="1323439"/>
          </a:xfrm>
          <a:prstGeom prst="rect">
            <a:avLst/>
          </a:prstGeom>
          <a:noFill/>
        </p:spPr>
        <p:txBody>
          <a:bodyPr wrap="square">
            <a:spAutoFit/>
          </a:bodyPr>
          <a:lstStyle/>
          <a:p>
            <a:pPr algn="ctr" rtl="0">
              <a:buNone/>
            </a:pPr>
            <a:r>
              <a:rPr lang="en-US" sz="2000" b="1" i="0" u="none" strike="noStrike" dirty="0">
                <a:effectLst/>
                <a:latin typeface="Inter"/>
              </a:rPr>
              <a:t>UNDER THE GUIDANCE OF DR. R. DILLI BABU </a:t>
            </a:r>
          </a:p>
          <a:p>
            <a:pPr algn="ctr" rtl="0">
              <a:buNone/>
            </a:pPr>
            <a:r>
              <a:rPr lang="en-US" sz="2000" b="1" i="0" u="none" strike="noStrike" dirty="0">
                <a:effectLst/>
                <a:latin typeface="Inter"/>
              </a:rPr>
              <a:t>HEAD OF THE DEPARTMENT </a:t>
            </a:r>
            <a:endParaRPr lang="en-US" sz="2000" b="1" dirty="0">
              <a:effectLst/>
            </a:endParaRPr>
          </a:p>
        </p:txBody>
      </p:sp>
      <p:sp>
        <p:nvSpPr>
          <p:cNvPr id="6" name="TextBox 5">
            <a:extLst>
              <a:ext uri="{FF2B5EF4-FFF2-40B4-BE49-F238E27FC236}">
                <a16:creationId xmlns:a16="http://schemas.microsoft.com/office/drawing/2014/main" id="{5629B446-1934-8B5D-C39F-3F61C91CF838}"/>
              </a:ext>
            </a:extLst>
          </p:cNvPr>
          <p:cNvSpPr txBox="1"/>
          <p:nvPr/>
        </p:nvSpPr>
        <p:spPr>
          <a:xfrm>
            <a:off x="8336609" y="5657671"/>
            <a:ext cx="3778377" cy="1200329"/>
          </a:xfrm>
          <a:prstGeom prst="rect">
            <a:avLst/>
          </a:prstGeom>
          <a:noFill/>
        </p:spPr>
        <p:txBody>
          <a:bodyPr wrap="square">
            <a:spAutoFit/>
          </a:bodyPr>
          <a:lstStyle/>
          <a:p>
            <a:pPr algn="ctr" rtl="0">
              <a:buNone/>
            </a:pPr>
            <a:r>
              <a:rPr lang="en-IN" sz="1800" i="0" u="none" strike="noStrike" dirty="0">
                <a:solidFill>
                  <a:srgbClr val="000000"/>
                </a:solidFill>
                <a:effectLst/>
                <a:latin typeface="Arial" panose="020B0604020202020204" pitchFamily="34" charset="0"/>
              </a:rPr>
              <a:t>RAHUL R 2022108018</a:t>
            </a:r>
            <a:endParaRPr lang="en-IN" dirty="0">
              <a:effectLst/>
            </a:endParaRPr>
          </a:p>
          <a:p>
            <a:pPr algn="ctr" rtl="0">
              <a:buNone/>
            </a:pPr>
            <a:r>
              <a:rPr lang="en-IN" sz="1800" i="0" u="none" strike="noStrike" dirty="0">
                <a:solidFill>
                  <a:srgbClr val="000000"/>
                </a:solidFill>
                <a:effectLst/>
                <a:latin typeface="Arial" panose="020B0604020202020204" pitchFamily="34" charset="0"/>
              </a:rPr>
              <a:t>NARAYANAN </a:t>
            </a:r>
            <a:r>
              <a:rPr lang="en-IN" sz="1800" i="0" u="none" strike="noStrike">
                <a:solidFill>
                  <a:srgbClr val="000000"/>
                </a:solidFill>
                <a:effectLst/>
                <a:latin typeface="Arial" panose="020B0604020202020204" pitchFamily="34" charset="0"/>
              </a:rPr>
              <a:t>AL 2022108010</a:t>
            </a:r>
            <a:endParaRPr lang="en-IN" dirty="0">
              <a:effectLst/>
            </a:endParaRPr>
          </a:p>
          <a:p>
            <a:pPr algn="ctr" rtl="0">
              <a:buNone/>
            </a:pPr>
            <a:r>
              <a:rPr lang="en-IN" sz="1800" i="0" u="none" strike="noStrike" dirty="0">
                <a:solidFill>
                  <a:srgbClr val="000000"/>
                </a:solidFill>
                <a:effectLst/>
                <a:latin typeface="Arial" panose="020B0604020202020204" pitchFamily="34" charset="0"/>
              </a:rPr>
              <a:t>SAMYUKTHA RAJAN 2022108022</a:t>
            </a:r>
            <a:endParaRPr lang="en-IN" dirty="0">
              <a:effectLst/>
            </a:endParaRPr>
          </a:p>
          <a:p>
            <a:pPr algn="ctr" rtl="0">
              <a:buNone/>
            </a:pPr>
            <a:r>
              <a:rPr lang="en-IN" sz="1800" i="0" u="none" strike="noStrike" dirty="0">
                <a:solidFill>
                  <a:srgbClr val="000000"/>
                </a:solidFill>
                <a:effectLst/>
                <a:latin typeface="Arial" panose="020B0604020202020204" pitchFamily="34" charset="0"/>
              </a:rPr>
              <a:t>MUKESH 2022108305</a:t>
            </a:r>
            <a:endParaRPr lang="en-IN" dirty="0">
              <a:effectLst/>
            </a:endParaRPr>
          </a:p>
        </p:txBody>
      </p:sp>
    </p:spTree>
    <p:extLst>
      <p:ext uri="{BB962C8B-B14F-4D97-AF65-F5344CB8AC3E}">
        <p14:creationId xmlns:p14="http://schemas.microsoft.com/office/powerpoint/2010/main" val="3416356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3E6C9-30BB-09A0-AFCC-FAA829F1115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E13915C-7792-A09C-66D1-3E5128FEA963}"/>
              </a:ext>
            </a:extLst>
          </p:cNvPr>
          <p:cNvPicPr>
            <a:picLocks noChangeAspect="1"/>
          </p:cNvPicPr>
          <p:nvPr/>
        </p:nvPicPr>
        <p:blipFill>
          <a:blip r:embed="rId2"/>
          <a:srcRect t="31924" b="3015"/>
          <a:stretch>
            <a:fillRect/>
          </a:stretch>
        </p:blipFill>
        <p:spPr>
          <a:xfrm>
            <a:off x="20" y="10"/>
            <a:ext cx="4844032" cy="7482830"/>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p:sp>
        <p:nvSpPr>
          <p:cNvPr id="10" name="Title 1">
            <a:extLst>
              <a:ext uri="{FF2B5EF4-FFF2-40B4-BE49-F238E27FC236}">
                <a16:creationId xmlns:a16="http://schemas.microsoft.com/office/drawing/2014/main" id="{8805B1BC-2908-289E-B17E-7F225F920B29}"/>
              </a:ext>
            </a:extLst>
          </p:cNvPr>
          <p:cNvSpPr>
            <a:spLocks noGrp="1"/>
          </p:cNvSpPr>
          <p:nvPr>
            <p:ph type="title"/>
          </p:nvPr>
        </p:nvSpPr>
        <p:spPr>
          <a:xfrm>
            <a:off x="764577" y="458848"/>
            <a:ext cx="3314918" cy="807720"/>
          </a:xfrm>
        </p:spPr>
        <p:txBody>
          <a:bodyPr anchor="t">
            <a:noAutofit/>
          </a:bodyPr>
          <a:lstStyle/>
          <a:p>
            <a:pPr algn="ctr"/>
            <a:r>
              <a:rPr lang="en-IN" sz="3600" dirty="0">
                <a:latin typeface="Century" panose="02040604050505020304" pitchFamily="18" charset="0"/>
              </a:rPr>
              <a:t>PROJECT overview </a:t>
            </a:r>
          </a:p>
        </p:txBody>
      </p:sp>
      <p:sp>
        <p:nvSpPr>
          <p:cNvPr id="3" name="TextBox 2">
            <a:extLst>
              <a:ext uri="{FF2B5EF4-FFF2-40B4-BE49-F238E27FC236}">
                <a16:creationId xmlns:a16="http://schemas.microsoft.com/office/drawing/2014/main" id="{2AAB1E69-5FDE-314B-8CCA-40900CBD7713}"/>
              </a:ext>
            </a:extLst>
          </p:cNvPr>
          <p:cNvSpPr txBox="1"/>
          <p:nvPr/>
        </p:nvSpPr>
        <p:spPr>
          <a:xfrm>
            <a:off x="5338917" y="2002698"/>
            <a:ext cx="6096000" cy="3046988"/>
          </a:xfrm>
          <a:prstGeom prst="rect">
            <a:avLst/>
          </a:prstGeom>
          <a:noFill/>
        </p:spPr>
        <p:txBody>
          <a:bodyPr wrap="square">
            <a:spAutoFit/>
          </a:bodyPr>
          <a:lstStyle/>
          <a:p>
            <a:pPr algn="just">
              <a:buNone/>
            </a:pPr>
            <a:r>
              <a:rPr lang="en-US" sz="1600" dirty="0">
                <a:latin typeface="Century" panose="02040604050505020304" pitchFamily="18" charset="0"/>
              </a:rPr>
              <a:t>The project focuses on optimizing broiler chicken feed formulation in the poultry industry. Feed formulation is important because it influences production cost, growth performance of chickens, nutritional balance of the feed, and ergonomic safety in production. The project aims to develop a mathematical optimization model to determine the best combination of feed ingredients. </a:t>
            </a:r>
          </a:p>
          <a:p>
            <a:pPr algn="just">
              <a:buNone/>
            </a:pPr>
            <a:endParaRPr lang="en-US" sz="1600" dirty="0">
              <a:latin typeface="Century" panose="02040604050505020304" pitchFamily="18" charset="0"/>
            </a:endParaRPr>
          </a:p>
          <a:p>
            <a:pPr algn="just">
              <a:buNone/>
            </a:pPr>
            <a:r>
              <a:rPr lang="en-US" sz="1600" dirty="0">
                <a:latin typeface="Century" panose="02040604050505020304" pitchFamily="18" charset="0"/>
              </a:rPr>
              <a:t>The model considers factors such as ingredient cost, nutritional requirements of broiler chickens, availability of ingredients, production constraints, and ergonomic safety in feed production.</a:t>
            </a:r>
          </a:p>
        </p:txBody>
      </p:sp>
    </p:spTree>
    <p:extLst>
      <p:ext uri="{BB962C8B-B14F-4D97-AF65-F5344CB8AC3E}">
        <p14:creationId xmlns:p14="http://schemas.microsoft.com/office/powerpoint/2010/main" val="295074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0B1DF9-1483-AC76-D8B7-BA85A19EB99B}"/>
              </a:ext>
            </a:extLst>
          </p:cNvPr>
          <p:cNvPicPr>
            <a:picLocks noChangeAspect="1"/>
          </p:cNvPicPr>
          <p:nvPr/>
        </p:nvPicPr>
        <p:blipFill>
          <a:blip r:embed="rId2"/>
          <a:srcRect t="31924" b="3015"/>
          <a:stretch>
            <a:fillRect/>
          </a:stretch>
        </p:blipFill>
        <p:spPr>
          <a:xfrm>
            <a:off x="20" y="9"/>
            <a:ext cx="4844032" cy="7600325"/>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p:graphicFrame>
        <p:nvGraphicFramePr>
          <p:cNvPr id="5" name="Content Placeholder 2">
            <a:extLst>
              <a:ext uri="{FF2B5EF4-FFF2-40B4-BE49-F238E27FC236}">
                <a16:creationId xmlns:a16="http://schemas.microsoft.com/office/drawing/2014/main" id="{05FC3328-8185-9F97-01B2-D65FF74D049D}"/>
              </a:ext>
            </a:extLst>
          </p:cNvPr>
          <p:cNvGraphicFramePr>
            <a:graphicFrameLocks noGrp="1"/>
          </p:cNvGraphicFramePr>
          <p:nvPr>
            <p:ph sz="quarter" idx="13"/>
            <p:extLst>
              <p:ext uri="{D42A27DB-BD31-4B8C-83A1-F6EECF244321}">
                <p14:modId xmlns:p14="http://schemas.microsoft.com/office/powerpoint/2010/main" val="2093279099"/>
              </p:ext>
            </p:extLst>
          </p:nvPr>
        </p:nvGraphicFramePr>
        <p:xfrm>
          <a:off x="5422392" y="727800"/>
          <a:ext cx="5968098" cy="5719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EC46C2FA-6879-5295-4A70-D325FB29674F}"/>
              </a:ext>
            </a:extLst>
          </p:cNvPr>
          <p:cNvSpPr>
            <a:spLocks noGrp="1"/>
          </p:cNvSpPr>
          <p:nvPr>
            <p:ph type="title"/>
          </p:nvPr>
        </p:nvSpPr>
        <p:spPr>
          <a:xfrm>
            <a:off x="339389" y="298846"/>
            <a:ext cx="3949599" cy="1156328"/>
          </a:xfrm>
        </p:spPr>
        <p:txBody>
          <a:bodyPr anchor="t">
            <a:normAutofit/>
          </a:bodyPr>
          <a:lstStyle/>
          <a:p>
            <a:pPr algn="ctr"/>
            <a:r>
              <a:rPr lang="en-IN" dirty="0">
                <a:latin typeface="Century" panose="02040604050505020304" pitchFamily="18" charset="0"/>
              </a:rPr>
              <a:t>Our objective</a:t>
            </a:r>
          </a:p>
        </p:txBody>
      </p:sp>
    </p:spTree>
    <p:extLst>
      <p:ext uri="{BB962C8B-B14F-4D97-AF65-F5344CB8AC3E}">
        <p14:creationId xmlns:p14="http://schemas.microsoft.com/office/powerpoint/2010/main" val="1507628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CF1740-B54A-0A96-ED77-4E1FB0087C12}"/>
              </a:ext>
            </a:extLst>
          </p:cNvPr>
          <p:cNvSpPr txBox="1"/>
          <p:nvPr/>
        </p:nvSpPr>
        <p:spPr>
          <a:xfrm>
            <a:off x="1464130" y="2438400"/>
            <a:ext cx="8937172" cy="830997"/>
          </a:xfrm>
          <a:prstGeom prst="rect">
            <a:avLst/>
          </a:prstGeom>
          <a:noFill/>
        </p:spPr>
        <p:txBody>
          <a:bodyPr wrap="square" rtlCol="0">
            <a:spAutoFit/>
          </a:bodyPr>
          <a:lstStyle/>
          <a:p>
            <a:pPr algn="ctr"/>
            <a:r>
              <a:rPr lang="en-IN" sz="4800" dirty="0">
                <a:latin typeface="Century" panose="02040604050505020304" pitchFamily="18" charset="0"/>
              </a:rPr>
              <a:t>LITERATURE REVIEW</a:t>
            </a:r>
          </a:p>
        </p:txBody>
      </p:sp>
    </p:spTree>
    <p:extLst>
      <p:ext uri="{BB962C8B-B14F-4D97-AF65-F5344CB8AC3E}">
        <p14:creationId xmlns:p14="http://schemas.microsoft.com/office/powerpoint/2010/main" val="1726530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423C9-A79D-9DA2-209E-4FA6ACCB8BFE}"/>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044C4BFD-3D7B-1D07-E54B-750076CBA193}"/>
              </a:ext>
            </a:extLst>
          </p:cNvPr>
          <p:cNvSpPr>
            <a:spLocks noChangeArrowheads="1"/>
          </p:cNvSpPr>
          <p:nvPr/>
        </p:nvSpPr>
        <p:spPr bwMode="auto">
          <a:xfrm>
            <a:off x="2457450" y="18192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4" name="Table 3">
            <a:extLst>
              <a:ext uri="{FF2B5EF4-FFF2-40B4-BE49-F238E27FC236}">
                <a16:creationId xmlns:a16="http://schemas.microsoft.com/office/drawing/2014/main" id="{31B56C23-C598-AEE9-6172-32A0EFB69D4B}"/>
              </a:ext>
            </a:extLst>
          </p:cNvPr>
          <p:cNvGraphicFramePr>
            <a:graphicFrameLocks noGrp="1"/>
          </p:cNvGraphicFramePr>
          <p:nvPr>
            <p:extLst>
              <p:ext uri="{D42A27DB-BD31-4B8C-83A1-F6EECF244321}">
                <p14:modId xmlns:p14="http://schemas.microsoft.com/office/powerpoint/2010/main" val="2753431053"/>
              </p:ext>
            </p:extLst>
          </p:nvPr>
        </p:nvGraphicFramePr>
        <p:xfrm>
          <a:off x="605790" y="339089"/>
          <a:ext cx="11258548" cy="6301739"/>
        </p:xfrm>
        <a:graphic>
          <a:graphicData uri="http://schemas.openxmlformats.org/drawingml/2006/table">
            <a:tbl>
              <a:tblPr firstRow="1" bandRow="1">
                <a:tableStyleId>{5C22544A-7EE6-4342-B048-85BDC9FD1C3A}</a:tableStyleId>
              </a:tblPr>
              <a:tblGrid>
                <a:gridCol w="1608364">
                  <a:extLst>
                    <a:ext uri="{9D8B030D-6E8A-4147-A177-3AD203B41FA5}">
                      <a16:colId xmlns:a16="http://schemas.microsoft.com/office/drawing/2014/main" val="20000"/>
                    </a:ext>
                  </a:extLst>
                </a:gridCol>
                <a:gridCol w="1608364">
                  <a:extLst>
                    <a:ext uri="{9D8B030D-6E8A-4147-A177-3AD203B41FA5}">
                      <a16:colId xmlns:a16="http://schemas.microsoft.com/office/drawing/2014/main" val="20001"/>
                    </a:ext>
                  </a:extLst>
                </a:gridCol>
                <a:gridCol w="1608364">
                  <a:extLst>
                    <a:ext uri="{9D8B030D-6E8A-4147-A177-3AD203B41FA5}">
                      <a16:colId xmlns:a16="http://schemas.microsoft.com/office/drawing/2014/main" val="20002"/>
                    </a:ext>
                  </a:extLst>
                </a:gridCol>
                <a:gridCol w="1608364">
                  <a:extLst>
                    <a:ext uri="{9D8B030D-6E8A-4147-A177-3AD203B41FA5}">
                      <a16:colId xmlns:a16="http://schemas.microsoft.com/office/drawing/2014/main" val="20003"/>
                    </a:ext>
                  </a:extLst>
                </a:gridCol>
                <a:gridCol w="1608364">
                  <a:extLst>
                    <a:ext uri="{9D8B030D-6E8A-4147-A177-3AD203B41FA5}">
                      <a16:colId xmlns:a16="http://schemas.microsoft.com/office/drawing/2014/main" val="20004"/>
                    </a:ext>
                  </a:extLst>
                </a:gridCol>
                <a:gridCol w="1608364">
                  <a:extLst>
                    <a:ext uri="{9D8B030D-6E8A-4147-A177-3AD203B41FA5}">
                      <a16:colId xmlns:a16="http://schemas.microsoft.com/office/drawing/2014/main" val="20005"/>
                    </a:ext>
                  </a:extLst>
                </a:gridCol>
                <a:gridCol w="1608364">
                  <a:extLst>
                    <a:ext uri="{9D8B030D-6E8A-4147-A177-3AD203B41FA5}">
                      <a16:colId xmlns:a16="http://schemas.microsoft.com/office/drawing/2014/main" val="20006"/>
                    </a:ext>
                  </a:extLst>
                </a:gridCol>
              </a:tblGrid>
              <a:tr h="812080">
                <a:tc>
                  <a:txBody>
                    <a:bodyPr/>
                    <a:lstStyle/>
                    <a:p>
                      <a:r>
                        <a:rPr sz="1200"/>
                        <a:t>Author (Year)</a:t>
                      </a:r>
                    </a:p>
                  </a:txBody>
                  <a:tcPr/>
                </a:tc>
                <a:tc>
                  <a:txBody>
                    <a:bodyPr/>
                    <a:lstStyle/>
                    <a:p>
                      <a:r>
                        <a:rPr sz="1200"/>
                        <a:t>Paper Title</a:t>
                      </a:r>
                    </a:p>
                  </a:txBody>
                  <a:tcPr/>
                </a:tc>
                <a:tc>
                  <a:txBody>
                    <a:bodyPr/>
                    <a:lstStyle/>
                    <a:p>
                      <a:r>
                        <a:rPr sz="1200"/>
                        <a:t>Journal Published</a:t>
                      </a:r>
                    </a:p>
                  </a:txBody>
                  <a:tcPr/>
                </a:tc>
                <a:tc>
                  <a:txBody>
                    <a:bodyPr/>
                    <a:lstStyle/>
                    <a:p>
                      <a:r>
                        <a:rPr sz="1200"/>
                        <a:t>Problem / Research Gap</a:t>
                      </a:r>
                    </a:p>
                  </a:txBody>
                  <a:tcPr/>
                </a:tc>
                <a:tc>
                  <a:txBody>
                    <a:bodyPr/>
                    <a:lstStyle/>
                    <a:p>
                      <a:r>
                        <a:rPr sz="1200"/>
                        <a:t>Objective</a:t>
                      </a:r>
                    </a:p>
                  </a:txBody>
                  <a:tcPr/>
                </a:tc>
                <a:tc>
                  <a:txBody>
                    <a:bodyPr/>
                    <a:lstStyle/>
                    <a:p>
                      <a:r>
                        <a:rPr sz="1200"/>
                        <a:t>Methodology</a:t>
                      </a:r>
                    </a:p>
                  </a:txBody>
                  <a:tcPr/>
                </a:tc>
                <a:tc>
                  <a:txBody>
                    <a:bodyPr/>
                    <a:lstStyle/>
                    <a:p>
                      <a:r>
                        <a:rPr sz="1200"/>
                        <a:t>Results / Findings</a:t>
                      </a:r>
                    </a:p>
                  </a:txBody>
                  <a:tcPr/>
                </a:tc>
                <a:extLst>
                  <a:ext uri="{0D108BD9-81ED-4DB2-BD59-A6C34878D82A}">
                    <a16:rowId xmlns:a16="http://schemas.microsoft.com/office/drawing/2014/main" val="10000"/>
                  </a:ext>
                </a:extLst>
              </a:tr>
              <a:tr h="1169395">
                <a:tc>
                  <a:txBody>
                    <a:bodyPr/>
                    <a:lstStyle/>
                    <a:p>
                      <a:r>
                        <a:rPr sz="1100"/>
                        <a:t>You et al. (2025)</a:t>
                      </a:r>
                    </a:p>
                  </a:txBody>
                  <a:tcPr/>
                </a:tc>
                <a:tc>
                  <a:txBody>
                    <a:bodyPr/>
                    <a:lstStyle/>
                    <a:p>
                      <a:r>
                        <a:rPr sz="1100" dirty="0"/>
                        <a:t>Prediction of PDI in a commercial feed mill</a:t>
                      </a:r>
                      <a:r>
                        <a:rPr lang="en-IN" sz="1100" dirty="0"/>
                        <a:t>   </a:t>
                      </a:r>
                      <a:endParaRPr sz="1100" dirty="0"/>
                    </a:p>
                  </a:txBody>
                  <a:tcPr/>
                </a:tc>
                <a:tc>
                  <a:txBody>
                    <a:bodyPr/>
                    <a:lstStyle/>
                    <a:p>
                      <a:r>
                        <a:rPr sz="1100"/>
                        <a:t>Journal of Animal Science</a:t>
                      </a:r>
                    </a:p>
                  </a:txBody>
                  <a:tcPr/>
                </a:tc>
                <a:tc>
                  <a:txBody>
                    <a:bodyPr/>
                    <a:lstStyle/>
                    <a:p>
                      <a:r>
                        <a:rPr sz="1100"/>
                        <a:t>Complexity of controlling pellet quality (PDI) in commercial mills.</a:t>
                      </a:r>
                    </a:p>
                  </a:txBody>
                  <a:tcPr/>
                </a:tc>
                <a:tc>
                  <a:txBody>
                    <a:bodyPr/>
                    <a:lstStyle/>
                    <a:p>
                      <a:r>
                        <a:rPr sz="1100"/>
                        <a:t>Develop regression models to predict PDI using 55 variables.</a:t>
                      </a:r>
                    </a:p>
                  </a:txBody>
                  <a:tcPr/>
                </a:tc>
                <a:tc>
                  <a:txBody>
                    <a:bodyPr/>
                    <a:lstStyle/>
                    <a:p>
                      <a:r>
                        <a:rPr sz="1100"/>
                        <a:t>MLR (Lasso/Ridge), PCA, and PLS.</a:t>
                      </a:r>
                    </a:p>
                  </a:txBody>
                  <a:tcPr/>
                </a:tc>
                <a:tc>
                  <a:txBody>
                    <a:bodyPr/>
                    <a:lstStyle/>
                    <a:p>
                      <a:r>
                        <a:rPr sz="1100"/>
                        <a:t>Forward Selection model with 9 variables performed best.</a:t>
                      </a:r>
                    </a:p>
                  </a:txBody>
                  <a:tcPr/>
                </a:tc>
                <a:extLst>
                  <a:ext uri="{0D108BD9-81ED-4DB2-BD59-A6C34878D82A}">
                    <a16:rowId xmlns:a16="http://schemas.microsoft.com/office/drawing/2014/main" val="10001"/>
                  </a:ext>
                </a:extLst>
              </a:tr>
              <a:tr h="1169395">
                <a:tc>
                  <a:txBody>
                    <a:bodyPr/>
                    <a:lstStyle/>
                    <a:p>
                      <a:r>
                        <a:rPr sz="1100"/>
                        <a:t>Solano-Blanco et al. (2023)</a:t>
                      </a:r>
                    </a:p>
                  </a:txBody>
                  <a:tcPr/>
                </a:tc>
                <a:tc>
                  <a:txBody>
                    <a:bodyPr/>
                    <a:lstStyle/>
                    <a:p>
                      <a:r>
                        <a:rPr sz="1100" dirty="0"/>
                        <a:t>Production planning decisions in broiler supply chain.</a:t>
                      </a:r>
                    </a:p>
                  </a:txBody>
                  <a:tcPr/>
                </a:tc>
                <a:tc>
                  <a:txBody>
                    <a:bodyPr/>
                    <a:lstStyle/>
                    <a:p>
                      <a:r>
                        <a:rPr sz="1100"/>
                        <a:t>Operations Research Perspectives</a:t>
                      </a:r>
                    </a:p>
                  </a:txBody>
                  <a:tcPr/>
                </a:tc>
                <a:tc>
                  <a:txBody>
                    <a:bodyPr/>
                    <a:lstStyle/>
                    <a:p>
                      <a:r>
                        <a:rPr sz="1100"/>
                        <a:t>Variability in chicken growth patterns affecting production plans.</a:t>
                      </a:r>
                    </a:p>
                  </a:txBody>
                  <a:tcPr/>
                </a:tc>
                <a:tc>
                  <a:txBody>
                    <a:bodyPr/>
                    <a:lstStyle/>
                    <a:p>
                      <a:r>
                        <a:rPr sz="1100"/>
                        <a:t>Optimize production planning under growth uncertainty.</a:t>
                      </a:r>
                    </a:p>
                  </a:txBody>
                  <a:tcPr/>
                </a:tc>
                <a:tc>
                  <a:txBody>
                    <a:bodyPr/>
                    <a:lstStyle/>
                    <a:p>
                      <a:r>
                        <a:rPr sz="1100"/>
                        <a:t>Two-stage stochastic programming &amp; MILP.</a:t>
                      </a:r>
                    </a:p>
                  </a:txBody>
                  <a:tcPr/>
                </a:tc>
                <a:tc>
                  <a:txBody>
                    <a:bodyPr/>
                    <a:lstStyle/>
                    <a:p>
                      <a:r>
                        <a:rPr sz="1100"/>
                        <a:t>Improved costs by 8.6% and met biosecurity constraints.</a:t>
                      </a:r>
                    </a:p>
                  </a:txBody>
                  <a:tcPr/>
                </a:tc>
                <a:extLst>
                  <a:ext uri="{0D108BD9-81ED-4DB2-BD59-A6C34878D82A}">
                    <a16:rowId xmlns:a16="http://schemas.microsoft.com/office/drawing/2014/main" val="10002"/>
                  </a:ext>
                </a:extLst>
              </a:tr>
              <a:tr h="990737">
                <a:tc>
                  <a:txBody>
                    <a:bodyPr/>
                    <a:lstStyle/>
                    <a:p>
                      <a:r>
                        <a:rPr sz="1100"/>
                        <a:t>Khan et al. (2021)</a:t>
                      </a:r>
                    </a:p>
                  </a:txBody>
                  <a:tcPr/>
                </a:tc>
                <a:tc>
                  <a:txBody>
                    <a:bodyPr/>
                    <a:lstStyle/>
                    <a:p>
                      <a:r>
                        <a:rPr sz="1100" dirty="0"/>
                        <a:t>Flexible Fuzzy GP in Optimal Mix of Power Generation.</a:t>
                      </a:r>
                    </a:p>
                  </a:txBody>
                  <a:tcPr/>
                </a:tc>
                <a:tc>
                  <a:txBody>
                    <a:bodyPr/>
                    <a:lstStyle/>
                    <a:p>
                      <a:r>
                        <a:rPr sz="1100"/>
                        <a:t>Sustainability</a:t>
                      </a:r>
                    </a:p>
                  </a:txBody>
                  <a:tcPr/>
                </a:tc>
                <a:tc>
                  <a:txBody>
                    <a:bodyPr/>
                    <a:lstStyle/>
                    <a:p>
                      <a:r>
                        <a:rPr sz="1100"/>
                        <a:t>Balancing cost-efficiency and emissions in power generation.</a:t>
                      </a:r>
                    </a:p>
                  </a:txBody>
                  <a:tcPr/>
                </a:tc>
                <a:tc>
                  <a:txBody>
                    <a:bodyPr/>
                    <a:lstStyle/>
                    <a:p>
                      <a:r>
                        <a:rPr sz="1100"/>
                        <a:t>Assess optimal mix for socio-economic sustainability.</a:t>
                      </a:r>
                    </a:p>
                  </a:txBody>
                  <a:tcPr/>
                </a:tc>
                <a:tc>
                  <a:txBody>
                    <a:bodyPr/>
                    <a:lstStyle/>
                    <a:p>
                      <a:r>
                        <a:rPr sz="1100"/>
                        <a:t>Flexible Fuzzy Goal Programming (FFGP).</a:t>
                      </a:r>
                    </a:p>
                  </a:txBody>
                  <a:tcPr/>
                </a:tc>
                <a:tc>
                  <a:txBody>
                    <a:bodyPr/>
                    <a:lstStyle/>
                    <a:p>
                      <a:r>
                        <a:rPr sz="1100" dirty="0"/>
                        <a:t>Determined optimal mix shifting toward renewable sources.</a:t>
                      </a:r>
                    </a:p>
                  </a:txBody>
                  <a:tcPr/>
                </a:tc>
                <a:extLst>
                  <a:ext uri="{0D108BD9-81ED-4DB2-BD59-A6C34878D82A}">
                    <a16:rowId xmlns:a16="http://schemas.microsoft.com/office/drawing/2014/main" val="10003"/>
                  </a:ext>
                </a:extLst>
              </a:tr>
              <a:tr h="1169395">
                <a:tc>
                  <a:txBody>
                    <a:bodyPr/>
                    <a:lstStyle/>
                    <a:p>
                      <a:r>
                        <a:rPr sz="1100"/>
                        <a:t>Rashid et al. (2020)</a:t>
                      </a:r>
                    </a:p>
                  </a:txBody>
                  <a:tcPr/>
                </a:tc>
                <a:tc>
                  <a:txBody>
                    <a:bodyPr/>
                    <a:lstStyle/>
                    <a:p>
                      <a:r>
                        <a:rPr sz="1100" dirty="0"/>
                        <a:t>Feeding Blend Optimization for Livestock.</a:t>
                      </a:r>
                    </a:p>
                  </a:txBody>
                  <a:tcPr/>
                </a:tc>
                <a:tc>
                  <a:txBody>
                    <a:bodyPr/>
                    <a:lstStyle/>
                    <a:p>
                      <a:r>
                        <a:rPr sz="1100"/>
                        <a:t>Malaysian Journal of Computing</a:t>
                      </a:r>
                    </a:p>
                  </a:txBody>
                  <a:tcPr/>
                </a:tc>
                <a:tc>
                  <a:txBody>
                    <a:bodyPr/>
                    <a:lstStyle/>
                    <a:p>
                      <a:r>
                        <a:rPr sz="1100"/>
                        <a:t>Balancing multiple nutritional objectives and cost constraints.</a:t>
                      </a:r>
                    </a:p>
                  </a:txBody>
                  <a:tcPr/>
                </a:tc>
                <a:tc>
                  <a:txBody>
                    <a:bodyPr/>
                    <a:lstStyle/>
                    <a:p>
                      <a:r>
                        <a:rPr sz="1100"/>
                        <a:t>Formulate optimal feed blend for a Malaysian farm.</a:t>
                      </a:r>
                    </a:p>
                  </a:txBody>
                  <a:tcPr/>
                </a:tc>
                <a:tc>
                  <a:txBody>
                    <a:bodyPr/>
                    <a:lstStyle/>
                    <a:p>
                      <a:r>
                        <a:rPr sz="1100"/>
                        <a:t>Goal Programming (GP) using LINGO software.</a:t>
                      </a:r>
                    </a:p>
                  </a:txBody>
                  <a:tcPr/>
                </a:tc>
                <a:tc>
                  <a:txBody>
                    <a:bodyPr/>
                    <a:lstStyle/>
                    <a:p>
                      <a:r>
                        <a:rPr sz="1100"/>
                        <a:t>Met all nutritional requirements while minimizing costs.</a:t>
                      </a:r>
                    </a:p>
                  </a:txBody>
                  <a:tcPr/>
                </a:tc>
                <a:extLst>
                  <a:ext uri="{0D108BD9-81ED-4DB2-BD59-A6C34878D82A}">
                    <a16:rowId xmlns:a16="http://schemas.microsoft.com/office/drawing/2014/main" val="10004"/>
                  </a:ext>
                </a:extLst>
              </a:tr>
              <a:tr h="990737">
                <a:tc>
                  <a:txBody>
                    <a:bodyPr/>
                    <a:lstStyle/>
                    <a:p>
                      <a:r>
                        <a:rPr sz="1100"/>
                        <a:t>Putri et al. (2020)</a:t>
                      </a:r>
                    </a:p>
                  </a:txBody>
                  <a:tcPr/>
                </a:tc>
                <a:tc>
                  <a:txBody>
                    <a:bodyPr/>
                    <a:lstStyle/>
                    <a:p>
                      <a:r>
                        <a:rPr sz="1100" dirty="0"/>
                        <a:t>Ergonomics Evaluation of Manual Material Handling.</a:t>
                      </a:r>
                    </a:p>
                  </a:txBody>
                  <a:tcPr/>
                </a:tc>
                <a:tc>
                  <a:txBody>
                    <a:bodyPr/>
                    <a:lstStyle/>
                    <a:p>
                      <a:r>
                        <a:rPr sz="1100"/>
                        <a:t>IOP Conf. Ser.: Mater. Sci. Eng.</a:t>
                      </a:r>
                    </a:p>
                  </a:txBody>
                  <a:tcPr/>
                </a:tc>
                <a:tc>
                  <a:txBody>
                    <a:bodyPr/>
                    <a:lstStyle/>
                    <a:p>
                      <a:r>
                        <a:rPr sz="1100"/>
                        <a:t>Worker fatigue and musculoskeletal disorders in manual feeding.</a:t>
                      </a:r>
                    </a:p>
                  </a:txBody>
                  <a:tcPr/>
                </a:tc>
                <a:tc>
                  <a:txBody>
                    <a:bodyPr/>
                    <a:lstStyle/>
                    <a:p>
                      <a:r>
                        <a:rPr sz="1100"/>
                        <a:t>Evaluate ergonomics of manual material handling.</a:t>
                      </a:r>
                    </a:p>
                  </a:txBody>
                  <a:tcPr/>
                </a:tc>
                <a:tc>
                  <a:txBody>
                    <a:bodyPr/>
                    <a:lstStyle/>
                    <a:p>
                      <a:r>
                        <a:rPr sz="1100"/>
                        <a:t>REBA, NIOSH Lifting Equation, Nordic Body Map.</a:t>
                      </a:r>
                    </a:p>
                  </a:txBody>
                  <a:tcPr/>
                </a:tc>
                <a:tc>
                  <a:txBody>
                    <a:bodyPr/>
                    <a:lstStyle/>
                    <a:p>
                      <a:r>
                        <a:rPr sz="1100" dirty="0"/>
                        <a:t>Identified high-risk postures; recommended ergonomic redesigns.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24614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F22AC-4691-E699-C30B-2288E1564BF7}"/>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DCCCEF24-42AA-21DC-1EB4-E19A23E1E2E7}"/>
              </a:ext>
            </a:extLst>
          </p:cNvPr>
          <p:cNvSpPr>
            <a:spLocks noChangeArrowheads="1"/>
          </p:cNvSpPr>
          <p:nvPr/>
        </p:nvSpPr>
        <p:spPr bwMode="auto">
          <a:xfrm>
            <a:off x="2468563" y="16446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4" name="Table 3">
            <a:extLst>
              <a:ext uri="{FF2B5EF4-FFF2-40B4-BE49-F238E27FC236}">
                <a16:creationId xmlns:a16="http://schemas.microsoft.com/office/drawing/2014/main" id="{4A02B213-8559-218F-29C8-6995212FA819}"/>
              </a:ext>
            </a:extLst>
          </p:cNvPr>
          <p:cNvGraphicFramePr>
            <a:graphicFrameLocks noGrp="1"/>
          </p:cNvGraphicFramePr>
          <p:nvPr>
            <p:extLst>
              <p:ext uri="{D42A27DB-BD31-4B8C-83A1-F6EECF244321}">
                <p14:modId xmlns:p14="http://schemas.microsoft.com/office/powerpoint/2010/main" val="209248909"/>
              </p:ext>
            </p:extLst>
          </p:nvPr>
        </p:nvGraphicFramePr>
        <p:xfrm>
          <a:off x="640080" y="514350"/>
          <a:ext cx="10961370" cy="5307329"/>
        </p:xfrm>
        <a:graphic>
          <a:graphicData uri="http://schemas.openxmlformats.org/drawingml/2006/table">
            <a:tbl>
              <a:tblPr firstRow="1" bandRow="1">
                <a:tableStyleId>{5C22544A-7EE6-4342-B048-85BDC9FD1C3A}</a:tableStyleId>
              </a:tblPr>
              <a:tblGrid>
                <a:gridCol w="1565910">
                  <a:extLst>
                    <a:ext uri="{9D8B030D-6E8A-4147-A177-3AD203B41FA5}">
                      <a16:colId xmlns:a16="http://schemas.microsoft.com/office/drawing/2014/main" val="20000"/>
                    </a:ext>
                  </a:extLst>
                </a:gridCol>
                <a:gridCol w="1565910">
                  <a:extLst>
                    <a:ext uri="{9D8B030D-6E8A-4147-A177-3AD203B41FA5}">
                      <a16:colId xmlns:a16="http://schemas.microsoft.com/office/drawing/2014/main" val="20001"/>
                    </a:ext>
                  </a:extLst>
                </a:gridCol>
                <a:gridCol w="1565910">
                  <a:extLst>
                    <a:ext uri="{9D8B030D-6E8A-4147-A177-3AD203B41FA5}">
                      <a16:colId xmlns:a16="http://schemas.microsoft.com/office/drawing/2014/main" val="20002"/>
                    </a:ext>
                  </a:extLst>
                </a:gridCol>
                <a:gridCol w="1565910">
                  <a:extLst>
                    <a:ext uri="{9D8B030D-6E8A-4147-A177-3AD203B41FA5}">
                      <a16:colId xmlns:a16="http://schemas.microsoft.com/office/drawing/2014/main" val="20003"/>
                    </a:ext>
                  </a:extLst>
                </a:gridCol>
                <a:gridCol w="1565910">
                  <a:extLst>
                    <a:ext uri="{9D8B030D-6E8A-4147-A177-3AD203B41FA5}">
                      <a16:colId xmlns:a16="http://schemas.microsoft.com/office/drawing/2014/main" val="20004"/>
                    </a:ext>
                  </a:extLst>
                </a:gridCol>
                <a:gridCol w="1565910">
                  <a:extLst>
                    <a:ext uri="{9D8B030D-6E8A-4147-A177-3AD203B41FA5}">
                      <a16:colId xmlns:a16="http://schemas.microsoft.com/office/drawing/2014/main" val="20005"/>
                    </a:ext>
                  </a:extLst>
                </a:gridCol>
                <a:gridCol w="1565910">
                  <a:extLst>
                    <a:ext uri="{9D8B030D-6E8A-4147-A177-3AD203B41FA5}">
                      <a16:colId xmlns:a16="http://schemas.microsoft.com/office/drawing/2014/main" val="20006"/>
                    </a:ext>
                  </a:extLst>
                </a:gridCol>
              </a:tblGrid>
              <a:tr h="1014139">
                <a:tc>
                  <a:txBody>
                    <a:bodyPr/>
                    <a:lstStyle/>
                    <a:p>
                      <a:r>
                        <a:rPr sz="1200"/>
                        <a:t>Author (Year)</a:t>
                      </a:r>
                    </a:p>
                  </a:txBody>
                  <a:tcPr/>
                </a:tc>
                <a:tc>
                  <a:txBody>
                    <a:bodyPr/>
                    <a:lstStyle/>
                    <a:p>
                      <a:r>
                        <a:rPr sz="1200"/>
                        <a:t>Paper Title</a:t>
                      </a:r>
                    </a:p>
                  </a:txBody>
                  <a:tcPr/>
                </a:tc>
                <a:tc>
                  <a:txBody>
                    <a:bodyPr/>
                    <a:lstStyle/>
                    <a:p>
                      <a:r>
                        <a:rPr sz="1200"/>
                        <a:t>Journal Published</a:t>
                      </a:r>
                    </a:p>
                  </a:txBody>
                  <a:tcPr/>
                </a:tc>
                <a:tc>
                  <a:txBody>
                    <a:bodyPr/>
                    <a:lstStyle/>
                    <a:p>
                      <a:r>
                        <a:rPr sz="1200" dirty="0"/>
                        <a:t>Problem / Research Gap</a:t>
                      </a:r>
                    </a:p>
                  </a:txBody>
                  <a:tcPr/>
                </a:tc>
                <a:tc>
                  <a:txBody>
                    <a:bodyPr/>
                    <a:lstStyle/>
                    <a:p>
                      <a:r>
                        <a:rPr sz="1200"/>
                        <a:t>Objective</a:t>
                      </a:r>
                    </a:p>
                  </a:txBody>
                  <a:tcPr/>
                </a:tc>
                <a:tc>
                  <a:txBody>
                    <a:bodyPr/>
                    <a:lstStyle/>
                    <a:p>
                      <a:r>
                        <a:rPr sz="1200"/>
                        <a:t>Methodology</a:t>
                      </a:r>
                    </a:p>
                  </a:txBody>
                  <a:tcPr/>
                </a:tc>
                <a:tc>
                  <a:txBody>
                    <a:bodyPr/>
                    <a:lstStyle/>
                    <a:p>
                      <a:r>
                        <a:rPr sz="1200"/>
                        <a:t>Results / Findings</a:t>
                      </a:r>
                    </a:p>
                  </a:txBody>
                  <a:tcPr/>
                </a:tc>
                <a:extLst>
                  <a:ext uri="{0D108BD9-81ED-4DB2-BD59-A6C34878D82A}">
                    <a16:rowId xmlns:a16="http://schemas.microsoft.com/office/drawing/2014/main" val="10000"/>
                  </a:ext>
                </a:extLst>
              </a:tr>
              <a:tr h="1014139">
                <a:tc>
                  <a:txBody>
                    <a:bodyPr/>
                    <a:lstStyle/>
                    <a:p>
                      <a:r>
                        <a:rPr sz="1100"/>
                        <a:t>Mallick et al. (2020)</a:t>
                      </a:r>
                    </a:p>
                  </a:txBody>
                  <a:tcPr/>
                </a:tc>
                <a:tc>
                  <a:txBody>
                    <a:bodyPr/>
                    <a:lstStyle/>
                    <a:p>
                      <a:r>
                        <a:rPr sz="1100" dirty="0"/>
                        <a:t>Broiler Poultry Feed Cost Optimization.</a:t>
                      </a:r>
                    </a:p>
                  </a:txBody>
                  <a:tcPr/>
                </a:tc>
                <a:tc>
                  <a:txBody>
                    <a:bodyPr/>
                    <a:lstStyle/>
                    <a:p>
                      <a:r>
                        <a:rPr sz="1100"/>
                        <a:t>Journal of Operations and Strategic Planning</a:t>
                      </a:r>
                    </a:p>
                  </a:txBody>
                  <a:tcPr/>
                </a:tc>
                <a:tc>
                  <a:txBody>
                    <a:bodyPr/>
                    <a:lstStyle/>
                    <a:p>
                      <a:r>
                        <a:rPr sz="1100"/>
                        <a:t>Rising costs of feed ingredients competing with human food.</a:t>
                      </a:r>
                    </a:p>
                  </a:txBody>
                  <a:tcPr/>
                </a:tc>
                <a:tc>
                  <a:txBody>
                    <a:bodyPr/>
                    <a:lstStyle/>
                    <a:p>
                      <a:r>
                        <a:rPr sz="1100"/>
                        <a:t>Minimize feed costs for small-scale farms.</a:t>
                      </a:r>
                    </a:p>
                  </a:txBody>
                  <a:tcPr/>
                </a:tc>
                <a:tc>
                  <a:txBody>
                    <a:bodyPr/>
                    <a:lstStyle/>
                    <a:p>
                      <a:r>
                        <a:rPr sz="1100"/>
                        <a:t>Linear Programming (LP) via Excel Solver.</a:t>
                      </a:r>
                    </a:p>
                  </a:txBody>
                  <a:tcPr/>
                </a:tc>
                <a:tc>
                  <a:txBody>
                    <a:bodyPr/>
                    <a:lstStyle/>
                    <a:p>
                      <a:r>
                        <a:rPr sz="1100"/>
                        <a:t>Significant cost reduction while meeting ICAR standards.</a:t>
                      </a:r>
                    </a:p>
                  </a:txBody>
                  <a:tcPr/>
                </a:tc>
                <a:extLst>
                  <a:ext uri="{0D108BD9-81ED-4DB2-BD59-A6C34878D82A}">
                    <a16:rowId xmlns:a16="http://schemas.microsoft.com/office/drawing/2014/main" val="10001"/>
                  </a:ext>
                </a:extLst>
              </a:tr>
              <a:tr h="1031042">
                <a:tc>
                  <a:txBody>
                    <a:bodyPr/>
                    <a:lstStyle/>
                    <a:p>
                      <a:r>
                        <a:rPr sz="1100"/>
                        <a:t>Tanhaie &amp; Nahavandi (2017)</a:t>
                      </a:r>
                    </a:p>
                  </a:txBody>
                  <a:tcPr/>
                </a:tc>
                <a:tc>
                  <a:txBody>
                    <a:bodyPr/>
                    <a:lstStyle/>
                    <a:p>
                      <a:r>
                        <a:rPr sz="1100" dirty="0"/>
                        <a:t>Solving product mix problem in multiple constraints.</a:t>
                      </a:r>
                    </a:p>
                  </a:txBody>
                  <a:tcPr/>
                </a:tc>
                <a:tc>
                  <a:txBody>
                    <a:bodyPr/>
                    <a:lstStyle/>
                    <a:p>
                      <a:r>
                        <a:rPr sz="1100"/>
                        <a:t>J. of Industrial Engineering &amp; Mgmt. Studies</a:t>
                      </a:r>
                    </a:p>
                  </a:txBody>
                  <a:tcPr/>
                </a:tc>
                <a:tc>
                  <a:txBody>
                    <a:bodyPr/>
                    <a:lstStyle/>
                    <a:p>
                      <a:r>
                        <a:rPr sz="1100"/>
                        <a:t>Inefficiency of TOC in multiple bottleneck environments.</a:t>
                      </a:r>
                    </a:p>
                  </a:txBody>
                  <a:tcPr/>
                </a:tc>
                <a:tc>
                  <a:txBody>
                    <a:bodyPr/>
                    <a:lstStyle/>
                    <a:p>
                      <a:r>
                        <a:rPr sz="1100"/>
                        <a:t>Methodology for product mix decisions with DM weights.</a:t>
                      </a:r>
                    </a:p>
                  </a:txBody>
                  <a:tcPr/>
                </a:tc>
                <a:tc>
                  <a:txBody>
                    <a:bodyPr/>
                    <a:lstStyle/>
                    <a:p>
                      <a:r>
                        <a:rPr sz="1100"/>
                        <a:t>Goal Programming (GP) &amp; Pairwise Comparison.</a:t>
                      </a:r>
                    </a:p>
                  </a:txBody>
                  <a:tcPr/>
                </a:tc>
                <a:tc>
                  <a:txBody>
                    <a:bodyPr/>
                    <a:lstStyle/>
                    <a:p>
                      <a:r>
                        <a:rPr sz="1100"/>
                        <a:t>Outperformed TOC and LP in complex constraint environments.</a:t>
                      </a:r>
                    </a:p>
                  </a:txBody>
                  <a:tcPr/>
                </a:tc>
                <a:extLst>
                  <a:ext uri="{0D108BD9-81ED-4DB2-BD59-A6C34878D82A}">
                    <a16:rowId xmlns:a16="http://schemas.microsoft.com/office/drawing/2014/main" val="10002"/>
                  </a:ext>
                </a:extLst>
              </a:tr>
              <a:tr h="1216967">
                <a:tc>
                  <a:txBody>
                    <a:bodyPr/>
                    <a:lstStyle/>
                    <a:p>
                      <a:r>
                        <a:rPr sz="1100"/>
                        <a:t>Vakili et al. (2015)</a:t>
                      </a:r>
                    </a:p>
                  </a:txBody>
                  <a:tcPr/>
                </a:tc>
                <a:tc>
                  <a:txBody>
                    <a:bodyPr/>
                    <a:lstStyle/>
                    <a:p>
                      <a:r>
                        <a:rPr sz="1100" dirty="0"/>
                        <a:t>Determination of Chemical Composition and Physical Feed Quality.</a:t>
                      </a:r>
                    </a:p>
                  </a:txBody>
                  <a:tcPr/>
                </a:tc>
                <a:tc>
                  <a:txBody>
                    <a:bodyPr/>
                    <a:lstStyle/>
                    <a:p>
                      <a:r>
                        <a:rPr sz="1100"/>
                        <a:t>Biological Forum</a:t>
                      </a:r>
                    </a:p>
                  </a:txBody>
                  <a:tcPr/>
                </a:tc>
                <a:tc>
                  <a:txBody>
                    <a:bodyPr/>
                    <a:lstStyle/>
                    <a:p>
                      <a:r>
                        <a:rPr sz="1100"/>
                        <a:t>Difficulty in optimizing pellet quality with changing formulas.</a:t>
                      </a:r>
                    </a:p>
                  </a:txBody>
                  <a:tcPr/>
                </a:tc>
                <a:tc>
                  <a:txBody>
                    <a:bodyPr/>
                    <a:lstStyle/>
                    <a:p>
                      <a:r>
                        <a:rPr sz="1100"/>
                        <a:t>Evaluate effects of processing parameters on PDI.</a:t>
                      </a:r>
                    </a:p>
                  </a:txBody>
                  <a:tcPr/>
                </a:tc>
                <a:tc>
                  <a:txBody>
                    <a:bodyPr/>
                    <a:lstStyle/>
                    <a:p>
                      <a:r>
                        <a:rPr lang="en-IN" sz="1100" dirty="0"/>
                        <a:t>Taguchi experimental design</a:t>
                      </a:r>
                      <a:endParaRPr sz="1100" dirty="0"/>
                    </a:p>
                  </a:txBody>
                  <a:tcPr/>
                </a:tc>
                <a:tc>
                  <a:txBody>
                    <a:bodyPr/>
                    <a:lstStyle/>
                    <a:p>
                      <a:r>
                        <a:rPr sz="1100"/>
                        <a:t>Identified optimal conditioning temps for nutrient retention.</a:t>
                      </a:r>
                    </a:p>
                  </a:txBody>
                  <a:tcPr/>
                </a:tc>
                <a:extLst>
                  <a:ext uri="{0D108BD9-81ED-4DB2-BD59-A6C34878D82A}">
                    <a16:rowId xmlns:a16="http://schemas.microsoft.com/office/drawing/2014/main" val="10003"/>
                  </a:ext>
                </a:extLst>
              </a:tr>
              <a:tr h="1031042">
                <a:tc>
                  <a:txBody>
                    <a:bodyPr/>
                    <a:lstStyle/>
                    <a:p>
                      <a:r>
                        <a:rPr sz="1100"/>
                        <a:t>Pal &amp; Moitra (2004)</a:t>
                      </a:r>
                    </a:p>
                  </a:txBody>
                  <a:tcPr/>
                </a:tc>
                <a:tc>
                  <a:txBody>
                    <a:bodyPr/>
                    <a:lstStyle/>
                    <a:p>
                      <a:r>
                        <a:rPr sz="1100" dirty="0"/>
                        <a:t>Using Fuzzy GP for Long Range Production Planning.</a:t>
                      </a:r>
                    </a:p>
                  </a:txBody>
                  <a:tcPr/>
                </a:tc>
                <a:tc>
                  <a:txBody>
                    <a:bodyPr/>
                    <a:lstStyle/>
                    <a:p>
                      <a:r>
                        <a:rPr sz="1100"/>
                        <a:t>Indian Journal of Agricultural Economics</a:t>
                      </a:r>
                    </a:p>
                  </a:txBody>
                  <a:tcPr/>
                </a:tc>
                <a:tc>
                  <a:txBody>
                    <a:bodyPr/>
                    <a:lstStyle/>
                    <a:p>
                      <a:r>
                        <a:rPr sz="1100"/>
                        <a:t>Imprecision in agricultural resource and production targets.</a:t>
                      </a:r>
                    </a:p>
                  </a:txBody>
                  <a:tcPr/>
                </a:tc>
                <a:tc>
                  <a:txBody>
                    <a:bodyPr/>
                    <a:lstStyle/>
                    <a:p>
                      <a:r>
                        <a:rPr sz="1100"/>
                        <a:t>Model land allocation for max profit and target production.</a:t>
                      </a:r>
                    </a:p>
                  </a:txBody>
                  <a:tcPr/>
                </a:tc>
                <a:tc>
                  <a:txBody>
                    <a:bodyPr/>
                    <a:lstStyle/>
                    <a:p>
                      <a:r>
                        <a:rPr sz="1100"/>
                        <a:t>Fuzzy Goal Programming (FGP) with additive model.</a:t>
                      </a:r>
                    </a:p>
                  </a:txBody>
                  <a:tcPr/>
                </a:tc>
                <a:tc>
                  <a:txBody>
                    <a:bodyPr/>
                    <a:lstStyle/>
                    <a:p>
                      <a:r>
                        <a:rPr sz="1100" dirty="0"/>
                        <a:t>FGP efficiently handled imprecise agricultural data.</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31711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1F76B9-563F-A065-ABE5-C2F8878E21F4}"/>
              </a:ext>
            </a:extLst>
          </p:cNvPr>
          <p:cNvPicPr>
            <a:picLocks noChangeAspect="1"/>
          </p:cNvPicPr>
          <p:nvPr/>
        </p:nvPicPr>
        <p:blipFill>
          <a:blip r:embed="rId2"/>
          <a:srcRect t="31924" b="3015"/>
          <a:stretch>
            <a:fillRect/>
          </a:stretch>
        </p:blipFill>
        <p:spPr>
          <a:xfrm>
            <a:off x="20" y="9"/>
            <a:ext cx="4844032" cy="7492171"/>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p:sp>
        <p:nvSpPr>
          <p:cNvPr id="2" name="Title 1">
            <a:extLst>
              <a:ext uri="{FF2B5EF4-FFF2-40B4-BE49-F238E27FC236}">
                <a16:creationId xmlns:a16="http://schemas.microsoft.com/office/drawing/2014/main" id="{677C4EA7-B752-5010-AB56-D91EB66EC032}"/>
              </a:ext>
            </a:extLst>
          </p:cNvPr>
          <p:cNvSpPr>
            <a:spLocks noGrp="1"/>
          </p:cNvSpPr>
          <p:nvPr>
            <p:ph type="title"/>
          </p:nvPr>
        </p:nvSpPr>
        <p:spPr>
          <a:xfrm>
            <a:off x="13465" y="349537"/>
            <a:ext cx="4817143" cy="932688"/>
          </a:xfrm>
        </p:spPr>
        <p:txBody>
          <a:bodyPr anchor="b">
            <a:noAutofit/>
          </a:bodyPr>
          <a:lstStyle/>
          <a:p>
            <a:pPr algn="ctr"/>
            <a:r>
              <a:rPr lang="en-US" sz="3600" dirty="0">
                <a:latin typeface="Century" panose="02040604050505020304" pitchFamily="18" charset="0"/>
              </a:rPr>
              <a:t>METHODOLOGY FRAMEWORK</a:t>
            </a:r>
            <a:endParaRPr lang="en-IN" sz="3600" dirty="0">
              <a:latin typeface="Century" panose="02040604050505020304" pitchFamily="18" charset="0"/>
            </a:endParaRPr>
          </a:p>
        </p:txBody>
      </p:sp>
      <p:pic>
        <p:nvPicPr>
          <p:cNvPr id="4" name="Picture 3">
            <a:extLst>
              <a:ext uri="{FF2B5EF4-FFF2-40B4-BE49-F238E27FC236}">
                <a16:creationId xmlns:a16="http://schemas.microsoft.com/office/drawing/2014/main" id="{50EF51AF-49B7-4B7C-8823-94AB4DB4A7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57497" y="0"/>
            <a:ext cx="7321038" cy="6858000"/>
          </a:xfrm>
          <a:prstGeom prst="rect">
            <a:avLst/>
          </a:prstGeom>
          <a:noFill/>
        </p:spPr>
      </p:pic>
    </p:spTree>
    <p:extLst>
      <p:ext uri="{BB962C8B-B14F-4D97-AF65-F5344CB8AC3E}">
        <p14:creationId xmlns:p14="http://schemas.microsoft.com/office/powerpoint/2010/main" val="4224531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6970-3596-A01B-45BC-72D5DE9570C1}"/>
              </a:ext>
            </a:extLst>
          </p:cNvPr>
          <p:cNvSpPr>
            <a:spLocks noGrp="1"/>
          </p:cNvSpPr>
          <p:nvPr>
            <p:ph type="title"/>
          </p:nvPr>
        </p:nvSpPr>
        <p:spPr>
          <a:xfrm>
            <a:off x="-200667" y="914400"/>
            <a:ext cx="5218476" cy="932688"/>
          </a:xfrm>
        </p:spPr>
        <p:txBody>
          <a:bodyPr anchor="b">
            <a:noAutofit/>
          </a:bodyPr>
          <a:lstStyle/>
          <a:p>
            <a:pPr algn="ctr"/>
            <a:r>
              <a:rPr lang="en-IN" sz="3600" dirty="0">
                <a:latin typeface="Century" panose="02040604050505020304" pitchFamily="18" charset="0"/>
              </a:rPr>
              <a:t>Determining Priority </a:t>
            </a:r>
            <a:br>
              <a:rPr lang="en-IN" sz="3600" dirty="0">
                <a:latin typeface="Century" panose="02040604050505020304" pitchFamily="18" charset="0"/>
              </a:rPr>
            </a:br>
            <a:r>
              <a:rPr lang="en-IN" sz="3600" dirty="0">
                <a:latin typeface="Century" panose="02040604050505020304" pitchFamily="18" charset="0"/>
              </a:rPr>
              <a:t>Weights (AHP)</a:t>
            </a:r>
          </a:p>
        </p:txBody>
      </p:sp>
      <p:graphicFrame>
        <p:nvGraphicFramePr>
          <p:cNvPr id="6" name="Rectangle 1">
            <a:extLst>
              <a:ext uri="{FF2B5EF4-FFF2-40B4-BE49-F238E27FC236}">
                <a16:creationId xmlns:a16="http://schemas.microsoft.com/office/drawing/2014/main" id="{8061E37F-B86A-417C-1594-5E153245DDF9}"/>
              </a:ext>
            </a:extLst>
          </p:cNvPr>
          <p:cNvGraphicFramePr>
            <a:graphicFrameLocks noGrp="1"/>
          </p:cNvGraphicFramePr>
          <p:nvPr>
            <p:ph sz="quarter" idx="14"/>
            <p:extLst>
              <p:ext uri="{D42A27DB-BD31-4B8C-83A1-F6EECF244321}">
                <p14:modId xmlns:p14="http://schemas.microsoft.com/office/powerpoint/2010/main" val="1169075353"/>
              </p:ext>
            </p:extLst>
          </p:nvPr>
        </p:nvGraphicFramePr>
        <p:xfrm>
          <a:off x="5077964" y="1380744"/>
          <a:ext cx="6858000" cy="4983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0CD02BBF-D5C3-D49E-5D0F-6C6D0BFCB914}"/>
                  </a:ext>
                </a:extLst>
              </p:cNvPr>
              <p:cNvGraphicFramePr>
                <a:graphicFrameLocks noChangeAspect="1"/>
              </p:cNvGraphicFramePr>
              <p:nvPr>
                <p:extLst>
                  <p:ext uri="{D42A27DB-BD31-4B8C-83A1-F6EECF244321}">
                    <p14:modId xmlns:p14="http://schemas.microsoft.com/office/powerpoint/2010/main" val="876034891"/>
                  </p:ext>
                </p:extLst>
              </p:nvPr>
            </p:nvGraphicFramePr>
            <p:xfrm>
              <a:off x="7192696" y="504660"/>
              <a:ext cx="560781" cy="315439"/>
            </p:xfrm>
            <a:graphic>
              <a:graphicData uri="http://schemas.microsoft.com/office/powerpoint/2016/slidezoom">
                <pslz:sldZm>
                  <pslz:sldZmObj sldId="290" cId="4263087900">
                    <pslz:zmPr id="{1A27546C-AEE2-4E55-82E8-FC89F4D1B770}" returnToParent="0" transitionDur="1000">
                      <p166:blipFill xmlns:p166="http://schemas.microsoft.com/office/powerpoint/2016/6/main">
                        <a:blip r:embed="rId7"/>
                        <a:stretch>
                          <a:fillRect/>
                        </a:stretch>
                      </p166:blipFill>
                      <p166:spPr xmlns:p166="http://schemas.microsoft.com/office/powerpoint/2016/6/main">
                        <a:xfrm>
                          <a:off x="0" y="0"/>
                          <a:ext cx="560781" cy="315439"/>
                        </a:xfrm>
                        <a:prstGeom prst="rect">
                          <a:avLst/>
                        </a:prstGeom>
                        <a:ln w="3175">
                          <a:solidFill>
                            <a:prstClr val="ltGray"/>
                          </a:solidFill>
                        </a:ln>
                      </p166:spPr>
                    </pslz:zmPr>
                  </pslz:sldZmObj>
                </pslz:sldZm>
              </a:graphicData>
            </a:graphic>
          </p:graphicFrame>
        </mc:Choice>
        <mc:Fallback xmlns="">
          <p:pic>
            <p:nvPicPr>
              <p:cNvPr id="8" name="Slide Zoom 7">
                <a:hlinkClick r:id="rId12" action="ppaction://hlinksldjump"/>
                <a:extLst>
                  <a:ext uri="{FF2B5EF4-FFF2-40B4-BE49-F238E27FC236}">
                    <a16:creationId xmlns:a16="http://schemas.microsoft.com/office/drawing/2014/main" id="{0CD02BBF-D5C3-D49E-5D0F-6C6D0BFCB914}"/>
                  </a:ext>
                </a:extLst>
              </p:cNvPr>
              <p:cNvPicPr>
                <a:picLocks noGrp="1" noRot="1" noChangeAspect="1" noMove="1" noResize="1" noEditPoints="1" noAdjustHandles="1" noChangeArrowheads="1" noChangeShapeType="1"/>
              </p:cNvPicPr>
              <p:nvPr/>
            </p:nvPicPr>
            <p:blipFill>
              <a:blip r:embed="rId13"/>
              <a:stretch>
                <a:fillRect/>
              </a:stretch>
            </p:blipFill>
            <p:spPr>
              <a:xfrm>
                <a:off x="7192696" y="504660"/>
                <a:ext cx="560781" cy="31543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2762CD91-11FF-972B-1752-5DCFA36A4C7B}"/>
                  </a:ext>
                </a:extLst>
              </p:cNvPr>
              <p:cNvGraphicFramePr>
                <a:graphicFrameLocks noChangeAspect="1"/>
              </p:cNvGraphicFramePr>
              <p:nvPr>
                <p:extLst>
                  <p:ext uri="{D42A27DB-BD31-4B8C-83A1-F6EECF244321}">
                    <p14:modId xmlns:p14="http://schemas.microsoft.com/office/powerpoint/2010/main" val="3318043240"/>
                  </p:ext>
                </p:extLst>
              </p:nvPr>
            </p:nvGraphicFramePr>
            <p:xfrm>
              <a:off x="8559365" y="515546"/>
              <a:ext cx="560781" cy="315439"/>
            </p:xfrm>
            <a:graphic>
              <a:graphicData uri="http://schemas.microsoft.com/office/powerpoint/2016/slidezoom">
                <pslz:sldZm>
                  <pslz:sldZmObj sldId="291" cId="3430164253">
                    <pslz:zmPr id="{D8073FE2-CACC-4251-AA3B-E0BF29E5C483}" returnToParent="0" transitionDur="1000">
                      <p166:blipFill xmlns:p166="http://schemas.microsoft.com/office/powerpoint/2016/6/main">
                        <a:blip r:embed="rId14"/>
                        <a:stretch>
                          <a:fillRect/>
                        </a:stretch>
                      </p166:blipFill>
                      <p166:spPr xmlns:p166="http://schemas.microsoft.com/office/powerpoint/2016/6/main">
                        <a:xfrm>
                          <a:off x="0" y="0"/>
                          <a:ext cx="560781" cy="315439"/>
                        </a:xfrm>
                        <a:prstGeom prst="rect">
                          <a:avLst/>
                        </a:prstGeom>
                        <a:ln w="3175">
                          <a:solidFill>
                            <a:prstClr val="ltGray"/>
                          </a:solidFill>
                        </a:ln>
                      </p166:spPr>
                    </pslz:zmPr>
                  </pslz:sldZmObj>
                </pslz:sldZm>
              </a:graphicData>
            </a:graphic>
          </p:graphicFrame>
        </mc:Choice>
        <mc:Fallback xmlns="">
          <p:pic>
            <p:nvPicPr>
              <p:cNvPr id="10" name="Slide Zoom 9">
                <a:hlinkClick r:id="rId15" action="ppaction://hlinksldjump"/>
                <a:extLst>
                  <a:ext uri="{FF2B5EF4-FFF2-40B4-BE49-F238E27FC236}">
                    <a16:creationId xmlns:a16="http://schemas.microsoft.com/office/drawing/2014/main" id="{2762CD91-11FF-972B-1752-5DCFA36A4C7B}"/>
                  </a:ext>
                </a:extLst>
              </p:cNvPr>
              <p:cNvPicPr>
                <a:picLocks noGrp="1" noRot="1" noChangeAspect="1" noMove="1" noResize="1" noEditPoints="1" noAdjustHandles="1" noChangeArrowheads="1" noChangeShapeType="1"/>
              </p:cNvPicPr>
              <p:nvPr/>
            </p:nvPicPr>
            <p:blipFill>
              <a:blip r:embed="rId16"/>
              <a:stretch>
                <a:fillRect/>
              </a:stretch>
            </p:blipFill>
            <p:spPr>
              <a:xfrm>
                <a:off x="8559365" y="515546"/>
                <a:ext cx="560781" cy="31543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04D2E66A-5179-ABB3-AF58-FCECC1A28274}"/>
                  </a:ext>
                </a:extLst>
              </p:cNvPr>
              <p:cNvGraphicFramePr>
                <a:graphicFrameLocks noChangeAspect="1"/>
              </p:cNvGraphicFramePr>
              <p:nvPr>
                <p:extLst>
                  <p:ext uri="{D42A27DB-BD31-4B8C-83A1-F6EECF244321}">
                    <p14:modId xmlns:p14="http://schemas.microsoft.com/office/powerpoint/2010/main" val="2878167398"/>
                  </p:ext>
                </p:extLst>
              </p:nvPr>
            </p:nvGraphicFramePr>
            <p:xfrm>
              <a:off x="10129030" y="515546"/>
              <a:ext cx="560781" cy="315439"/>
            </p:xfrm>
            <a:graphic>
              <a:graphicData uri="http://schemas.microsoft.com/office/powerpoint/2016/slidezoom">
                <pslz:sldZm>
                  <pslz:sldZmObj sldId="292" cId="1115210490">
                    <pslz:zmPr id="{7FD64FD8-960F-4260-A3C9-4C14560327B2}" returnToParent="0" transitionDur="1000">
                      <p166:blipFill xmlns:p166="http://schemas.microsoft.com/office/powerpoint/2016/6/main">
                        <a:blip r:embed="rId17"/>
                        <a:stretch>
                          <a:fillRect/>
                        </a:stretch>
                      </p166:blipFill>
                      <p166:spPr xmlns:p166="http://schemas.microsoft.com/office/powerpoint/2016/6/main">
                        <a:xfrm>
                          <a:off x="0" y="0"/>
                          <a:ext cx="560781" cy="315439"/>
                        </a:xfrm>
                        <a:prstGeom prst="rect">
                          <a:avLst/>
                        </a:prstGeom>
                        <a:ln w="3175">
                          <a:solidFill>
                            <a:prstClr val="ltGray"/>
                          </a:solidFill>
                        </a:ln>
                      </p166:spPr>
                    </pslz:zmPr>
                  </pslz:sldZmObj>
                </pslz:sldZm>
              </a:graphicData>
            </a:graphic>
          </p:graphicFrame>
        </mc:Choice>
        <mc:Fallback xmlns="">
          <p:pic>
            <p:nvPicPr>
              <p:cNvPr id="12" name="Slide Zoom 11">
                <a:hlinkClick r:id="rId18" action="ppaction://hlinksldjump"/>
                <a:extLst>
                  <a:ext uri="{FF2B5EF4-FFF2-40B4-BE49-F238E27FC236}">
                    <a16:creationId xmlns:a16="http://schemas.microsoft.com/office/drawing/2014/main" id="{04D2E66A-5179-ABB3-AF58-FCECC1A28274}"/>
                  </a:ext>
                </a:extLst>
              </p:cNvPr>
              <p:cNvPicPr>
                <a:picLocks noGrp="1" noRot="1" noChangeAspect="1" noMove="1" noResize="1" noEditPoints="1" noAdjustHandles="1" noChangeArrowheads="1" noChangeShapeType="1"/>
              </p:cNvPicPr>
              <p:nvPr/>
            </p:nvPicPr>
            <p:blipFill>
              <a:blip r:embed="rId19"/>
              <a:stretch>
                <a:fillRect/>
              </a:stretch>
            </p:blipFill>
            <p:spPr>
              <a:xfrm>
                <a:off x="10129030" y="515546"/>
                <a:ext cx="560781" cy="315439"/>
              </a:xfrm>
              <a:prstGeom prst="rect">
                <a:avLst/>
              </a:prstGeom>
              <a:ln w="3175">
                <a:solidFill>
                  <a:prstClr val="ltGray"/>
                </a:solidFill>
              </a:ln>
            </p:spPr>
          </p:pic>
        </mc:Fallback>
      </mc:AlternateContent>
      <p:pic>
        <p:nvPicPr>
          <p:cNvPr id="7" name="Picture 6">
            <a:extLst>
              <a:ext uri="{FF2B5EF4-FFF2-40B4-BE49-F238E27FC236}">
                <a16:creationId xmlns:a16="http://schemas.microsoft.com/office/drawing/2014/main" id="{5134378B-B852-1808-D9C9-602BD8295829}"/>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76200" y="2394796"/>
            <a:ext cx="4637314" cy="3625004"/>
          </a:xfrm>
          <a:prstGeom prst="rect">
            <a:avLst/>
          </a:prstGeom>
        </p:spPr>
      </p:pic>
    </p:spTree>
    <p:extLst>
      <p:ext uri="{BB962C8B-B14F-4D97-AF65-F5344CB8AC3E}">
        <p14:creationId xmlns:p14="http://schemas.microsoft.com/office/powerpoint/2010/main" val="3199159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3C00C-E71D-7F0C-2C03-9B80CC6C0F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E3D0749-0E6B-F72E-30E3-D81EA1C3D0D2}"/>
              </a:ext>
            </a:extLst>
          </p:cNvPr>
          <p:cNvPicPr>
            <a:picLocks noChangeAspect="1"/>
          </p:cNvPicPr>
          <p:nvPr/>
        </p:nvPicPr>
        <p:blipFill>
          <a:blip r:embed="rId2"/>
          <a:srcRect t="24020" r="-2" b="-2"/>
          <a:stretch>
            <a:fillRect/>
          </a:stretch>
        </p:blipFill>
        <p:spPr>
          <a:xfrm>
            <a:off x="20" y="10"/>
            <a:ext cx="4746044" cy="7472506"/>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noFill/>
        </p:spPr>
      </p:pic>
      <p:sp>
        <p:nvSpPr>
          <p:cNvPr id="7" name="Title 1">
            <a:extLst>
              <a:ext uri="{FF2B5EF4-FFF2-40B4-BE49-F238E27FC236}">
                <a16:creationId xmlns:a16="http://schemas.microsoft.com/office/drawing/2014/main" id="{0892ECC9-0E01-9409-010A-72E20A275EA2}"/>
              </a:ext>
            </a:extLst>
          </p:cNvPr>
          <p:cNvSpPr txBox="1">
            <a:spLocks/>
          </p:cNvSpPr>
          <p:nvPr/>
        </p:nvSpPr>
        <p:spPr>
          <a:xfrm>
            <a:off x="-408105" y="682867"/>
            <a:ext cx="4964155" cy="93268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lgn="ctr"/>
            <a:r>
              <a:rPr lang="en-IN" sz="3600" dirty="0">
                <a:latin typeface="Century" panose="02040604050505020304" pitchFamily="18" charset="0"/>
              </a:rPr>
              <a:t>System Variables</a:t>
            </a:r>
          </a:p>
        </p:txBody>
      </p:sp>
      <p:graphicFrame>
        <p:nvGraphicFramePr>
          <p:cNvPr id="8" name="Table 7">
            <a:extLst>
              <a:ext uri="{FF2B5EF4-FFF2-40B4-BE49-F238E27FC236}">
                <a16:creationId xmlns:a16="http://schemas.microsoft.com/office/drawing/2014/main" id="{EDAD2EDC-459B-4ABB-8B35-086D9573D86A}"/>
              </a:ext>
            </a:extLst>
          </p:cNvPr>
          <p:cNvGraphicFramePr>
            <a:graphicFrameLocks noGrp="1"/>
          </p:cNvGraphicFramePr>
          <p:nvPr>
            <p:extLst>
              <p:ext uri="{D42A27DB-BD31-4B8C-83A1-F6EECF244321}">
                <p14:modId xmlns:p14="http://schemas.microsoft.com/office/powerpoint/2010/main" val="1478708103"/>
              </p:ext>
            </p:extLst>
          </p:nvPr>
        </p:nvGraphicFramePr>
        <p:xfrm>
          <a:off x="5122356" y="730519"/>
          <a:ext cx="5199782" cy="5486514"/>
        </p:xfrm>
        <a:graphic>
          <a:graphicData uri="http://schemas.openxmlformats.org/drawingml/2006/table">
            <a:tbl>
              <a:tblPr firstRow="1" bandRow="1"/>
              <a:tblGrid>
                <a:gridCol w="2699542">
                  <a:extLst>
                    <a:ext uri="{9D8B030D-6E8A-4147-A177-3AD203B41FA5}">
                      <a16:colId xmlns:a16="http://schemas.microsoft.com/office/drawing/2014/main" val="2262291548"/>
                    </a:ext>
                  </a:extLst>
                </a:gridCol>
                <a:gridCol w="2500240">
                  <a:extLst>
                    <a:ext uri="{9D8B030D-6E8A-4147-A177-3AD203B41FA5}">
                      <a16:colId xmlns:a16="http://schemas.microsoft.com/office/drawing/2014/main" val="3769898735"/>
                    </a:ext>
                  </a:extLst>
                </a:gridCol>
              </a:tblGrid>
              <a:tr h="332338">
                <a:tc>
                  <a:txBody>
                    <a:bodyPr/>
                    <a:lstStyle/>
                    <a:p>
                      <a:pPr>
                        <a:buNone/>
                      </a:pPr>
                      <a:r>
                        <a:rPr lang="en-IN" sz="1600" dirty="0"/>
                        <a:t>Description</a:t>
                      </a:r>
                      <a:endParaRPr lang="en-IN" sz="1600" dirty="0">
                        <a:solidFill>
                          <a:schemeClr val="tx1"/>
                        </a:solidFill>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1600" dirty="0"/>
                        <a:t>Variable</a:t>
                      </a:r>
                      <a:endParaRPr lang="en-IN" sz="1600" dirty="0">
                        <a:solidFill>
                          <a:schemeClr val="tx1"/>
                        </a:solidFill>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9580662"/>
                  </a:ext>
                </a:extLst>
              </a:tr>
              <a:tr h="830844">
                <a:tc>
                  <a:txBody>
                    <a:bodyPr/>
                    <a:lstStyle/>
                    <a:p>
                      <a:pPr>
                        <a:buNone/>
                      </a:pPr>
                      <a:r>
                        <a:rPr lang="en-US" sz="1600" dirty="0"/>
                        <a:t>Mass of specific ingredients included in the batch</a:t>
                      </a:r>
                      <a:endParaRPr lang="en-US"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1600"/>
                        <a:t>x(i,s)</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100640"/>
                  </a:ext>
                </a:extLst>
              </a:tr>
              <a:tr h="581591">
                <a:tc>
                  <a:txBody>
                    <a:bodyPr/>
                    <a:lstStyle/>
                    <a:p>
                      <a:pPr>
                        <a:buNone/>
                      </a:pPr>
                      <a:r>
                        <a:rPr lang="en-IN" sz="1600" dirty="0"/>
                        <a:t>Steam temperature during processing</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1600" dirty="0"/>
                        <a:t>T(s)</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27443655"/>
                  </a:ext>
                </a:extLst>
              </a:tr>
              <a:tr h="581591">
                <a:tc>
                  <a:txBody>
                    <a:bodyPr/>
                    <a:lstStyle/>
                    <a:p>
                      <a:pPr>
                        <a:buNone/>
                      </a:pPr>
                      <a:r>
                        <a:rPr lang="en-IN" sz="1600" dirty="0"/>
                        <a:t>Added moisture during conditioning</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1600" dirty="0"/>
                        <a:t>M(s)</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7090436"/>
                  </a:ext>
                </a:extLst>
              </a:tr>
              <a:tr h="581591">
                <a:tc>
                  <a:txBody>
                    <a:bodyPr/>
                    <a:lstStyle/>
                    <a:p>
                      <a:pPr>
                        <a:buNone/>
                      </a:pPr>
                      <a:r>
                        <a:rPr lang="en-US" sz="1600" dirty="0"/>
                        <a:t>Particle size of feed material</a:t>
                      </a:r>
                      <a:endParaRPr lang="en-US"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1600" dirty="0"/>
                        <a:t>P(s)</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7022909"/>
                  </a:ext>
                </a:extLst>
              </a:tr>
              <a:tr h="581591">
                <a:tc>
                  <a:txBody>
                    <a:bodyPr/>
                    <a:lstStyle/>
                    <a:p>
                      <a:pPr>
                        <a:buNone/>
                      </a:pPr>
                      <a:r>
                        <a:rPr lang="en-US" sz="1600" dirty="0"/>
                        <a:t>Throughput rate of feed production</a:t>
                      </a:r>
                      <a:endParaRPr lang="en-US"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1600" dirty="0"/>
                        <a:t>R(s)</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4857734"/>
                  </a:ext>
                </a:extLst>
              </a:tr>
              <a:tr h="581591">
                <a:tc>
                  <a:txBody>
                    <a:bodyPr/>
                    <a:lstStyle/>
                    <a:p>
                      <a:pPr>
                        <a:buNone/>
                      </a:pPr>
                      <a:r>
                        <a:rPr lang="en-US" sz="1600" dirty="0"/>
                        <a:t>Final packaged feed bag weight</a:t>
                      </a:r>
                      <a:endParaRPr lang="en-US"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1600" dirty="0"/>
                        <a:t>W(s)</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4674701"/>
                  </a:ext>
                </a:extLst>
              </a:tr>
              <a:tr h="581591">
                <a:tc>
                  <a:txBody>
                    <a:bodyPr/>
                    <a:lstStyle/>
                    <a:p>
                      <a:pPr>
                        <a:buNone/>
                      </a:pPr>
                      <a:r>
                        <a:rPr lang="en-IN" sz="1600"/>
                        <a:t>Degree of goal satisfaction</a:t>
                      </a:r>
                      <a:endParaRPr lang="en-IN" sz="160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l-GR" sz="1600" dirty="0"/>
                        <a:t>λ(</a:t>
                      </a:r>
                      <a:r>
                        <a:rPr lang="en-IN" sz="1600" dirty="0"/>
                        <a:t>p)</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18666950"/>
                  </a:ext>
                </a:extLst>
              </a:tr>
              <a:tr h="830844">
                <a:tc>
                  <a:txBody>
                    <a:bodyPr/>
                    <a:lstStyle/>
                    <a:p>
                      <a:pPr>
                        <a:buNone/>
                      </a:pPr>
                      <a:r>
                        <a:rPr lang="en-US" sz="1600"/>
                        <a:t>Satisfaction value bounded between 0 and 1</a:t>
                      </a:r>
                      <a:endParaRPr lang="en-US" sz="160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IN" sz="1600" dirty="0"/>
                        <a:t>0&lt;</a:t>
                      </a:r>
                      <a:r>
                        <a:rPr lang="el-GR" sz="1600" dirty="0"/>
                        <a:t>λ(</a:t>
                      </a:r>
                      <a:r>
                        <a:rPr lang="en-IN" sz="1600" dirty="0"/>
                        <a:t>p)&lt;1</a:t>
                      </a:r>
                      <a:endParaRPr lang="en-IN" sz="1600" dirty="0">
                        <a:latin typeface="Century" panose="020406040505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04034627"/>
                  </a:ext>
                </a:extLst>
              </a:tr>
            </a:tbl>
          </a:graphicData>
        </a:graphic>
      </p:graphicFrame>
      <p:sp>
        <p:nvSpPr>
          <p:cNvPr id="10" name="TextBox 9">
            <a:extLst>
              <a:ext uri="{FF2B5EF4-FFF2-40B4-BE49-F238E27FC236}">
                <a16:creationId xmlns:a16="http://schemas.microsoft.com/office/drawing/2014/main" id="{6B804CBA-2DD2-563D-E64A-6E41FD1E411F}"/>
              </a:ext>
            </a:extLst>
          </p:cNvPr>
          <p:cNvSpPr txBox="1"/>
          <p:nvPr/>
        </p:nvSpPr>
        <p:spPr>
          <a:xfrm>
            <a:off x="5059987" y="127963"/>
            <a:ext cx="6300316" cy="400110"/>
          </a:xfrm>
          <a:prstGeom prst="rect">
            <a:avLst/>
          </a:prstGeom>
          <a:noFill/>
        </p:spPr>
        <p:txBody>
          <a:bodyPr wrap="square">
            <a:spAutoFit/>
          </a:bodyPr>
          <a:lstStyle/>
          <a:p>
            <a:r>
              <a:rPr lang="en-IN" sz="2000" b="1" dirty="0"/>
              <a:t>Formulation Variables</a:t>
            </a:r>
          </a:p>
        </p:txBody>
      </p:sp>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C5C18EFA-0BD4-95EC-6A8A-80BE3A741CBD}"/>
                  </a:ext>
                </a:extLst>
              </p:cNvPr>
              <p:cNvGraphicFramePr>
                <a:graphicFrameLocks noChangeAspect="1"/>
              </p:cNvGraphicFramePr>
              <p:nvPr>
                <p:extLst>
                  <p:ext uri="{D42A27DB-BD31-4B8C-83A1-F6EECF244321}">
                    <p14:modId xmlns:p14="http://schemas.microsoft.com/office/powerpoint/2010/main" val="2705647348"/>
                  </p:ext>
                </p:extLst>
              </p:nvPr>
            </p:nvGraphicFramePr>
            <p:xfrm>
              <a:off x="10636061" y="458363"/>
              <a:ext cx="967667" cy="544313"/>
            </p:xfrm>
            <a:graphic>
              <a:graphicData uri="http://schemas.microsoft.com/office/powerpoint/2016/slidezoom">
                <pslz:sldZm>
                  <pslz:sldZmObj sldId="277" cId="1436542874">
                    <pslz:zmPr id="{E4613CDD-A886-411A-BDCE-666F50D9EE4E}" returnToParent="0" transitionDur="1000">
                      <p166:blipFill xmlns:p166="http://schemas.microsoft.com/office/powerpoint/2016/6/main">
                        <a:blip r:embed="rId3"/>
                        <a:stretch>
                          <a:fillRect/>
                        </a:stretch>
                      </p166:blipFill>
                      <p166:spPr xmlns:p166="http://schemas.microsoft.com/office/powerpoint/2016/6/main">
                        <a:xfrm>
                          <a:off x="0" y="0"/>
                          <a:ext cx="967667" cy="544313"/>
                        </a:xfrm>
                        <a:prstGeom prst="rect">
                          <a:avLst/>
                        </a:prstGeom>
                        <a:ln w="3175">
                          <a:solidFill>
                            <a:prstClr val="ltGray"/>
                          </a:solidFill>
                        </a:ln>
                      </p166:spPr>
                    </pslz:zmPr>
                  </pslz:sldZmObj>
                </pslz:sldZm>
              </a:graphicData>
            </a:graphic>
          </p:graphicFrame>
        </mc:Choice>
        <mc:Fallback xmlns="">
          <p:pic>
            <p:nvPicPr>
              <p:cNvPr id="3" name="Slide Zoom 2">
                <a:hlinkClick r:id="rId4" action="ppaction://hlinksldjump"/>
                <a:extLst>
                  <a:ext uri="{FF2B5EF4-FFF2-40B4-BE49-F238E27FC236}">
                    <a16:creationId xmlns:a16="http://schemas.microsoft.com/office/drawing/2014/main" id="{C5C18EFA-0BD4-95EC-6A8A-80BE3A741CBD}"/>
                  </a:ext>
                </a:extLst>
              </p:cNvPr>
              <p:cNvPicPr>
                <a:picLocks noGrp="1" noRot="1" noChangeAspect="1" noMove="1" noResize="1" noEditPoints="1" noAdjustHandles="1" noChangeArrowheads="1" noChangeShapeType="1"/>
              </p:cNvPicPr>
              <p:nvPr/>
            </p:nvPicPr>
            <p:blipFill>
              <a:blip r:embed="rId5"/>
              <a:stretch>
                <a:fillRect/>
              </a:stretch>
            </p:blipFill>
            <p:spPr>
              <a:xfrm>
                <a:off x="10636061" y="458363"/>
                <a:ext cx="967667" cy="54431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1165C358-70C1-DFF6-1BB2-0B3EC2C7A0BA}"/>
                  </a:ext>
                </a:extLst>
              </p:cNvPr>
              <p:cNvGraphicFramePr>
                <a:graphicFrameLocks noChangeAspect="1"/>
              </p:cNvGraphicFramePr>
              <p:nvPr>
                <p:extLst>
                  <p:ext uri="{D42A27DB-BD31-4B8C-83A1-F6EECF244321}">
                    <p14:modId xmlns:p14="http://schemas.microsoft.com/office/powerpoint/2010/main" val="873949009"/>
                  </p:ext>
                </p:extLst>
              </p:nvPr>
            </p:nvGraphicFramePr>
            <p:xfrm>
              <a:off x="10598932" y="1300147"/>
              <a:ext cx="1064941" cy="544313"/>
            </p:xfrm>
            <a:graphic>
              <a:graphicData uri="http://schemas.microsoft.com/office/powerpoint/2016/slidezoom">
                <pslz:sldZm>
                  <pslz:sldZmObj sldId="278" cId="1986520185">
                    <pslz:zmPr id="{B89234E3-2CD7-478B-8221-7582D6343429}" returnToParent="0" transitionDur="1000">
                      <p166:blipFill xmlns:p166="http://schemas.microsoft.com/office/powerpoint/2016/6/main">
                        <a:blip r:embed="rId6"/>
                        <a:stretch>
                          <a:fillRect/>
                        </a:stretch>
                      </p166:blipFill>
                      <p166:spPr xmlns:p166="http://schemas.microsoft.com/office/powerpoint/2016/6/main">
                        <a:xfrm>
                          <a:off x="0" y="0"/>
                          <a:ext cx="1064941" cy="544313"/>
                        </a:xfrm>
                        <a:prstGeom prst="rect">
                          <a:avLst/>
                        </a:prstGeom>
                        <a:ln w="3175">
                          <a:solidFill>
                            <a:prstClr val="ltGray"/>
                          </a:solidFill>
                        </a:ln>
                      </p166:spPr>
                    </pslz:zmPr>
                  </pslz:sldZmObj>
                </pslz:sldZm>
              </a:graphicData>
            </a:graphic>
          </p:graphicFrame>
        </mc:Choice>
        <mc:Fallback xmlns="">
          <p:pic>
            <p:nvPicPr>
              <p:cNvPr id="6" name="Slide Zoom 5">
                <a:hlinkClick r:id="rId7" action="ppaction://hlinksldjump"/>
                <a:extLst>
                  <a:ext uri="{FF2B5EF4-FFF2-40B4-BE49-F238E27FC236}">
                    <a16:creationId xmlns:a16="http://schemas.microsoft.com/office/drawing/2014/main" id="{1165C358-70C1-DFF6-1BB2-0B3EC2C7A0BA}"/>
                  </a:ext>
                </a:extLst>
              </p:cNvPr>
              <p:cNvPicPr>
                <a:picLocks noGrp="1" noRot="1" noChangeAspect="1" noMove="1" noResize="1" noEditPoints="1" noAdjustHandles="1" noChangeArrowheads="1" noChangeShapeType="1"/>
              </p:cNvPicPr>
              <p:nvPr/>
            </p:nvPicPr>
            <p:blipFill>
              <a:blip r:embed="rId8"/>
              <a:stretch>
                <a:fillRect/>
              </a:stretch>
            </p:blipFill>
            <p:spPr>
              <a:xfrm>
                <a:off x="10598932" y="1300147"/>
                <a:ext cx="1064941" cy="54431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904A0F99-D760-0B5B-3D8C-D6DF999217A5}"/>
                  </a:ext>
                </a:extLst>
              </p:cNvPr>
              <p:cNvGraphicFramePr>
                <a:graphicFrameLocks noChangeAspect="1"/>
              </p:cNvGraphicFramePr>
              <p:nvPr>
                <p:extLst>
                  <p:ext uri="{D42A27DB-BD31-4B8C-83A1-F6EECF244321}">
                    <p14:modId xmlns:p14="http://schemas.microsoft.com/office/powerpoint/2010/main" val="2665167946"/>
                  </p:ext>
                </p:extLst>
              </p:nvPr>
            </p:nvGraphicFramePr>
            <p:xfrm>
              <a:off x="10698431" y="2105150"/>
              <a:ext cx="989444" cy="556562"/>
            </p:xfrm>
            <a:graphic>
              <a:graphicData uri="http://schemas.microsoft.com/office/powerpoint/2016/slidezoom">
                <pslz:sldZm>
                  <pslz:sldZmObj sldId="279" cId="1717594374">
                    <pslz:zmPr id="{7D41595C-938A-47BF-B844-C7D8CC76305F}" returnToParent="0" transitionDur="1000">
                      <p166:blipFill xmlns:p166="http://schemas.microsoft.com/office/powerpoint/2016/6/main">
                        <a:blip r:embed="rId9"/>
                        <a:stretch>
                          <a:fillRect/>
                        </a:stretch>
                      </p166:blipFill>
                      <p166:spPr xmlns:p166="http://schemas.microsoft.com/office/powerpoint/2016/6/main">
                        <a:xfrm>
                          <a:off x="0" y="0"/>
                          <a:ext cx="989444" cy="556562"/>
                        </a:xfrm>
                        <a:prstGeom prst="rect">
                          <a:avLst/>
                        </a:prstGeom>
                        <a:ln w="3175">
                          <a:solidFill>
                            <a:prstClr val="ltGray"/>
                          </a:solidFill>
                        </a:ln>
                      </p166:spPr>
                    </pslz:zmPr>
                  </pslz:sldZmObj>
                </pslz:sldZm>
              </a:graphicData>
            </a:graphic>
          </p:graphicFrame>
        </mc:Choice>
        <mc:Fallback xmlns="">
          <p:pic>
            <p:nvPicPr>
              <p:cNvPr id="11" name="Slide Zoom 10">
                <a:hlinkClick r:id="rId10" action="ppaction://hlinksldjump"/>
                <a:extLst>
                  <a:ext uri="{FF2B5EF4-FFF2-40B4-BE49-F238E27FC236}">
                    <a16:creationId xmlns:a16="http://schemas.microsoft.com/office/drawing/2014/main" id="{904A0F99-D760-0B5B-3D8C-D6DF999217A5}"/>
                  </a:ext>
                </a:extLst>
              </p:cNvPr>
              <p:cNvPicPr>
                <a:picLocks noGrp="1" noRot="1" noChangeAspect="1" noMove="1" noResize="1" noEditPoints="1" noAdjustHandles="1" noChangeArrowheads="1" noChangeShapeType="1"/>
              </p:cNvPicPr>
              <p:nvPr/>
            </p:nvPicPr>
            <p:blipFill>
              <a:blip r:embed="rId11"/>
              <a:stretch>
                <a:fillRect/>
              </a:stretch>
            </p:blipFill>
            <p:spPr>
              <a:xfrm>
                <a:off x="10698431" y="2105150"/>
                <a:ext cx="989444" cy="55656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75ADCA87-7A14-4367-627F-FE628D693A00}"/>
                  </a:ext>
                </a:extLst>
              </p:cNvPr>
              <p:cNvGraphicFramePr>
                <a:graphicFrameLocks noChangeAspect="1"/>
              </p:cNvGraphicFramePr>
              <p:nvPr>
                <p:extLst>
                  <p:ext uri="{D42A27DB-BD31-4B8C-83A1-F6EECF244321}">
                    <p14:modId xmlns:p14="http://schemas.microsoft.com/office/powerpoint/2010/main" val="3692188424"/>
                  </p:ext>
                </p:extLst>
              </p:nvPr>
            </p:nvGraphicFramePr>
            <p:xfrm>
              <a:off x="10646047" y="3129485"/>
              <a:ext cx="1064941" cy="599029"/>
            </p:xfrm>
            <a:graphic>
              <a:graphicData uri="http://schemas.microsoft.com/office/powerpoint/2016/slidezoom">
                <pslz:sldZm>
                  <pslz:sldZmObj sldId="280" cId="1520407851">
                    <pslz:zmPr id="{526A6956-C3DE-44C9-8C26-765F23E92A49}" returnToParent="0" transitionDur="1000">
                      <p166:blipFill xmlns:p166="http://schemas.microsoft.com/office/powerpoint/2016/6/main">
                        <a:blip r:embed="rId12"/>
                        <a:stretch>
                          <a:fillRect/>
                        </a:stretch>
                      </p166:blipFill>
                      <p166:spPr xmlns:p166="http://schemas.microsoft.com/office/powerpoint/2016/6/main">
                        <a:xfrm>
                          <a:off x="0" y="0"/>
                          <a:ext cx="1064941" cy="599029"/>
                        </a:xfrm>
                        <a:prstGeom prst="rect">
                          <a:avLst/>
                        </a:prstGeom>
                        <a:ln w="3175">
                          <a:solidFill>
                            <a:prstClr val="ltGray"/>
                          </a:solidFill>
                        </a:ln>
                      </p166:spPr>
                    </pslz:zmPr>
                  </pslz:sldZmObj>
                </pslz:sldZm>
              </a:graphicData>
            </a:graphic>
          </p:graphicFrame>
        </mc:Choice>
        <mc:Fallback xmlns="">
          <p:pic>
            <p:nvPicPr>
              <p:cNvPr id="13" name="Slide Zoom 12">
                <a:hlinkClick r:id="rId13" action="ppaction://hlinksldjump"/>
                <a:extLst>
                  <a:ext uri="{FF2B5EF4-FFF2-40B4-BE49-F238E27FC236}">
                    <a16:creationId xmlns:a16="http://schemas.microsoft.com/office/drawing/2014/main" id="{75ADCA87-7A14-4367-627F-FE628D693A00}"/>
                  </a:ext>
                </a:extLst>
              </p:cNvPr>
              <p:cNvPicPr>
                <a:picLocks noGrp="1" noRot="1" noChangeAspect="1" noMove="1" noResize="1" noEditPoints="1" noAdjustHandles="1" noChangeArrowheads="1" noChangeShapeType="1"/>
              </p:cNvPicPr>
              <p:nvPr/>
            </p:nvPicPr>
            <p:blipFill>
              <a:blip r:embed="rId14"/>
              <a:stretch>
                <a:fillRect/>
              </a:stretch>
            </p:blipFill>
            <p:spPr>
              <a:xfrm>
                <a:off x="10646047" y="3129485"/>
                <a:ext cx="1064941" cy="599029"/>
              </a:xfrm>
              <a:prstGeom prst="rect">
                <a:avLst/>
              </a:prstGeom>
              <a:ln w="3175">
                <a:solidFill>
                  <a:prstClr val="ltGray"/>
                </a:solidFill>
              </a:ln>
            </p:spPr>
          </p:pic>
        </mc:Fallback>
      </mc:AlternateContent>
    </p:spTree>
    <p:extLst>
      <p:ext uri="{BB962C8B-B14F-4D97-AF65-F5344CB8AC3E}">
        <p14:creationId xmlns:p14="http://schemas.microsoft.com/office/powerpoint/2010/main" val="2240870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7AE0FB-F30E-A37B-811E-22CB0F9BE410}"/>
              </a:ext>
            </a:extLst>
          </p:cNvPr>
          <p:cNvPicPr>
            <a:picLocks noChangeAspect="1"/>
          </p:cNvPicPr>
          <p:nvPr/>
        </p:nvPicPr>
        <p:blipFill>
          <a:blip r:embed="rId2"/>
          <a:srcRect t="31924" b="3015"/>
          <a:stretch>
            <a:fillRect/>
          </a:stretch>
        </p:blipFill>
        <p:spPr>
          <a:xfrm>
            <a:off x="0" y="-319550"/>
            <a:ext cx="4844032" cy="7590503"/>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p:sp>
        <p:nvSpPr>
          <p:cNvPr id="2" name="Title 1">
            <a:extLst>
              <a:ext uri="{FF2B5EF4-FFF2-40B4-BE49-F238E27FC236}">
                <a16:creationId xmlns:a16="http://schemas.microsoft.com/office/drawing/2014/main" id="{B73D9706-4135-0A72-0840-17DCC6F184AD}"/>
              </a:ext>
            </a:extLst>
          </p:cNvPr>
          <p:cNvSpPr>
            <a:spLocks noGrp="1"/>
          </p:cNvSpPr>
          <p:nvPr>
            <p:ph type="title"/>
          </p:nvPr>
        </p:nvSpPr>
        <p:spPr>
          <a:xfrm>
            <a:off x="-163650" y="468690"/>
            <a:ext cx="5007682" cy="932688"/>
          </a:xfrm>
        </p:spPr>
        <p:txBody>
          <a:bodyPr anchor="b">
            <a:noAutofit/>
          </a:bodyPr>
          <a:lstStyle/>
          <a:p>
            <a:pPr algn="ctr"/>
            <a:r>
              <a:rPr lang="en-IN" dirty="0">
                <a:latin typeface="Century" panose="02040604050505020304" pitchFamily="18" charset="0"/>
              </a:rPr>
              <a:t>The Lexicographic </a:t>
            </a:r>
            <a:br>
              <a:rPr lang="en-IN" dirty="0">
                <a:latin typeface="Century" panose="02040604050505020304" pitchFamily="18" charset="0"/>
              </a:rPr>
            </a:br>
            <a:r>
              <a:rPr lang="en-IN" dirty="0">
                <a:latin typeface="Century" panose="02040604050505020304" pitchFamily="18" charset="0"/>
              </a:rPr>
              <a:t>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B3916-2E26-7AF0-85AD-D7B73F576C0B}"/>
                  </a:ext>
                </a:extLst>
              </p:cNvPr>
              <p:cNvSpPr>
                <a:spLocks noGrp="1"/>
              </p:cNvSpPr>
              <p:nvPr>
                <p:ph sz="quarter" idx="14"/>
              </p:nvPr>
            </p:nvSpPr>
            <p:spPr>
              <a:xfrm>
                <a:off x="5039687" y="363793"/>
                <a:ext cx="6858000" cy="6223819"/>
              </a:xfrm>
            </p:spPr>
            <p:txBody>
              <a:bodyPr>
                <a:normAutofit fontScale="92500" lnSpcReduction="10000"/>
              </a:bodyPr>
              <a:lstStyle/>
              <a:p>
                <a:pPr marL="0" indent="0">
                  <a:lnSpc>
                    <a:spcPct val="110000"/>
                  </a:lnSpc>
                  <a:buNone/>
                </a:pPr>
                <a:r>
                  <a:rPr lang="en-IN" sz="1700" b="1" dirty="0">
                    <a:latin typeface="Century" panose="02040604050505020304" pitchFamily="18" charset="0"/>
                  </a:rPr>
                  <a:t>Core Hard Constraint</a:t>
                </a:r>
                <a:endParaRPr lang="en-IN" sz="1700" dirty="0">
                  <a:latin typeface="Century" panose="02040604050505020304" pitchFamily="18" charset="0"/>
                </a:endParaRPr>
              </a:p>
              <a:p>
                <a:pPr>
                  <a:lnSpc>
                    <a:spcPct val="110000"/>
                  </a:lnSpc>
                </a:pPr>
                <a:r>
                  <a:rPr lang="en-IN" sz="1700" dirty="0">
                    <a:latin typeface="Century" panose="02040604050505020304" pitchFamily="18" charset="0"/>
                  </a:rPr>
                  <a:t>The ingredient mixture must perfectly equal the required batch size </a:t>
                </a:r>
                <a14:m>
                  <m:oMath xmlns:m="http://schemas.openxmlformats.org/officeDocument/2006/math">
                    <m:sSub>
                      <m:sSubPr>
                        <m:ctrlPr>
                          <a:rPr lang="ar-AE" sz="1700" i="1">
                            <a:latin typeface="Cambria Math" panose="02040503050406030204" pitchFamily="18" charset="0"/>
                          </a:rPr>
                        </m:ctrlPr>
                      </m:sSubPr>
                      <m:e>
                        <m:r>
                          <a:rPr lang="ar-AE" sz="1700" i="1">
                            <a:latin typeface="Cambria Math" panose="02040503050406030204" pitchFamily="18" charset="0"/>
                          </a:rPr>
                          <m:t>𝐵</m:t>
                        </m:r>
                      </m:e>
                      <m:sub>
                        <m:r>
                          <a:rPr lang="ar-AE" sz="1700" i="1">
                            <a:latin typeface="Cambria Math" panose="02040503050406030204" pitchFamily="18" charset="0"/>
                          </a:rPr>
                          <m:t>𝑠</m:t>
                        </m:r>
                      </m:sub>
                    </m:sSub>
                  </m:oMath>
                </a14:m>
                <a:r>
                  <a:rPr lang="en-IN" sz="1700" dirty="0">
                    <a:latin typeface="Century" panose="02040604050505020304" pitchFamily="18" charset="0"/>
                  </a:rPr>
                  <a:t>for each feeding stage </a:t>
                </a:r>
                <a14:m>
                  <m:oMath xmlns:m="http://schemas.openxmlformats.org/officeDocument/2006/math">
                    <m:r>
                      <a:rPr lang="en-IN" sz="1700" i="1">
                        <a:latin typeface="Cambria Math" panose="02040503050406030204" pitchFamily="18" charset="0"/>
                      </a:rPr>
                      <m:t>𝑠</m:t>
                    </m:r>
                  </m:oMath>
                </a14:m>
                <a:endParaRPr lang="en-IN" sz="1700" dirty="0">
                  <a:latin typeface="Century" panose="02040604050505020304" pitchFamily="18" charset="0"/>
                </a:endParaRPr>
              </a:p>
              <a:p>
                <a:pPr marL="0" indent="0">
                  <a:lnSpc>
                    <a:spcPct val="110000"/>
                  </a:lnSpc>
                  <a:buNone/>
                </a:pPr>
                <a:r>
                  <a:rPr lang="en-IN" sz="1700" b="1" dirty="0">
                    <a:latin typeface="Century" panose="02040604050505020304" pitchFamily="18" charset="0"/>
                  </a:rPr>
                  <a:t>Equation</a:t>
                </a:r>
                <a:endParaRPr lang="en-IN" sz="1700" dirty="0">
                  <a:latin typeface="Century" panose="02040604050505020304" pitchFamily="18" charset="0"/>
                </a:endParaRPr>
              </a:p>
              <a:p>
                <a:pPr>
                  <a:lnSpc>
                    <a:spcPct val="110000"/>
                  </a:lnSpc>
                </a:pPr>
                <a14:m>
                  <m:oMath xmlns:m="http://schemas.openxmlformats.org/officeDocument/2006/math">
                    <m:nary>
                      <m:naryPr>
                        <m:chr m:val="∑"/>
                        <m:grow m:val="on"/>
                        <m:supHide m:val="on"/>
                        <m:ctrlPr>
                          <a:rPr lang="ar-AE" sz="1700" i="1">
                            <a:latin typeface="Cambria Math" panose="02040503050406030204" pitchFamily="18" charset="0"/>
                          </a:rPr>
                        </m:ctrlPr>
                      </m:naryPr>
                      <m:sub>
                        <m:r>
                          <a:rPr lang="ar-AE" sz="1700" i="1">
                            <a:latin typeface="Cambria Math" panose="02040503050406030204" pitchFamily="18" charset="0"/>
                          </a:rPr>
                          <m:t>𝑖</m:t>
                        </m:r>
                        <m:r>
                          <a:rPr lang="ar-AE" sz="1700">
                            <a:latin typeface="Cambria Math" panose="02040503050406030204" pitchFamily="18" charset="0"/>
                          </a:rPr>
                          <m:t>∈</m:t>
                        </m:r>
                        <m:r>
                          <a:rPr lang="ar-AE" sz="1700" i="1">
                            <a:latin typeface="Cambria Math" panose="02040503050406030204" pitchFamily="18" charset="0"/>
                          </a:rPr>
                          <m:t>𝐼</m:t>
                        </m:r>
                      </m:sub>
                      <m:sup/>
                      <m:e>
                        <m:sSub>
                          <m:sSubPr>
                            <m:ctrlPr>
                              <a:rPr lang="ar-AE" sz="1700" i="1">
                                <a:latin typeface="Cambria Math" panose="02040503050406030204" pitchFamily="18" charset="0"/>
                              </a:rPr>
                            </m:ctrlPr>
                          </m:sSubPr>
                          <m:e>
                            <m:r>
                              <a:rPr lang="ar-AE" sz="1700" i="1">
                                <a:latin typeface="Cambria Math" panose="02040503050406030204" pitchFamily="18" charset="0"/>
                              </a:rPr>
                              <m:t>𝑥</m:t>
                            </m:r>
                          </m:e>
                          <m:sub>
                            <m:r>
                              <a:rPr lang="ar-AE" sz="1700" i="1">
                                <a:latin typeface="Cambria Math" panose="02040503050406030204" pitchFamily="18" charset="0"/>
                              </a:rPr>
                              <m:t>𝑖</m:t>
                            </m:r>
                            <m:r>
                              <a:rPr lang="ar-AE" sz="1700">
                                <a:latin typeface="Cambria Math" panose="02040503050406030204" pitchFamily="18" charset="0"/>
                              </a:rPr>
                              <m:t>,</m:t>
                            </m:r>
                            <m:r>
                              <a:rPr lang="ar-AE" sz="1700" i="1">
                                <a:latin typeface="Cambria Math" panose="02040503050406030204" pitchFamily="18" charset="0"/>
                              </a:rPr>
                              <m:t>𝑠</m:t>
                            </m:r>
                          </m:sub>
                        </m:sSub>
                      </m:e>
                    </m:nary>
                    <m:r>
                      <a:rPr lang="ar-AE" sz="1700">
                        <a:latin typeface="Cambria Math" panose="02040503050406030204" pitchFamily="18" charset="0"/>
                      </a:rPr>
                      <m:t>=</m:t>
                    </m:r>
                    <m:sSub>
                      <m:sSubPr>
                        <m:ctrlPr>
                          <a:rPr lang="ar-AE" sz="1700" i="1">
                            <a:latin typeface="Cambria Math" panose="02040503050406030204" pitchFamily="18" charset="0"/>
                          </a:rPr>
                        </m:ctrlPr>
                      </m:sSubPr>
                      <m:e>
                        <m:r>
                          <a:rPr lang="ar-AE" sz="1700" i="1">
                            <a:latin typeface="Cambria Math" panose="02040503050406030204" pitchFamily="18" charset="0"/>
                          </a:rPr>
                          <m:t>𝐵</m:t>
                        </m:r>
                      </m:e>
                      <m:sub>
                        <m:r>
                          <a:rPr lang="ar-AE" sz="1700" i="1">
                            <a:latin typeface="Cambria Math" panose="02040503050406030204" pitchFamily="18" charset="0"/>
                          </a:rPr>
                          <m:t>𝑠</m:t>
                        </m:r>
                      </m:sub>
                    </m:sSub>
                    <m:r>
                      <a:rPr lang="ar-AE" sz="1700">
                        <a:latin typeface="Cambria Math" panose="02040503050406030204" pitchFamily="18" charset="0"/>
                      </a:rPr>
                      <m:t> ∀</m:t>
                    </m:r>
                    <m:r>
                      <a:rPr lang="ar-AE" sz="1700" i="1">
                        <a:latin typeface="Cambria Math" panose="02040503050406030204" pitchFamily="18" charset="0"/>
                      </a:rPr>
                      <m:t>𝑠</m:t>
                    </m:r>
                    <m:r>
                      <a:rPr lang="ar-AE" sz="1700">
                        <a:latin typeface="Cambria Math" panose="02040503050406030204" pitchFamily="18" charset="0"/>
                      </a:rPr>
                      <m:t>∈</m:t>
                    </m:r>
                    <m:r>
                      <a:rPr lang="ar-AE" sz="1700" i="1">
                        <a:latin typeface="Cambria Math" panose="02040503050406030204" pitchFamily="18" charset="0"/>
                      </a:rPr>
                      <m:t>𝑆</m:t>
                    </m:r>
                  </m:oMath>
                </a14:m>
                <a:endParaRPr lang="ar-AE" sz="1700" dirty="0">
                  <a:latin typeface="Century" panose="02040604050505020304" pitchFamily="18" charset="0"/>
                </a:endParaRPr>
              </a:p>
              <a:p>
                <a:pPr marL="0" indent="0">
                  <a:buNone/>
                </a:pPr>
                <a:r>
                  <a:rPr lang="en-IN" sz="1700" b="1" dirty="0">
                    <a:latin typeface="Century" panose="02040604050505020304" pitchFamily="18" charset="0"/>
                  </a:rPr>
                  <a:t>Core Objective</a:t>
                </a:r>
                <a:endParaRPr lang="en-IN" sz="1700" dirty="0">
                  <a:latin typeface="Century" panose="02040604050505020304" pitchFamily="18" charset="0"/>
                </a:endParaRPr>
              </a:p>
              <a:p>
                <a:r>
                  <a:rPr lang="en-IN" sz="1700" dirty="0">
                    <a:latin typeface="Century" panose="02040604050505020304" pitchFamily="18" charset="0"/>
                  </a:rPr>
                  <a:t>Maximize the </a:t>
                </a:r>
                <a:r>
                  <a:rPr lang="en-IN" sz="1700" b="1" dirty="0">
                    <a:latin typeface="Century" panose="02040604050505020304" pitchFamily="18" charset="0"/>
                  </a:rPr>
                  <a:t>Z-vector</a:t>
                </a:r>
                <a:r>
                  <a:rPr lang="en-IN" sz="1700" dirty="0">
                    <a:latin typeface="Century" panose="02040604050505020304" pitchFamily="18" charset="0"/>
                  </a:rPr>
                  <a:t> of fuzzy satisfaction levels without violating the predefined priority sequence.</a:t>
                </a:r>
              </a:p>
              <a:p>
                <a:pPr marL="0" indent="0">
                  <a:buNone/>
                </a:pPr>
                <a:r>
                  <a:rPr lang="en-IN" sz="1700" b="1" dirty="0">
                    <a:latin typeface="Century" panose="02040604050505020304" pitchFamily="18" charset="0"/>
                  </a:rPr>
                  <a:t>Objective Equation</a:t>
                </a:r>
                <a:endParaRPr lang="en-IN" sz="1700" dirty="0">
                  <a:latin typeface="Century" panose="02040604050505020304" pitchFamily="18" charset="0"/>
                </a:endParaRPr>
              </a:p>
              <a:p>
                <a14:m>
                  <m:oMath xmlns:m="http://schemas.openxmlformats.org/officeDocument/2006/math">
                    <m:r>
                      <m:rPr>
                        <m:nor/>
                      </m:rPr>
                      <a:rPr lang="en-IN" sz="1700" b="0">
                        <a:latin typeface="Century" panose="02040604050505020304" pitchFamily="18" charset="0"/>
                      </a:rPr>
                      <m:t>Maximize</m:t>
                    </m:r>
                    <m:r>
                      <m:rPr>
                        <m:nor/>
                      </m:rPr>
                      <a:rPr lang="en-IN" sz="1700" b="0" i="1">
                        <a:latin typeface="Century" panose="02040604050505020304" pitchFamily="18" charset="0"/>
                      </a:rPr>
                      <m:t> </m:t>
                    </m:r>
                    <m:r>
                      <a:rPr lang="en-IN" sz="1700" b="0" i="1">
                        <a:latin typeface="Cambria Math" panose="02040503050406030204" pitchFamily="18" charset="0"/>
                      </a:rPr>
                      <m:t>𝑍</m:t>
                    </m:r>
                    <m:r>
                      <a:rPr lang="en-IN" sz="1700">
                        <a:latin typeface="Cambria Math" panose="02040503050406030204" pitchFamily="18" charset="0"/>
                      </a:rPr>
                      <m:t>=</m:t>
                    </m:r>
                    <m:r>
                      <m:rPr>
                        <m:nor/>
                      </m:rPr>
                      <a:rPr lang="en-IN" sz="1700">
                        <a:latin typeface="Century" panose="02040604050505020304" pitchFamily="18" charset="0"/>
                      </a:rPr>
                      <m:t>[</m:t>
                    </m:r>
                    <m:r>
                      <m:rPr>
                        <m:nor/>
                      </m:rPr>
                      <a:rPr lang="en-IN" sz="1700">
                        <a:latin typeface="Century" panose="02040604050505020304" pitchFamily="18" charset="0"/>
                      </a:rPr>
                      <m:t>P</m:t>
                    </m:r>
                    <m:r>
                      <m:rPr>
                        <m:nor/>
                      </m:rPr>
                      <a:rPr lang="en-IN" sz="1700">
                        <a:latin typeface="Century" panose="02040604050505020304" pitchFamily="18" charset="0"/>
                      </a:rPr>
                      <m:t>1​</m:t>
                    </m:r>
                    <m:r>
                      <m:rPr>
                        <m:nor/>
                      </m:rPr>
                      <a:rPr lang="el-GR" sz="1700">
                        <a:latin typeface="Century" panose="02040604050505020304" pitchFamily="18" charset="0"/>
                      </a:rPr>
                      <m:t>λ</m:t>
                    </m:r>
                    <m:r>
                      <m:rPr>
                        <m:nor/>
                      </m:rPr>
                      <a:rPr lang="el-GR" sz="1700">
                        <a:latin typeface="Century" panose="02040604050505020304" pitchFamily="18" charset="0"/>
                      </a:rPr>
                      <m:t>1​</m:t>
                    </m:r>
                    <m:r>
                      <m:rPr>
                        <m:nor/>
                      </m:rPr>
                      <a:rPr lang="el-GR" sz="1700">
                        <a:latin typeface="Century" panose="02040604050505020304" pitchFamily="18" charset="0"/>
                      </a:rPr>
                      <m:t>,</m:t>
                    </m:r>
                    <m:r>
                      <m:rPr>
                        <m:nor/>
                      </m:rPr>
                      <a:rPr lang="en-US" sz="1700" b="0" i="0" smtClean="0">
                        <a:latin typeface="Century" panose="02040604050505020304" pitchFamily="18" charset="0"/>
                      </a:rPr>
                      <m:t> </m:t>
                    </m:r>
                    <m:r>
                      <m:rPr>
                        <m:nor/>
                      </m:rPr>
                      <a:rPr lang="en-IN" sz="1700">
                        <a:latin typeface="Century" panose="02040604050505020304" pitchFamily="18" charset="0"/>
                      </a:rPr>
                      <m:t>P</m:t>
                    </m:r>
                    <m:r>
                      <m:rPr>
                        <m:nor/>
                      </m:rPr>
                      <a:rPr lang="en-IN" sz="1700">
                        <a:latin typeface="Century" panose="02040604050505020304" pitchFamily="18" charset="0"/>
                      </a:rPr>
                      <m:t>2​</m:t>
                    </m:r>
                    <m:r>
                      <m:rPr>
                        <m:nor/>
                      </m:rPr>
                      <a:rPr lang="el-GR" sz="1700">
                        <a:latin typeface="Century" panose="02040604050505020304" pitchFamily="18" charset="0"/>
                      </a:rPr>
                      <m:t>λ</m:t>
                    </m:r>
                    <m:r>
                      <m:rPr>
                        <m:nor/>
                      </m:rPr>
                      <a:rPr lang="el-GR" sz="1700">
                        <a:latin typeface="Century" panose="02040604050505020304" pitchFamily="18" charset="0"/>
                      </a:rPr>
                      <m:t>2​</m:t>
                    </m:r>
                    <m:r>
                      <m:rPr>
                        <m:nor/>
                      </m:rPr>
                      <a:rPr lang="el-GR" sz="1700">
                        <a:latin typeface="Century" panose="02040604050505020304" pitchFamily="18" charset="0"/>
                      </a:rPr>
                      <m:t>,</m:t>
                    </m:r>
                    <m:r>
                      <m:rPr>
                        <m:nor/>
                      </m:rPr>
                      <a:rPr lang="en-US" sz="1700" b="0" i="0" smtClean="0">
                        <a:latin typeface="Century" panose="02040604050505020304" pitchFamily="18" charset="0"/>
                      </a:rPr>
                      <m:t> </m:t>
                    </m:r>
                    <m:r>
                      <m:rPr>
                        <m:nor/>
                      </m:rPr>
                      <a:rPr lang="en-IN" sz="1700">
                        <a:latin typeface="Century" panose="02040604050505020304" pitchFamily="18" charset="0"/>
                      </a:rPr>
                      <m:t>P</m:t>
                    </m:r>
                    <m:r>
                      <m:rPr>
                        <m:nor/>
                      </m:rPr>
                      <a:rPr lang="en-IN" sz="1700">
                        <a:latin typeface="Century" panose="02040604050505020304" pitchFamily="18" charset="0"/>
                      </a:rPr>
                      <m:t>3​</m:t>
                    </m:r>
                    <m:r>
                      <m:rPr>
                        <m:nor/>
                      </m:rPr>
                      <a:rPr lang="el-GR" sz="1700">
                        <a:latin typeface="Century" panose="02040604050505020304" pitchFamily="18" charset="0"/>
                      </a:rPr>
                      <m:t>λ</m:t>
                    </m:r>
                    <m:r>
                      <m:rPr>
                        <m:nor/>
                      </m:rPr>
                      <a:rPr lang="el-GR" sz="1700">
                        <a:latin typeface="Century" panose="02040604050505020304" pitchFamily="18" charset="0"/>
                      </a:rPr>
                      <m:t>3​</m:t>
                    </m:r>
                    <m:r>
                      <m:rPr>
                        <m:nor/>
                      </m:rPr>
                      <a:rPr lang="el-GR" sz="1700">
                        <a:latin typeface="Century" panose="02040604050505020304" pitchFamily="18" charset="0"/>
                      </a:rPr>
                      <m:t>,</m:t>
                    </m:r>
                    <m:r>
                      <m:rPr>
                        <m:nor/>
                      </m:rPr>
                      <a:rPr lang="en-US" sz="1700" b="0" i="0" smtClean="0">
                        <a:latin typeface="Century" panose="02040604050505020304" pitchFamily="18" charset="0"/>
                      </a:rPr>
                      <m:t> </m:t>
                    </m:r>
                    <m:r>
                      <m:rPr>
                        <m:nor/>
                      </m:rPr>
                      <a:rPr lang="en-IN" sz="1700">
                        <a:latin typeface="Century" panose="02040604050505020304" pitchFamily="18" charset="0"/>
                      </a:rPr>
                      <m:t>P</m:t>
                    </m:r>
                    <m:r>
                      <m:rPr>
                        <m:nor/>
                      </m:rPr>
                      <a:rPr lang="en-IN" sz="1700">
                        <a:latin typeface="Century" panose="02040604050505020304" pitchFamily="18" charset="0"/>
                      </a:rPr>
                      <m:t>4​</m:t>
                    </m:r>
                    <m:r>
                      <m:rPr>
                        <m:nor/>
                      </m:rPr>
                      <a:rPr lang="el-GR" sz="1700">
                        <a:latin typeface="Century" panose="02040604050505020304" pitchFamily="18" charset="0"/>
                      </a:rPr>
                      <m:t>λ</m:t>
                    </m:r>
                    <m:r>
                      <m:rPr>
                        <m:nor/>
                      </m:rPr>
                      <a:rPr lang="el-GR" sz="1700">
                        <a:latin typeface="Century" panose="02040604050505020304" pitchFamily="18" charset="0"/>
                      </a:rPr>
                      <m:t>4​</m:t>
                    </m:r>
                    <m:r>
                      <m:rPr>
                        <m:nor/>
                      </m:rPr>
                      <a:rPr lang="el-GR" sz="1700">
                        <a:latin typeface="Century" panose="02040604050505020304" pitchFamily="18" charset="0"/>
                      </a:rPr>
                      <m:t>]</m:t>
                    </m:r>
                  </m:oMath>
                </a14:m>
                <a:endParaRPr lang="ar-AE" sz="1700" b="0" dirty="0">
                  <a:latin typeface="Century" panose="02040604050505020304" pitchFamily="18" charset="0"/>
                </a:endParaRPr>
              </a:p>
              <a:p>
                <a:pPr marL="0" indent="0">
                  <a:buNone/>
                </a:pPr>
                <a:r>
                  <a:rPr lang="en-IN" sz="1700" b="1" dirty="0">
                    <a:latin typeface="Century" panose="02040604050505020304" pitchFamily="18" charset="0"/>
                  </a:rPr>
                  <a:t>Fuzzy Logic Architecture</a:t>
                </a:r>
                <a:endParaRPr lang="en-IN" sz="1700" dirty="0">
                  <a:latin typeface="Century" panose="02040604050505020304" pitchFamily="18" charset="0"/>
                </a:endParaRPr>
              </a:p>
              <a:p>
                <a:r>
                  <a:rPr lang="en-IN" sz="1700" dirty="0">
                    <a:latin typeface="Century" panose="02040604050505020304" pitchFamily="18" charset="0"/>
                  </a:rPr>
                  <a:t>A satisfaction score of </a:t>
                </a:r>
                <a14:m>
                  <m:oMath xmlns:m="http://schemas.openxmlformats.org/officeDocument/2006/math">
                    <m:r>
                      <a:rPr lang="en-IN" sz="1700" i="1">
                        <a:latin typeface="Cambria Math" panose="02040503050406030204" pitchFamily="18" charset="0"/>
                      </a:rPr>
                      <m:t>𝜆</m:t>
                    </m:r>
                    <m:r>
                      <a:rPr lang="en-IN" sz="1700">
                        <a:latin typeface="Cambria Math" panose="02040503050406030204" pitchFamily="18" charset="0"/>
                      </a:rPr>
                      <m:t>=</m:t>
                    </m:r>
                    <m:r>
                      <a:rPr lang="en-IN" sz="1700">
                        <a:latin typeface="Cambria Math" panose="02040503050406030204" pitchFamily="18" charset="0"/>
                      </a:rPr>
                      <m:t>1</m:t>
                    </m:r>
                  </m:oMath>
                </a14:m>
                <a:r>
                  <a:rPr lang="en-IN" sz="1700" dirty="0">
                    <a:latin typeface="Century" panose="02040604050505020304" pitchFamily="18" charset="0"/>
                  </a:rPr>
                  <a:t>means the ideal target is perfectly achieved.</a:t>
                </a:r>
              </a:p>
              <a:p>
                <a:r>
                  <a:rPr lang="en-IN" sz="1700" dirty="0">
                    <a:latin typeface="Century" panose="02040604050505020304" pitchFamily="18" charset="0"/>
                  </a:rPr>
                  <a:t>A score of </a:t>
                </a:r>
                <a14:m>
                  <m:oMath xmlns:m="http://schemas.openxmlformats.org/officeDocument/2006/math">
                    <m:r>
                      <a:rPr lang="en-IN" sz="1700" i="1">
                        <a:latin typeface="Cambria Math" panose="02040503050406030204" pitchFamily="18" charset="0"/>
                      </a:rPr>
                      <m:t>𝜆</m:t>
                    </m:r>
                    <m:r>
                      <a:rPr lang="en-IN" sz="1700">
                        <a:latin typeface="Cambria Math" panose="02040503050406030204" pitchFamily="18" charset="0"/>
                      </a:rPr>
                      <m:t>=</m:t>
                    </m:r>
                    <m:r>
                      <a:rPr lang="en-IN" sz="1700">
                        <a:latin typeface="Cambria Math" panose="02040503050406030204" pitchFamily="18" charset="0"/>
                      </a:rPr>
                      <m:t>0</m:t>
                    </m:r>
                  </m:oMath>
                </a14:m>
                <a:r>
                  <a:rPr lang="en-IN" sz="1700" dirty="0">
                    <a:latin typeface="Century" panose="02040604050505020304" pitchFamily="18" charset="0"/>
                  </a:rPr>
                  <a:t>means the system has reached the absolute worst-case acceptable limit.</a:t>
                </a:r>
              </a:p>
              <a:p>
                <a:r>
                  <a:rPr lang="en-IN" sz="1700" dirty="0">
                    <a:latin typeface="Century" panose="02040604050505020304" pitchFamily="18" charset="0"/>
                  </a:rPr>
                  <a:t>The solver pushes the </a:t>
                </a:r>
                <a14:m>
                  <m:oMath xmlns:m="http://schemas.openxmlformats.org/officeDocument/2006/math">
                    <m:r>
                      <a:rPr lang="en-IN" sz="1700" i="1">
                        <a:latin typeface="Cambria Math" panose="02040503050406030204" pitchFamily="18" charset="0"/>
                      </a:rPr>
                      <m:t>𝜆</m:t>
                    </m:r>
                  </m:oMath>
                </a14:m>
                <a:r>
                  <a:rPr lang="en-IN" sz="1700" dirty="0">
                    <a:latin typeface="Century" panose="02040604050505020304" pitchFamily="18" charset="0"/>
                  </a:rPr>
                  <a:t>values as close to </a:t>
                </a:r>
                <a14:m>
                  <m:oMath xmlns:m="http://schemas.openxmlformats.org/officeDocument/2006/math">
                    <m:r>
                      <a:rPr lang="en-IN" sz="1700">
                        <a:latin typeface="Cambria Math" panose="02040503050406030204" pitchFamily="18" charset="0"/>
                      </a:rPr>
                      <m:t>1</m:t>
                    </m:r>
                    <m:r>
                      <a:rPr lang="en-IN" sz="1700">
                        <a:latin typeface="Cambria Math" panose="02040503050406030204" pitchFamily="18" charset="0"/>
                      </a:rPr>
                      <m:t>.</m:t>
                    </m:r>
                    <m:r>
                      <a:rPr lang="en-IN" sz="1700">
                        <a:latin typeface="Cambria Math" panose="02040503050406030204" pitchFamily="18" charset="0"/>
                      </a:rPr>
                      <m:t>0</m:t>
                    </m:r>
                  </m:oMath>
                </a14:m>
                <a:r>
                  <a:rPr lang="en-IN" sz="1700" dirty="0">
                    <a:latin typeface="Century" panose="02040604050505020304" pitchFamily="18" charset="0"/>
                  </a:rPr>
                  <a:t>as mathematically possible across all three broiler stages.</a:t>
                </a:r>
              </a:p>
              <a:p>
                <a:pPr marL="0" indent="0">
                  <a:lnSpc>
                    <a:spcPct val="110000"/>
                  </a:lnSpc>
                  <a:buNone/>
                </a:pPr>
                <a:endParaRPr lang="en-IN" sz="1400" dirty="0"/>
              </a:p>
            </p:txBody>
          </p:sp>
        </mc:Choice>
        <mc:Fallback xmlns="">
          <p:sp>
            <p:nvSpPr>
              <p:cNvPr id="3" name="Content Placeholder 2">
                <a:extLst>
                  <a:ext uri="{FF2B5EF4-FFF2-40B4-BE49-F238E27FC236}">
                    <a16:creationId xmlns:a16="http://schemas.microsoft.com/office/drawing/2014/main" id="{E66B3916-2E26-7AF0-85AD-D7B73F576C0B}"/>
                  </a:ext>
                </a:extLst>
              </p:cNvPr>
              <p:cNvSpPr>
                <a:spLocks noGrp="1" noRot="1" noChangeAspect="1" noMove="1" noResize="1" noEditPoints="1" noAdjustHandles="1" noChangeArrowheads="1" noChangeShapeType="1" noTextEdit="1"/>
              </p:cNvSpPr>
              <p:nvPr>
                <p:ph sz="quarter" idx="14"/>
              </p:nvPr>
            </p:nvSpPr>
            <p:spPr>
              <a:xfrm>
                <a:off x="5039687" y="363793"/>
                <a:ext cx="6858000" cy="6223819"/>
              </a:xfrm>
              <a:blipFill>
                <a:blip r:embed="rId3"/>
                <a:stretch>
                  <a:fillRect l="-1956" t="-294" r="-622"/>
                </a:stretch>
              </a:blipFill>
            </p:spPr>
            <p:txBody>
              <a:bodyPr/>
              <a:lstStyle/>
              <a:p>
                <a:r>
                  <a:rPr lang="en-IN">
                    <a:noFill/>
                  </a:rPr>
                  <a:t> </a:t>
                </a:r>
              </a:p>
            </p:txBody>
          </p:sp>
        </mc:Fallback>
      </mc:AlternateContent>
    </p:spTree>
    <p:extLst>
      <p:ext uri="{BB962C8B-B14F-4D97-AF65-F5344CB8AC3E}">
        <p14:creationId xmlns:p14="http://schemas.microsoft.com/office/powerpoint/2010/main" val="1241270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128084-EEA6-942A-1C6F-4C959DF475C1}"/>
              </a:ext>
            </a:extLst>
          </p:cNvPr>
          <p:cNvPicPr>
            <a:picLocks noChangeAspect="1"/>
          </p:cNvPicPr>
          <p:nvPr/>
        </p:nvPicPr>
        <p:blipFill>
          <a:blip r:embed="rId2"/>
          <a:srcRect t="31924" b="3015"/>
          <a:stretch>
            <a:fillRect/>
          </a:stretch>
        </p:blipFill>
        <p:spPr>
          <a:xfrm>
            <a:off x="19" y="-1"/>
            <a:ext cx="4844032" cy="7334865"/>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CBBC62-DCA2-51B0-4894-9C3AA3577DE2}"/>
                  </a:ext>
                </a:extLst>
              </p:cNvPr>
              <p:cNvSpPr>
                <a:spLocks noGrp="1"/>
              </p:cNvSpPr>
              <p:nvPr>
                <p:ph sz="quarter" idx="14"/>
              </p:nvPr>
            </p:nvSpPr>
            <p:spPr>
              <a:xfrm>
                <a:off x="5550408" y="383458"/>
                <a:ext cx="6035040" cy="5935046"/>
              </a:xfrm>
            </p:spPr>
            <p:txBody>
              <a:bodyPr>
                <a:noAutofit/>
              </a:bodyPr>
              <a:lstStyle/>
              <a:p>
                <a:pPr marL="0" indent="0">
                  <a:buNone/>
                </a:pPr>
                <a:r>
                  <a:rPr lang="en-IN" sz="1600" b="1" dirty="0"/>
                  <a:t>P1​ – Nutritional Adequacy</a:t>
                </a:r>
                <a:endParaRPr lang="en-IN" sz="1600" dirty="0"/>
              </a:p>
              <a:p>
                <a:r>
                  <a:rPr lang="en-IN" sz="1600" dirty="0"/>
                  <a:t>Ensures all nutrients </a:t>
                </a:r>
                <a14:m>
                  <m:oMath xmlns:m="http://schemas.openxmlformats.org/officeDocument/2006/math">
                    <m:r>
                      <a:rPr lang="en-IN" sz="1600" i="1">
                        <a:latin typeface="Cambria Math" panose="02040503050406030204" pitchFamily="18" charset="0"/>
                      </a:rPr>
                      <m:t>𝑗</m:t>
                    </m:r>
                  </m:oMath>
                </a14:m>
                <a:r>
                  <a:rPr lang="en-IN" sz="1600" dirty="0"/>
                  <a:t>meet the required </a:t>
                </a:r>
                <a:r>
                  <a:rPr lang="en-IN" sz="1600" b="1" dirty="0"/>
                  <a:t>minimum </a:t>
                </a:r>
                <a14:m>
                  <m:oMath xmlns:m="http://schemas.openxmlformats.org/officeDocument/2006/math">
                    <m:d>
                      <m:dPr>
                        <m:ctrlPr>
                          <a:rPr lang="ar-AE" sz="1600" i="1">
                            <a:latin typeface="Cambria Math" panose="02040503050406030204" pitchFamily="18" charset="0"/>
                          </a:rPr>
                        </m:ctrlPr>
                      </m:dPr>
                      <m:e>
                        <m:sSup>
                          <m:sSupPr>
                            <m:ctrlPr>
                              <a:rPr lang="ar-AE" sz="1600" i="1">
                                <a:latin typeface="Cambria Math" panose="02040503050406030204" pitchFamily="18" charset="0"/>
                              </a:rPr>
                            </m:ctrlPr>
                          </m:sSupPr>
                          <m:e>
                            <m:r>
                              <a:rPr lang="ar-AE" sz="1600" i="1">
                                <a:latin typeface="Cambria Math" panose="02040503050406030204" pitchFamily="18" charset="0"/>
                              </a:rPr>
                              <m:t>𝑁</m:t>
                            </m:r>
                          </m:e>
                          <m:sup>
                            <m:r>
                              <a:rPr lang="ar-AE" sz="1600" i="1">
                                <a:latin typeface="Cambria Math" panose="02040503050406030204" pitchFamily="18" charset="0"/>
                              </a:rPr>
                              <m:t>𝑚𝑖𝑛</m:t>
                            </m:r>
                          </m:sup>
                        </m:sSup>
                      </m:e>
                    </m:d>
                  </m:oMath>
                </a14:m>
                <a:r>
                  <a:rPr lang="en-IN" sz="1600" dirty="0"/>
                  <a:t>and </a:t>
                </a:r>
                <a:r>
                  <a:rPr lang="en-IN" sz="1600" b="1" dirty="0"/>
                  <a:t>maximum bounds</a:t>
                </a:r>
                <a:r>
                  <a:rPr lang="en-IN" sz="1600" dirty="0"/>
                  <a:t>.</a:t>
                </a:r>
              </a:p>
              <a:p>
                <a:pPr marL="0" indent="0">
                  <a:buNone/>
                </a:pPr>
                <a:r>
                  <a:rPr lang="en-IN" sz="1600" b="1" dirty="0"/>
                  <a:t>Constraint Equation</a:t>
                </a:r>
                <a:endParaRPr lang="en-IN" sz="1600" dirty="0"/>
              </a:p>
              <a:p>
                <a:pPr marL="0" indent="0">
                  <a:buNone/>
                </a:pPr>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𝜆</m:t>
                          </m:r>
                        </m:e>
                        <m:sub>
                          <m:r>
                            <a:rPr lang="ar-AE" sz="1600">
                              <a:latin typeface="Cambria Math" panose="02040503050406030204" pitchFamily="18" charset="0"/>
                            </a:rPr>
                            <m:t>1</m:t>
                          </m:r>
                        </m:sub>
                      </m:sSub>
                      <m:r>
                        <a:rPr lang="ar-AE" sz="1600">
                          <a:latin typeface="Cambria Math" panose="02040503050406030204" pitchFamily="18" charset="0"/>
                        </a:rPr>
                        <m:t>≤</m:t>
                      </m:r>
                      <m:f>
                        <m:fPr>
                          <m:ctrlPr>
                            <a:rPr lang="ar-AE" sz="1600" i="1">
                              <a:latin typeface="Cambria Math" panose="02040503050406030204" pitchFamily="18" charset="0"/>
                            </a:rPr>
                          </m:ctrlPr>
                        </m:fPr>
                        <m:num>
                          <m:nary>
                            <m:naryPr>
                              <m:chr m:val="∑"/>
                              <m:grow m:val="on"/>
                              <m:supHide m:val="on"/>
                              <m:ctrlPr>
                                <a:rPr lang="ar-AE" sz="1600" i="1">
                                  <a:latin typeface="Cambria Math" panose="02040503050406030204" pitchFamily="18" charset="0"/>
                                </a:rPr>
                              </m:ctrlPr>
                            </m:naryPr>
                            <m:sub>
                              <m:r>
                                <a:rPr lang="ar-AE" sz="1600" i="1">
                                  <a:latin typeface="Cambria Math" panose="02040503050406030204" pitchFamily="18" charset="0"/>
                                </a:rPr>
                                <m:t>𝑖</m:t>
                              </m:r>
                              <m:r>
                                <a:rPr lang="ar-AE" sz="1600">
                                  <a:latin typeface="Cambria Math" panose="02040503050406030204" pitchFamily="18" charset="0"/>
                                </a:rPr>
                                <m:t>∈</m:t>
                              </m:r>
                              <m:r>
                                <a:rPr lang="ar-AE" sz="1600" i="1">
                                  <a:latin typeface="Cambria Math" panose="02040503050406030204" pitchFamily="18" charset="0"/>
                                </a:rPr>
                                <m:t>𝐼</m:t>
                              </m:r>
                            </m:sub>
                            <m:sup/>
                            <m:e>
                              <m:sSub>
                                <m:sSubPr>
                                  <m:ctrlPr>
                                    <a:rPr lang="ar-AE" sz="1600" i="1">
                                      <a:latin typeface="Cambria Math" panose="02040503050406030204" pitchFamily="18" charset="0"/>
                                    </a:rPr>
                                  </m:ctrlPr>
                                </m:sSubPr>
                                <m:e>
                                  <m:r>
                                    <a:rPr lang="ar-AE" sz="1600" i="1">
                                      <a:latin typeface="Cambria Math" panose="02040503050406030204" pitchFamily="18" charset="0"/>
                                    </a:rPr>
                                    <m:t>𝑎</m:t>
                                  </m:r>
                                </m:e>
                                <m:sub>
                                  <m:r>
                                    <a:rPr lang="ar-AE" sz="1600" i="1">
                                      <a:latin typeface="Cambria Math" panose="02040503050406030204" pitchFamily="18" charset="0"/>
                                    </a:rPr>
                                    <m:t>𝑖𝑗</m:t>
                                  </m:r>
                                </m:sub>
                              </m:sSub>
                            </m:e>
                          </m:nary>
                          <m:sSub>
                            <m:sSubPr>
                              <m:ctrlPr>
                                <a:rPr lang="ar-AE" sz="1600" i="1">
                                  <a:latin typeface="Cambria Math" panose="02040503050406030204" pitchFamily="18" charset="0"/>
                                </a:rPr>
                              </m:ctrlPr>
                            </m:sSubPr>
                            <m:e>
                              <m:r>
                                <a:rPr lang="ar-AE" sz="1600" i="1">
                                  <a:latin typeface="Cambria Math" panose="02040503050406030204" pitchFamily="18" charset="0"/>
                                </a:rPr>
                                <m:t>𝑥</m:t>
                              </m:r>
                            </m:e>
                            <m:sub>
                              <m:r>
                                <a:rPr lang="ar-AE" sz="1600" i="1">
                                  <a:latin typeface="Cambria Math" panose="02040503050406030204" pitchFamily="18" charset="0"/>
                                </a:rPr>
                                <m:t>𝑖</m:t>
                              </m:r>
                              <m:r>
                                <a:rPr lang="ar-AE" sz="1600">
                                  <a:latin typeface="Cambria Math" panose="02040503050406030204" pitchFamily="18" charset="0"/>
                                </a:rPr>
                                <m:t>,</m:t>
                              </m:r>
                              <m:r>
                                <a:rPr lang="ar-AE" sz="1600" i="1">
                                  <a:latin typeface="Cambria Math" panose="02040503050406030204" pitchFamily="18" charset="0"/>
                                </a:rPr>
                                <m:t>𝑠</m:t>
                              </m:r>
                            </m:sub>
                          </m:sSub>
                          <m:r>
                            <a:rPr lang="ar-AE" sz="1600">
                              <a:latin typeface="Cambria Math" panose="02040503050406030204" pitchFamily="18" charset="0"/>
                            </a:rPr>
                            <m:t>−</m:t>
                          </m:r>
                          <m:sSubSup>
                            <m:sSubSupPr>
                              <m:ctrlPr>
                                <a:rPr lang="ar-AE" sz="1600" i="1">
                                  <a:latin typeface="Cambria Math" panose="02040503050406030204" pitchFamily="18" charset="0"/>
                                </a:rPr>
                              </m:ctrlPr>
                            </m:sSubSupPr>
                            <m:e>
                              <m:r>
                                <a:rPr lang="ar-AE" sz="1600" i="1">
                                  <a:latin typeface="Cambria Math" panose="02040503050406030204" pitchFamily="18" charset="0"/>
                                </a:rPr>
                                <m:t>𝑁</m:t>
                              </m:r>
                            </m:e>
                            <m:sub>
                              <m:r>
                                <a:rPr lang="ar-AE" sz="1600" i="1">
                                  <a:latin typeface="Cambria Math" panose="02040503050406030204" pitchFamily="18" charset="0"/>
                                </a:rPr>
                                <m:t>𝑗</m:t>
                              </m:r>
                              <m:r>
                                <a:rPr lang="ar-AE" sz="1600">
                                  <a:latin typeface="Cambria Math" panose="02040503050406030204" pitchFamily="18" charset="0"/>
                                </a:rPr>
                                <m:t>,</m:t>
                              </m:r>
                              <m:r>
                                <a:rPr lang="ar-AE" sz="1600" i="1">
                                  <a:latin typeface="Cambria Math" panose="02040503050406030204" pitchFamily="18" charset="0"/>
                                </a:rPr>
                                <m:t>𝑠</m:t>
                              </m:r>
                            </m:sub>
                            <m:sup>
                              <m:r>
                                <a:rPr lang="ar-AE" sz="1600" i="1">
                                  <a:latin typeface="Cambria Math" panose="02040503050406030204" pitchFamily="18" charset="0"/>
                                </a:rPr>
                                <m:t>𝑚𝑖𝑛</m:t>
                              </m:r>
                            </m:sup>
                          </m:sSubSup>
                        </m:num>
                        <m:den>
                          <m:sSubSup>
                            <m:sSubSupPr>
                              <m:ctrlPr>
                                <a:rPr lang="ar-AE" sz="1600" i="1">
                                  <a:latin typeface="Cambria Math" panose="02040503050406030204" pitchFamily="18" charset="0"/>
                                </a:rPr>
                              </m:ctrlPr>
                            </m:sSubSupPr>
                            <m:e>
                              <m:r>
                                <a:rPr lang="ar-AE" sz="1600" i="1">
                                  <a:latin typeface="Cambria Math" panose="02040503050406030204" pitchFamily="18" charset="0"/>
                                </a:rPr>
                                <m:t>𝑁</m:t>
                              </m:r>
                            </m:e>
                            <m:sub>
                              <m:r>
                                <a:rPr lang="ar-AE" sz="1600" i="1">
                                  <a:latin typeface="Cambria Math" panose="02040503050406030204" pitchFamily="18" charset="0"/>
                                </a:rPr>
                                <m:t>𝑗</m:t>
                              </m:r>
                              <m:r>
                                <a:rPr lang="ar-AE" sz="1600">
                                  <a:latin typeface="Cambria Math" panose="02040503050406030204" pitchFamily="18" charset="0"/>
                                </a:rPr>
                                <m:t>,</m:t>
                              </m:r>
                              <m:r>
                                <a:rPr lang="ar-AE" sz="1600" i="1">
                                  <a:latin typeface="Cambria Math" panose="02040503050406030204" pitchFamily="18" charset="0"/>
                                </a:rPr>
                                <m:t>𝑠</m:t>
                              </m:r>
                            </m:sub>
                            <m:sup>
                              <m:r>
                                <a:rPr lang="ar-AE" sz="1600" i="1">
                                  <a:latin typeface="Cambria Math" panose="02040503050406030204" pitchFamily="18" charset="0"/>
                                </a:rPr>
                                <m:t>𝑡𝑎𝑟𝑔𝑒𝑡</m:t>
                              </m:r>
                            </m:sup>
                          </m:sSubSup>
                          <m:r>
                            <a:rPr lang="ar-AE" sz="1600">
                              <a:latin typeface="Cambria Math" panose="02040503050406030204" pitchFamily="18" charset="0"/>
                            </a:rPr>
                            <m:t>−</m:t>
                          </m:r>
                          <m:sSubSup>
                            <m:sSubSupPr>
                              <m:ctrlPr>
                                <a:rPr lang="ar-AE" sz="1600" i="1">
                                  <a:latin typeface="Cambria Math" panose="02040503050406030204" pitchFamily="18" charset="0"/>
                                </a:rPr>
                              </m:ctrlPr>
                            </m:sSubSupPr>
                            <m:e>
                              <m:r>
                                <a:rPr lang="ar-AE" sz="1600" i="1">
                                  <a:latin typeface="Cambria Math" panose="02040503050406030204" pitchFamily="18" charset="0"/>
                                </a:rPr>
                                <m:t>𝑁</m:t>
                              </m:r>
                            </m:e>
                            <m:sub>
                              <m:r>
                                <a:rPr lang="ar-AE" sz="1600" i="1">
                                  <a:latin typeface="Cambria Math" panose="02040503050406030204" pitchFamily="18" charset="0"/>
                                </a:rPr>
                                <m:t>𝑗</m:t>
                              </m:r>
                              <m:r>
                                <a:rPr lang="ar-AE" sz="1600">
                                  <a:latin typeface="Cambria Math" panose="02040503050406030204" pitchFamily="18" charset="0"/>
                                </a:rPr>
                                <m:t>,</m:t>
                              </m:r>
                              <m:r>
                                <a:rPr lang="ar-AE" sz="1600" i="1">
                                  <a:latin typeface="Cambria Math" panose="02040503050406030204" pitchFamily="18" charset="0"/>
                                </a:rPr>
                                <m:t>𝑠</m:t>
                              </m:r>
                            </m:sub>
                            <m:sup>
                              <m:r>
                                <a:rPr lang="ar-AE" sz="1600" i="1">
                                  <a:latin typeface="Cambria Math" panose="02040503050406030204" pitchFamily="18" charset="0"/>
                                </a:rPr>
                                <m:t>𝑚𝑖𝑛</m:t>
                              </m:r>
                            </m:sup>
                          </m:sSubSup>
                        </m:den>
                      </m:f>
                    </m:oMath>
                  </m:oMathPara>
                </a14:m>
                <a:endParaRPr lang="en-US" sz="1600" dirty="0"/>
              </a:p>
              <a:p>
                <a:pPr marL="0" indent="0">
                  <a:buNone/>
                </a:pPr>
                <a:r>
                  <a:rPr lang="en-IN" sz="1600" b="1" dirty="0"/>
                  <a:t>P2​ – Pellet Durability</a:t>
                </a:r>
                <a:endParaRPr lang="en-IN" sz="1600" dirty="0"/>
              </a:p>
              <a:p>
                <a:r>
                  <a:rPr lang="en-IN" sz="1600" dirty="0"/>
                  <a:t>Predicts pellet quality using an </a:t>
                </a:r>
                <a:r>
                  <a:rPr lang="en-IN" sz="1600" b="1" dirty="0"/>
                  <a:t>empirical regression model</a:t>
                </a:r>
                <a:r>
                  <a:rPr lang="en-IN" sz="1600" dirty="0"/>
                  <a:t> of machine parameters.</a:t>
                </a:r>
              </a:p>
              <a:p>
                <a:r>
                  <a:rPr lang="en-IN" sz="1600" dirty="0"/>
                  <a:t>The model pushes pellet durability toward a </a:t>
                </a:r>
                <a:r>
                  <a:rPr lang="en-IN" sz="1600" b="1" dirty="0"/>
                  <a:t>92% target PDI</a:t>
                </a:r>
                <a:r>
                  <a:rPr lang="en-IN" sz="1600" dirty="0"/>
                  <a:t>.</a:t>
                </a:r>
              </a:p>
              <a:p>
                <a:pPr marL="0" indent="0">
                  <a:buNone/>
                </a:pPr>
                <a:r>
                  <a:rPr lang="en-IN" sz="1600" b="1" dirty="0"/>
                  <a:t>Regression Equation</a:t>
                </a:r>
                <a:endParaRPr lang="en-IN" sz="1600" dirty="0"/>
              </a:p>
              <a:p>
                <a:pPr marL="0" indent="0">
                  <a:buNone/>
                </a:pPr>
                <a14:m>
                  <m:oMathPara xmlns:m="http://schemas.openxmlformats.org/officeDocument/2006/math">
                    <m:oMathParaPr>
                      <m:jc m:val="centerGroup"/>
                    </m:oMathParaPr>
                    <m:oMath xmlns:m="http://schemas.openxmlformats.org/officeDocument/2006/math">
                      <m:r>
                        <a:rPr lang="en-IN" sz="1600" i="1" smtClean="0">
                          <a:latin typeface="Cambria Math" panose="02040503050406030204" pitchFamily="18" charset="0"/>
                        </a:rPr>
                        <m:t>𝑃𝐷</m:t>
                      </m:r>
                      <m:sSub>
                        <m:sSubPr>
                          <m:ctrlPr>
                            <a:rPr lang="ar-AE" sz="1600" i="1">
                              <a:latin typeface="Cambria Math" panose="02040503050406030204" pitchFamily="18" charset="0"/>
                            </a:rPr>
                          </m:ctrlPr>
                        </m:sSubPr>
                        <m:e>
                          <m:r>
                            <a:rPr lang="ar-AE" sz="1600" i="1">
                              <a:latin typeface="Cambria Math" panose="02040503050406030204" pitchFamily="18" charset="0"/>
                            </a:rPr>
                            <m:t>𝐼</m:t>
                          </m:r>
                        </m:e>
                        <m:sub>
                          <m:r>
                            <a:rPr lang="ar-AE" sz="1600" i="1">
                              <a:latin typeface="Cambria Math" panose="02040503050406030204" pitchFamily="18" charset="0"/>
                            </a:rPr>
                            <m:t>𝑠</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𝛽</m:t>
                          </m:r>
                        </m:e>
                        <m:sub>
                          <m:r>
                            <a:rPr lang="ar-AE" sz="1600">
                              <a:latin typeface="Cambria Math" panose="02040503050406030204" pitchFamily="18" charset="0"/>
                            </a:rPr>
                            <m:t>0</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𝛽</m:t>
                          </m:r>
                        </m:e>
                        <m:sub>
                          <m:r>
                            <a:rPr lang="ar-AE" sz="1600">
                              <a:latin typeface="Cambria Math" panose="02040503050406030204" pitchFamily="18" charset="0"/>
                            </a:rPr>
                            <m:t>1</m:t>
                          </m:r>
                        </m:sub>
                      </m:sSub>
                      <m:sSub>
                        <m:sSubPr>
                          <m:ctrlPr>
                            <a:rPr lang="ar-AE" sz="1600" i="1">
                              <a:latin typeface="Cambria Math" panose="02040503050406030204" pitchFamily="18" charset="0"/>
                            </a:rPr>
                          </m:ctrlPr>
                        </m:sSubPr>
                        <m:e>
                          <m:r>
                            <a:rPr lang="ar-AE" sz="1600" i="1">
                              <a:latin typeface="Cambria Math" panose="02040503050406030204" pitchFamily="18" charset="0"/>
                            </a:rPr>
                            <m:t>𝑇</m:t>
                          </m:r>
                        </m:e>
                        <m:sub>
                          <m:r>
                            <a:rPr lang="ar-AE" sz="1600" i="1">
                              <a:latin typeface="Cambria Math" panose="02040503050406030204" pitchFamily="18" charset="0"/>
                            </a:rPr>
                            <m:t>𝑠</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𝛽</m:t>
                          </m:r>
                        </m:e>
                        <m:sub>
                          <m:r>
                            <a:rPr lang="ar-AE" sz="1600">
                              <a:latin typeface="Cambria Math" panose="02040503050406030204" pitchFamily="18" charset="0"/>
                            </a:rPr>
                            <m:t>2</m:t>
                          </m:r>
                        </m:sub>
                      </m:sSub>
                      <m:sSub>
                        <m:sSubPr>
                          <m:ctrlPr>
                            <a:rPr lang="ar-AE" sz="1600" i="1">
                              <a:latin typeface="Cambria Math" panose="02040503050406030204" pitchFamily="18" charset="0"/>
                            </a:rPr>
                          </m:ctrlPr>
                        </m:sSubPr>
                        <m:e>
                          <m:r>
                            <a:rPr lang="ar-AE" sz="1600" i="1">
                              <a:latin typeface="Cambria Math" panose="02040503050406030204" pitchFamily="18" charset="0"/>
                            </a:rPr>
                            <m:t>𝑀</m:t>
                          </m:r>
                        </m:e>
                        <m:sub>
                          <m:r>
                            <a:rPr lang="ar-AE" sz="1600" i="1">
                              <a:latin typeface="Cambria Math" panose="02040503050406030204" pitchFamily="18" charset="0"/>
                            </a:rPr>
                            <m:t>𝑠</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𝛽</m:t>
                          </m:r>
                        </m:e>
                        <m:sub>
                          <m:r>
                            <a:rPr lang="ar-AE" sz="1600">
                              <a:latin typeface="Cambria Math" panose="02040503050406030204" pitchFamily="18" charset="0"/>
                            </a:rPr>
                            <m:t>3</m:t>
                          </m:r>
                        </m:sub>
                      </m:sSub>
                      <m:sSub>
                        <m:sSubPr>
                          <m:ctrlPr>
                            <a:rPr lang="ar-AE" sz="1600" i="1">
                              <a:latin typeface="Cambria Math" panose="02040503050406030204" pitchFamily="18" charset="0"/>
                            </a:rPr>
                          </m:ctrlPr>
                        </m:sSubPr>
                        <m:e>
                          <m:r>
                            <a:rPr lang="ar-AE" sz="1600" i="1">
                              <a:latin typeface="Cambria Math" panose="02040503050406030204" pitchFamily="18" charset="0"/>
                            </a:rPr>
                            <m:t>𝑃</m:t>
                          </m:r>
                        </m:e>
                        <m:sub>
                          <m:r>
                            <a:rPr lang="ar-AE" sz="1600" i="1">
                              <a:latin typeface="Cambria Math" panose="02040503050406030204" pitchFamily="18" charset="0"/>
                            </a:rPr>
                            <m:t>𝑠</m:t>
                          </m:r>
                        </m:sub>
                      </m:sSub>
                      <m:r>
                        <a:rPr lang="en-IN" sz="1600" b="0" i="1" smtClean="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𝛽</m:t>
                          </m:r>
                        </m:e>
                        <m:sub>
                          <m:r>
                            <a:rPr lang="ar-AE" sz="1600">
                              <a:latin typeface="Cambria Math" panose="02040503050406030204" pitchFamily="18" charset="0"/>
                            </a:rPr>
                            <m:t>4</m:t>
                          </m:r>
                        </m:sub>
                      </m:sSub>
                      <m:sSub>
                        <m:sSubPr>
                          <m:ctrlPr>
                            <a:rPr lang="ar-AE" sz="1600" i="1">
                              <a:latin typeface="Cambria Math" panose="02040503050406030204" pitchFamily="18" charset="0"/>
                            </a:rPr>
                          </m:ctrlPr>
                        </m:sSubPr>
                        <m:e>
                          <m:r>
                            <a:rPr lang="ar-AE" sz="1600" i="1">
                              <a:latin typeface="Cambria Math" panose="02040503050406030204" pitchFamily="18" charset="0"/>
                            </a:rPr>
                            <m:t>𝑅</m:t>
                          </m:r>
                        </m:e>
                        <m:sub>
                          <m:r>
                            <a:rPr lang="ar-AE" sz="1600" i="1">
                              <a:latin typeface="Cambria Math" panose="02040503050406030204" pitchFamily="18" charset="0"/>
                            </a:rPr>
                            <m:t>𝑠</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𝛽</m:t>
                          </m:r>
                        </m:e>
                        <m:sub>
                          <m:r>
                            <a:rPr lang="en-IN" sz="1600" b="0" i="0" smtClean="0">
                              <a:latin typeface="Cambria Math" panose="02040503050406030204" pitchFamily="18" charset="0"/>
                            </a:rPr>
                            <m:t>12</m:t>
                          </m:r>
                        </m:sub>
                      </m:sSub>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rPr>
                            <m:t>𝑇</m:t>
                          </m:r>
                        </m:e>
                        <m:sub>
                          <m:r>
                            <a:rPr lang="en-IN" sz="1600" b="0" i="1" smtClean="0">
                              <a:latin typeface="Cambria Math" panose="02040503050406030204" pitchFamily="18" charset="0"/>
                            </a:rPr>
                            <m:t>𝑠</m:t>
                          </m:r>
                        </m:sub>
                      </m:sSub>
                      <m:sSub>
                        <m:sSubPr>
                          <m:ctrlPr>
                            <a:rPr lang="ar-AE" sz="1600" i="1">
                              <a:latin typeface="Cambria Math" panose="02040503050406030204" pitchFamily="18" charset="0"/>
                            </a:rPr>
                          </m:ctrlPr>
                        </m:sSubPr>
                        <m:e>
                          <m:r>
                            <a:rPr lang="en-IN" sz="1600" b="0" i="1" smtClean="0">
                              <a:latin typeface="Cambria Math" panose="02040503050406030204" pitchFamily="18" charset="0"/>
                            </a:rPr>
                            <m:t>.</m:t>
                          </m:r>
                          <m:r>
                            <a:rPr lang="en-IN" sz="1600" b="0" i="1" smtClean="0">
                              <a:latin typeface="Cambria Math" panose="02040503050406030204" pitchFamily="18" charset="0"/>
                            </a:rPr>
                            <m:t>𝑀</m:t>
                          </m:r>
                        </m:e>
                        <m:sub>
                          <m:r>
                            <a:rPr lang="ar-AE" sz="1600" i="1">
                              <a:latin typeface="Cambria Math" panose="02040503050406030204" pitchFamily="18" charset="0"/>
                            </a:rPr>
                            <m:t>𝑠</m:t>
                          </m:r>
                        </m:sub>
                      </m:sSub>
                      <m:r>
                        <a:rPr lang="en-IN" sz="1600" b="0" i="1" smtClean="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𝛽</m:t>
                          </m:r>
                        </m:e>
                        <m:sub>
                          <m:r>
                            <a:rPr lang="en-IN" sz="1600" b="0" i="0" smtClean="0">
                              <a:latin typeface="Cambria Math" panose="02040503050406030204" pitchFamily="18" charset="0"/>
                            </a:rPr>
                            <m:t>24</m:t>
                          </m:r>
                        </m:sub>
                      </m:sSub>
                      <m:sSub>
                        <m:sSubPr>
                          <m:ctrlPr>
                            <a:rPr lang="en-IN" sz="1600" i="1">
                              <a:latin typeface="Cambria Math" panose="02040503050406030204" pitchFamily="18" charset="0"/>
                            </a:rPr>
                          </m:ctrlPr>
                        </m:sSubPr>
                        <m:e>
                          <m:r>
                            <a:rPr lang="en-IN" sz="1600" b="0" i="1" smtClean="0">
                              <a:latin typeface="Cambria Math" panose="02040503050406030204" pitchFamily="18" charset="0"/>
                            </a:rPr>
                            <m:t>𝑀</m:t>
                          </m:r>
                        </m:e>
                        <m:sub>
                          <m:r>
                            <a:rPr lang="en-IN" sz="1600" i="1">
                              <a:latin typeface="Cambria Math" panose="02040503050406030204" pitchFamily="18" charset="0"/>
                            </a:rPr>
                            <m:t>𝑠</m:t>
                          </m:r>
                        </m:sub>
                      </m:sSub>
                      <m:sSub>
                        <m:sSubPr>
                          <m:ctrlPr>
                            <a:rPr lang="ar-AE" sz="1600" i="1">
                              <a:latin typeface="Cambria Math" panose="02040503050406030204" pitchFamily="18" charset="0"/>
                            </a:rPr>
                          </m:ctrlPr>
                        </m:sSubPr>
                        <m:e>
                          <m:r>
                            <a:rPr lang="en-IN" sz="1600" i="1">
                              <a:latin typeface="Cambria Math" panose="02040503050406030204" pitchFamily="18" charset="0"/>
                            </a:rPr>
                            <m:t>.</m:t>
                          </m:r>
                          <m:r>
                            <a:rPr lang="en-IN" sz="1600" b="0" i="1" smtClean="0">
                              <a:latin typeface="Cambria Math" panose="02040503050406030204" pitchFamily="18" charset="0"/>
                            </a:rPr>
                            <m:t>𝑅</m:t>
                          </m:r>
                        </m:e>
                        <m:sub>
                          <m:r>
                            <a:rPr lang="ar-AE" sz="1600" i="1">
                              <a:latin typeface="Cambria Math" panose="02040503050406030204" pitchFamily="18" charset="0"/>
                            </a:rPr>
                            <m:t>𝑠</m:t>
                          </m:r>
                        </m:sub>
                      </m:sSub>
                      <m:r>
                        <a:rPr lang="en-IN" sz="1600" b="0" i="1" smtClean="0">
                          <a:latin typeface="Cambria Math" panose="02040503050406030204" pitchFamily="18" charset="0"/>
                        </a:rPr>
                        <m:t>…</m:t>
                      </m:r>
                    </m:oMath>
                  </m:oMathPara>
                </a14:m>
                <a:endParaRPr lang="ar-AE" sz="1600" dirty="0"/>
              </a:p>
              <a:p>
                <a:pPr marL="0" indent="0">
                  <a:buNone/>
                </a:pPr>
                <a:r>
                  <a:rPr lang="en-IN" sz="1600" b="1" dirty="0"/>
                  <a:t>Fuzzy Satisfaction Constraint</a:t>
                </a:r>
                <a:endParaRPr lang="en-IN" sz="1600" dirty="0"/>
              </a:p>
              <a:p>
                <a:pPr marL="0" indent="0">
                  <a:buNone/>
                </a:pPr>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𝜆</m:t>
                          </m:r>
                        </m:e>
                        <m:sub>
                          <m:r>
                            <a:rPr lang="ar-AE" sz="1600">
                              <a:latin typeface="Cambria Math" panose="02040503050406030204" pitchFamily="18" charset="0"/>
                            </a:rPr>
                            <m:t>2</m:t>
                          </m:r>
                        </m:sub>
                      </m:sSub>
                      <m:r>
                        <a:rPr lang="ar-AE"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𝑃𝐷</m:t>
                          </m:r>
                          <m:sSub>
                            <m:sSubPr>
                              <m:ctrlPr>
                                <a:rPr lang="ar-AE" sz="1600" i="1">
                                  <a:latin typeface="Cambria Math" panose="02040503050406030204" pitchFamily="18" charset="0"/>
                                </a:rPr>
                              </m:ctrlPr>
                            </m:sSubPr>
                            <m:e>
                              <m:r>
                                <a:rPr lang="ar-AE" sz="1600" i="1">
                                  <a:latin typeface="Cambria Math" panose="02040503050406030204" pitchFamily="18" charset="0"/>
                                </a:rPr>
                                <m:t>𝐼</m:t>
                              </m:r>
                            </m:e>
                            <m:sub>
                              <m:r>
                                <a:rPr lang="ar-AE" sz="1600" i="1">
                                  <a:latin typeface="Cambria Math" panose="02040503050406030204" pitchFamily="18" charset="0"/>
                                </a:rPr>
                                <m:t>𝑠</m:t>
                              </m:r>
                            </m:sub>
                          </m:sSub>
                          <m:r>
                            <a:rPr lang="ar-AE" sz="1600">
                              <a:latin typeface="Cambria Math" panose="02040503050406030204" pitchFamily="18" charset="0"/>
                            </a:rPr>
                            <m:t>−</m:t>
                          </m:r>
                          <m:r>
                            <a:rPr lang="ar-AE" sz="1600" i="1">
                              <a:latin typeface="Cambria Math" panose="02040503050406030204" pitchFamily="18" charset="0"/>
                            </a:rPr>
                            <m:t>𝑃𝐷</m:t>
                          </m:r>
                          <m:sSub>
                            <m:sSubPr>
                              <m:ctrlPr>
                                <a:rPr lang="ar-AE" sz="1600" i="1">
                                  <a:latin typeface="Cambria Math" panose="02040503050406030204" pitchFamily="18" charset="0"/>
                                </a:rPr>
                              </m:ctrlPr>
                            </m:sSubPr>
                            <m:e>
                              <m:r>
                                <a:rPr lang="ar-AE" sz="1600" i="1">
                                  <a:latin typeface="Cambria Math" panose="02040503050406030204" pitchFamily="18" charset="0"/>
                                </a:rPr>
                                <m:t>𝐼</m:t>
                              </m:r>
                            </m:e>
                            <m:sub>
                              <m:r>
                                <a:rPr lang="ar-AE" sz="1600" i="1">
                                  <a:latin typeface="Cambria Math" panose="02040503050406030204" pitchFamily="18" charset="0"/>
                                </a:rPr>
                                <m:t>𝑚𝑖𝑛</m:t>
                              </m:r>
                            </m:sub>
                          </m:sSub>
                        </m:num>
                        <m:den>
                          <m:r>
                            <a:rPr lang="ar-AE" sz="1600" i="1">
                              <a:latin typeface="Cambria Math" panose="02040503050406030204" pitchFamily="18" charset="0"/>
                            </a:rPr>
                            <m:t>𝑃𝐷</m:t>
                          </m:r>
                          <m:sSub>
                            <m:sSubPr>
                              <m:ctrlPr>
                                <a:rPr lang="ar-AE" sz="1600" i="1">
                                  <a:latin typeface="Cambria Math" panose="02040503050406030204" pitchFamily="18" charset="0"/>
                                </a:rPr>
                              </m:ctrlPr>
                            </m:sSubPr>
                            <m:e>
                              <m:r>
                                <a:rPr lang="ar-AE" sz="1600" i="1">
                                  <a:latin typeface="Cambria Math" panose="02040503050406030204" pitchFamily="18" charset="0"/>
                                </a:rPr>
                                <m:t>𝐼</m:t>
                              </m:r>
                            </m:e>
                            <m:sub>
                              <m:r>
                                <a:rPr lang="ar-AE" sz="1600" i="1">
                                  <a:latin typeface="Cambria Math" panose="02040503050406030204" pitchFamily="18" charset="0"/>
                                </a:rPr>
                                <m:t>𝑡𝑎𝑟𝑔𝑒𝑡</m:t>
                              </m:r>
                            </m:sub>
                          </m:sSub>
                          <m:r>
                            <a:rPr lang="ar-AE" sz="1600">
                              <a:latin typeface="Cambria Math" panose="02040503050406030204" pitchFamily="18" charset="0"/>
                            </a:rPr>
                            <m:t>−</m:t>
                          </m:r>
                          <m:r>
                            <a:rPr lang="ar-AE" sz="1600" i="1">
                              <a:latin typeface="Cambria Math" panose="02040503050406030204" pitchFamily="18" charset="0"/>
                            </a:rPr>
                            <m:t>𝑃𝐷</m:t>
                          </m:r>
                          <m:sSub>
                            <m:sSubPr>
                              <m:ctrlPr>
                                <a:rPr lang="ar-AE" sz="1600" i="1">
                                  <a:latin typeface="Cambria Math" panose="02040503050406030204" pitchFamily="18" charset="0"/>
                                </a:rPr>
                              </m:ctrlPr>
                            </m:sSubPr>
                            <m:e>
                              <m:r>
                                <a:rPr lang="ar-AE" sz="1600" i="1">
                                  <a:latin typeface="Cambria Math" panose="02040503050406030204" pitchFamily="18" charset="0"/>
                                </a:rPr>
                                <m:t>𝐼</m:t>
                              </m:r>
                            </m:e>
                            <m:sub>
                              <m:r>
                                <a:rPr lang="ar-AE" sz="1600" i="1">
                                  <a:latin typeface="Cambria Math" panose="02040503050406030204" pitchFamily="18" charset="0"/>
                                </a:rPr>
                                <m:t>𝑚𝑖𝑛</m:t>
                              </m:r>
                            </m:sub>
                          </m:sSub>
                        </m:den>
                      </m:f>
                    </m:oMath>
                  </m:oMathPara>
                </a14:m>
                <a:endParaRPr lang="ar-AE" sz="1600" dirty="0"/>
              </a:p>
              <a:p>
                <a:endParaRPr lang="ar-AE" sz="1600" dirty="0"/>
              </a:p>
              <a:p>
                <a:pPr marL="0" indent="0">
                  <a:lnSpc>
                    <a:spcPct val="110000"/>
                  </a:lnSpc>
                  <a:buNone/>
                </a:pPr>
                <a:endParaRPr lang="en-IN" sz="1600" dirty="0"/>
              </a:p>
            </p:txBody>
          </p:sp>
        </mc:Choice>
        <mc:Fallback xmlns="">
          <p:sp>
            <p:nvSpPr>
              <p:cNvPr id="3" name="Content Placeholder 2">
                <a:extLst>
                  <a:ext uri="{FF2B5EF4-FFF2-40B4-BE49-F238E27FC236}">
                    <a16:creationId xmlns:a16="http://schemas.microsoft.com/office/drawing/2014/main" id="{ABCBBC62-DCA2-51B0-4894-9C3AA3577DE2}"/>
                  </a:ext>
                </a:extLst>
              </p:cNvPr>
              <p:cNvSpPr>
                <a:spLocks noGrp="1" noRot="1" noChangeAspect="1" noMove="1" noResize="1" noEditPoints="1" noAdjustHandles="1" noChangeArrowheads="1" noChangeShapeType="1" noTextEdit="1"/>
              </p:cNvSpPr>
              <p:nvPr>
                <p:ph sz="quarter" idx="14"/>
              </p:nvPr>
            </p:nvSpPr>
            <p:spPr>
              <a:xfrm>
                <a:off x="5550408" y="383458"/>
                <a:ext cx="6035040" cy="5935046"/>
              </a:xfrm>
              <a:blipFill>
                <a:blip r:embed="rId3"/>
                <a:stretch>
                  <a:fillRect l="-606" b="-2567"/>
                </a:stretch>
              </a:blipFill>
            </p:spPr>
            <p:txBody>
              <a:bodyPr/>
              <a:lstStyle/>
              <a:p>
                <a:r>
                  <a:rPr lang="en-IN">
                    <a:noFill/>
                  </a:rPr>
                  <a:t> </a:t>
                </a:r>
              </a:p>
            </p:txBody>
          </p:sp>
        </mc:Fallback>
      </mc:AlternateContent>
      <p:sp>
        <p:nvSpPr>
          <p:cNvPr id="7" name="Title 1">
            <a:extLst>
              <a:ext uri="{FF2B5EF4-FFF2-40B4-BE49-F238E27FC236}">
                <a16:creationId xmlns:a16="http://schemas.microsoft.com/office/drawing/2014/main" id="{D58FDC8C-28E0-6546-F4CC-BDB0DCA102C4}"/>
              </a:ext>
            </a:extLst>
          </p:cNvPr>
          <p:cNvSpPr txBox="1">
            <a:spLocks/>
          </p:cNvSpPr>
          <p:nvPr/>
        </p:nvSpPr>
        <p:spPr>
          <a:xfrm>
            <a:off x="-92058" y="98323"/>
            <a:ext cx="5028187" cy="152400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lgn="ctr"/>
            <a:r>
              <a:rPr lang="en-US" dirty="0">
                <a:latin typeface="Century" panose="02040604050505020304" pitchFamily="18" charset="0"/>
              </a:rPr>
              <a:t>Optimizing Nutrition </a:t>
            </a:r>
            <a:br>
              <a:rPr lang="en-US" dirty="0">
                <a:latin typeface="Century" panose="02040604050505020304" pitchFamily="18" charset="0"/>
              </a:rPr>
            </a:br>
            <a:r>
              <a:rPr lang="en-US" dirty="0">
                <a:latin typeface="Century" panose="02040604050505020304" pitchFamily="18" charset="0"/>
              </a:rPr>
              <a:t>and Pellet Quality</a:t>
            </a:r>
            <a:endParaRPr lang="en-IN" dirty="0">
              <a:latin typeface="Century" panose="02040604050505020304" pitchFamily="18" charset="0"/>
            </a:endParaRP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0EC70A4F-F26F-7DAD-BD36-4EB42F5BFC66}"/>
                  </a:ext>
                </a:extLst>
              </p:cNvPr>
              <p:cNvGraphicFramePr>
                <a:graphicFrameLocks noChangeAspect="1"/>
              </p:cNvGraphicFramePr>
              <p:nvPr>
                <p:extLst>
                  <p:ext uri="{D42A27DB-BD31-4B8C-83A1-F6EECF244321}">
                    <p14:modId xmlns:p14="http://schemas.microsoft.com/office/powerpoint/2010/main" val="1509856866"/>
                  </p:ext>
                </p:extLst>
              </p:nvPr>
            </p:nvGraphicFramePr>
            <p:xfrm>
              <a:off x="10722427" y="346428"/>
              <a:ext cx="1164771" cy="655184"/>
            </p:xfrm>
            <a:graphic>
              <a:graphicData uri="http://schemas.microsoft.com/office/powerpoint/2016/slidezoom">
                <pslz:sldZm>
                  <pslz:sldZmObj sldId="285" cId="43551771">
                    <pslz:zmPr id="{FFFC67A7-E54B-43C3-9DEF-4DB4E2B37807}" returnToParent="0" transitionDur="1000">
                      <p166:blipFill xmlns:p166="http://schemas.microsoft.com/office/powerpoint/2016/6/main">
                        <a:blip r:embed="rId4"/>
                        <a:stretch>
                          <a:fillRect/>
                        </a:stretch>
                      </p166:blipFill>
                      <p166:spPr xmlns:p166="http://schemas.microsoft.com/office/powerpoint/2016/6/main">
                        <a:xfrm>
                          <a:off x="0" y="0"/>
                          <a:ext cx="1164771" cy="655184"/>
                        </a:xfrm>
                        <a:prstGeom prst="rect">
                          <a:avLst/>
                        </a:prstGeom>
                        <a:ln w="3175">
                          <a:solidFill>
                            <a:prstClr val="ltGray"/>
                          </a:solidFill>
                        </a:ln>
                      </p166:spPr>
                    </pslz:zmPr>
                  </pslz:sldZmObj>
                </pslz:sldZm>
              </a:graphicData>
            </a:graphic>
          </p:graphicFrame>
        </mc:Choice>
        <mc:Fallback xmlns="">
          <p:pic>
            <p:nvPicPr>
              <p:cNvPr id="4" name="Slide Zoom 3">
                <a:extLst>
                  <a:ext uri="{FF2B5EF4-FFF2-40B4-BE49-F238E27FC236}">
                    <a16:creationId xmlns:a16="http://schemas.microsoft.com/office/drawing/2014/main" id="{0EC70A4F-F26F-7DAD-BD36-4EB42F5BFC66}"/>
                  </a:ext>
                </a:extLst>
              </p:cNvPr>
              <p:cNvPicPr>
                <a:picLocks noGrp="1" noRot="1" noChangeAspect="1" noMove="1" noResize="1" noEditPoints="1" noAdjustHandles="1" noChangeArrowheads="1" noChangeShapeType="1"/>
              </p:cNvPicPr>
              <p:nvPr/>
            </p:nvPicPr>
            <p:blipFill>
              <a:blip r:embed="rId5"/>
              <a:stretch>
                <a:fillRect/>
              </a:stretch>
            </p:blipFill>
            <p:spPr>
              <a:xfrm>
                <a:off x="10722427" y="346428"/>
                <a:ext cx="1164771" cy="65518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5C3F8341-3B84-D2C5-BA2F-83C0E3334DD4}"/>
                  </a:ext>
                </a:extLst>
              </p:cNvPr>
              <p:cNvGraphicFramePr>
                <a:graphicFrameLocks noChangeAspect="1"/>
              </p:cNvGraphicFramePr>
              <p:nvPr>
                <p:extLst>
                  <p:ext uri="{D42A27DB-BD31-4B8C-83A1-F6EECF244321}">
                    <p14:modId xmlns:p14="http://schemas.microsoft.com/office/powerpoint/2010/main" val="1212066033"/>
                  </p:ext>
                </p:extLst>
              </p:nvPr>
            </p:nvGraphicFramePr>
            <p:xfrm>
              <a:off x="10812247" y="1798801"/>
              <a:ext cx="924076" cy="519793"/>
            </p:xfrm>
            <a:graphic>
              <a:graphicData uri="http://schemas.microsoft.com/office/powerpoint/2016/slidezoom">
                <pslz:sldZm>
                  <pslz:sldZmObj sldId="281" cId="1830646304">
                    <pslz:zmPr id="{54DA8420-FC73-4C7A-994E-790747441F3F}" returnToParent="0" transitionDur="1000">
                      <p166:blipFill xmlns:p166="http://schemas.microsoft.com/office/powerpoint/2016/6/main">
                        <a:blip r:embed="rId6"/>
                        <a:stretch>
                          <a:fillRect/>
                        </a:stretch>
                      </p166:blipFill>
                      <p166:spPr xmlns:p166="http://schemas.microsoft.com/office/powerpoint/2016/6/main">
                        <a:xfrm>
                          <a:off x="0" y="0"/>
                          <a:ext cx="924076" cy="519793"/>
                        </a:xfrm>
                        <a:prstGeom prst="rect">
                          <a:avLst/>
                        </a:prstGeom>
                        <a:ln w="3175">
                          <a:solidFill>
                            <a:prstClr val="ltGray"/>
                          </a:solidFill>
                        </a:ln>
                      </p166:spPr>
                    </pslz:zmPr>
                  </pslz:sldZmObj>
                </pslz:sldZm>
              </a:graphicData>
            </a:graphic>
          </p:graphicFrame>
        </mc:Choice>
        <mc:Fallback xmlns="">
          <p:pic>
            <p:nvPicPr>
              <p:cNvPr id="8" name="Slide Zoom 7">
                <a:hlinkClick r:id="rId8" action="ppaction://hlinksldjump"/>
                <a:extLst>
                  <a:ext uri="{FF2B5EF4-FFF2-40B4-BE49-F238E27FC236}">
                    <a16:creationId xmlns:a16="http://schemas.microsoft.com/office/drawing/2014/main" id="{5C3F8341-3B84-D2C5-BA2F-83C0E3334DD4}"/>
                  </a:ext>
                </a:extLst>
              </p:cNvPr>
              <p:cNvPicPr>
                <a:picLocks noGrp="1" noRot="1" noChangeAspect="1" noMove="1" noResize="1" noEditPoints="1" noAdjustHandles="1" noChangeArrowheads="1" noChangeShapeType="1"/>
              </p:cNvPicPr>
              <p:nvPr/>
            </p:nvPicPr>
            <p:blipFill>
              <a:blip r:embed="rId9"/>
              <a:stretch>
                <a:fillRect/>
              </a:stretch>
            </p:blipFill>
            <p:spPr>
              <a:xfrm>
                <a:off x="10812247" y="1798801"/>
                <a:ext cx="924076" cy="519793"/>
              </a:xfrm>
              <a:prstGeom prst="rect">
                <a:avLst/>
              </a:prstGeom>
              <a:ln w="3175">
                <a:solidFill>
                  <a:prstClr val="ltGray"/>
                </a:solidFill>
              </a:ln>
            </p:spPr>
          </p:pic>
        </mc:Fallback>
      </mc:AlternateContent>
    </p:spTree>
    <p:extLst>
      <p:ext uri="{BB962C8B-B14F-4D97-AF65-F5344CB8AC3E}">
        <p14:creationId xmlns:p14="http://schemas.microsoft.com/office/powerpoint/2010/main" val="4084047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A8A2-548F-B263-47C3-E7961FC9B07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8328968-87B5-5F72-987A-6A3F3B20870F}"/>
              </a:ext>
            </a:extLst>
          </p:cNvPr>
          <p:cNvPicPr>
            <a:picLocks noChangeAspect="1"/>
          </p:cNvPicPr>
          <p:nvPr/>
        </p:nvPicPr>
        <p:blipFill>
          <a:blip r:embed="rId2"/>
          <a:srcRect t="31924" b="3015"/>
          <a:stretch>
            <a:fillRect/>
          </a:stretch>
        </p:blipFill>
        <p:spPr>
          <a:xfrm>
            <a:off x="20" y="10"/>
            <a:ext cx="4844032" cy="7560996"/>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332379-52DB-66B7-0F91-E076DF89C820}"/>
                  </a:ext>
                </a:extLst>
              </p:cNvPr>
              <p:cNvSpPr>
                <a:spLocks noGrp="1"/>
              </p:cNvSpPr>
              <p:nvPr>
                <p:ph sz="quarter" idx="14"/>
              </p:nvPr>
            </p:nvSpPr>
            <p:spPr>
              <a:xfrm>
                <a:off x="5550408" y="393290"/>
                <a:ext cx="6035040" cy="5925214"/>
              </a:xfrm>
            </p:spPr>
            <p:txBody>
              <a:bodyPr>
                <a:normAutofit fontScale="92500" lnSpcReduction="20000"/>
              </a:bodyPr>
              <a:lstStyle/>
              <a:p>
                <a:pPr marL="0" indent="0">
                  <a:buNone/>
                </a:pPr>
                <a:r>
                  <a:rPr lang="en-IN" sz="1900" b="1" dirty="0"/>
                  <a:t>P3​ – Cost Minimization</a:t>
                </a:r>
                <a:endParaRPr lang="en-IN" sz="1900" dirty="0"/>
              </a:p>
              <a:p>
                <a:r>
                  <a:rPr lang="en-IN" sz="1900" dirty="0"/>
                  <a:t>Aggregates </a:t>
                </a:r>
                <a:r>
                  <a:rPr lang="en-IN" sz="1900" b="1" dirty="0"/>
                  <a:t>raw material, energy, labour, and packaging costs</a:t>
                </a:r>
                <a:r>
                  <a:rPr lang="en-IN" sz="1900" dirty="0"/>
                  <a:t> into a single economic objective.</a:t>
                </a:r>
              </a:p>
              <a:p>
                <a:pPr marL="0" indent="0">
                  <a:buNone/>
                </a:pPr>
                <a:r>
                  <a:rPr lang="en-IN" sz="1900" b="1" dirty="0"/>
                  <a:t>Fuzzy Satisfaction Constraint</a:t>
                </a:r>
                <a:endParaRPr lang="en-IN" sz="1900" dirty="0"/>
              </a:p>
              <a:p>
                <a:pPr marL="0" indent="0">
                  <a:buNone/>
                </a:pPr>
                <a14:m>
                  <m:oMathPara xmlns:m="http://schemas.openxmlformats.org/officeDocument/2006/math">
                    <m:oMathParaPr>
                      <m:jc m:val="centerGroup"/>
                    </m:oMathParaPr>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𝜆</m:t>
                          </m:r>
                        </m:e>
                        <m:sub>
                          <m:r>
                            <a:rPr lang="ar-AE" sz="1900">
                              <a:latin typeface="Cambria Math" panose="02040503050406030204" pitchFamily="18" charset="0"/>
                            </a:rPr>
                            <m:t>3</m:t>
                          </m:r>
                        </m:sub>
                      </m:sSub>
                      <m:r>
                        <a:rPr lang="ar-AE" sz="1900">
                          <a:latin typeface="Cambria Math" panose="02040503050406030204" pitchFamily="18" charset="0"/>
                        </a:rPr>
                        <m:t>≤</m:t>
                      </m:r>
                      <m:f>
                        <m:fPr>
                          <m:ctrlPr>
                            <a:rPr lang="ar-AE" sz="1900" i="1">
                              <a:latin typeface="Cambria Math" panose="02040503050406030204" pitchFamily="18" charset="0"/>
                            </a:rPr>
                          </m:ctrlPr>
                        </m:fPr>
                        <m:num>
                          <m:sSub>
                            <m:sSubPr>
                              <m:ctrlPr>
                                <a:rPr lang="ar-AE" sz="1900" i="1">
                                  <a:latin typeface="Cambria Math" panose="02040503050406030204" pitchFamily="18" charset="0"/>
                                </a:rPr>
                              </m:ctrlPr>
                            </m:sSubPr>
                            <m:e>
                              <m:r>
                                <a:rPr lang="ar-AE" sz="1900" i="1">
                                  <a:latin typeface="Cambria Math" panose="02040503050406030204" pitchFamily="18" charset="0"/>
                                </a:rPr>
                                <m:t>𝑐</m:t>
                              </m:r>
                            </m:e>
                            <m:sub>
                              <m:r>
                                <a:rPr lang="ar-AE" sz="1900" i="1">
                                  <a:latin typeface="Cambria Math" panose="02040503050406030204" pitchFamily="18" charset="0"/>
                                </a:rPr>
                                <m:t>𝑚𝑎𝑥</m:t>
                              </m:r>
                            </m:sub>
                          </m:sSub>
                          <m:r>
                            <a:rPr lang="ar-AE"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𝐶</m:t>
                              </m:r>
                            </m:e>
                            <m:sub>
                              <m:r>
                                <a:rPr lang="ar-AE" sz="1900" i="1">
                                  <a:latin typeface="Cambria Math" panose="02040503050406030204" pitchFamily="18" charset="0"/>
                                </a:rPr>
                                <m:t>𝑡𝑜𝑡𝑎𝑙</m:t>
                              </m:r>
                            </m:sub>
                          </m:sSub>
                        </m:num>
                        <m:den>
                          <m:sSub>
                            <m:sSubPr>
                              <m:ctrlPr>
                                <a:rPr lang="ar-AE" sz="1900" i="1">
                                  <a:latin typeface="Cambria Math" panose="02040503050406030204" pitchFamily="18" charset="0"/>
                                </a:rPr>
                              </m:ctrlPr>
                            </m:sSubPr>
                            <m:e>
                              <m:r>
                                <a:rPr lang="ar-AE" sz="1900" i="1">
                                  <a:latin typeface="Cambria Math" panose="02040503050406030204" pitchFamily="18" charset="0"/>
                                </a:rPr>
                                <m:t>𝑐</m:t>
                              </m:r>
                            </m:e>
                            <m:sub>
                              <m:r>
                                <a:rPr lang="ar-AE" sz="1900" i="1">
                                  <a:latin typeface="Cambria Math" panose="02040503050406030204" pitchFamily="18" charset="0"/>
                                </a:rPr>
                                <m:t>𝑚𝑎𝑥</m:t>
                              </m:r>
                            </m:sub>
                          </m:sSub>
                          <m:r>
                            <a:rPr lang="ar-AE"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𝑐</m:t>
                              </m:r>
                            </m:e>
                            <m:sub>
                              <m:r>
                                <a:rPr lang="ar-AE" sz="1900" i="1">
                                  <a:latin typeface="Cambria Math" panose="02040503050406030204" pitchFamily="18" charset="0"/>
                                </a:rPr>
                                <m:t>𝑖𝑑𝑒𝑎𝑙</m:t>
                              </m:r>
                            </m:sub>
                          </m:sSub>
                        </m:den>
                      </m:f>
                    </m:oMath>
                  </m:oMathPara>
                </a14:m>
                <a:endParaRPr lang="en-IN" sz="1900" b="1" dirty="0"/>
              </a:p>
              <a:p>
                <a:pPr marL="0" indent="0">
                  <a:buNone/>
                </a:pPr>
                <a:r>
                  <a:rPr lang="en-US" sz="1900" b="1" dirty="0"/>
                  <a:t>P4 - </a:t>
                </a:r>
                <a:r>
                  <a:rPr lang="en-IN" sz="1900" b="1" dirty="0"/>
                  <a:t>Ergonomic Safety</a:t>
                </a:r>
                <a:endParaRPr lang="en-IN" sz="1900" dirty="0"/>
              </a:p>
              <a:p>
                <a:r>
                  <a:rPr lang="en-IN" sz="1900" dirty="0"/>
                  <a:t>Integrates the </a:t>
                </a:r>
                <a:r>
                  <a:rPr lang="en-IN" sz="1900" b="1" dirty="0"/>
                  <a:t>NIOSH Lifting Equation</a:t>
                </a:r>
                <a:r>
                  <a:rPr lang="en-IN" sz="1900" dirty="0"/>
                  <a:t> to compute the </a:t>
                </a:r>
                <a:r>
                  <a:rPr lang="en-IN" sz="1900" b="1" dirty="0"/>
                  <a:t>Recommended Weight Limit (RWL)</a:t>
                </a:r>
                <a:r>
                  <a:rPr lang="en-IN" sz="1900" dirty="0"/>
                  <a:t>.</a:t>
                </a:r>
              </a:p>
              <a:p>
                <a:r>
                  <a:rPr lang="en-IN" sz="1900" dirty="0"/>
                  <a:t>Uses this to scale the </a:t>
                </a:r>
                <a:r>
                  <a:rPr lang="en-IN" sz="1900" b="1" dirty="0"/>
                  <a:t>Lifting Index (LI)</a:t>
                </a:r>
                <a:r>
                  <a:rPr lang="en-IN" sz="1900" dirty="0"/>
                  <a:t>.</a:t>
                </a:r>
              </a:p>
              <a:p>
                <a:pPr marL="0" indent="0">
                  <a:buNone/>
                </a:pPr>
                <a:r>
                  <a:rPr lang="en-IN" sz="1900" b="1" dirty="0"/>
                  <a:t>Lifting Index Equation</a:t>
                </a:r>
                <a:endParaRPr lang="en-IN" sz="1900" dirty="0"/>
              </a:p>
              <a:p>
                <a:pPr marL="0" indent="0">
                  <a:buNone/>
                </a:pPr>
                <a14:m>
                  <m:oMathPara xmlns:m="http://schemas.openxmlformats.org/officeDocument/2006/math">
                    <m:oMathParaPr>
                      <m:jc m:val="centerGroup"/>
                    </m:oMathParaPr>
                    <m:oMath xmlns:m="http://schemas.openxmlformats.org/officeDocument/2006/math">
                      <m:r>
                        <a:rPr lang="en-IN" sz="1900" i="1">
                          <a:latin typeface="Cambria Math" panose="02040503050406030204" pitchFamily="18" charset="0"/>
                        </a:rPr>
                        <m:t>𝐿</m:t>
                      </m:r>
                      <m:sSub>
                        <m:sSubPr>
                          <m:ctrlPr>
                            <a:rPr lang="ar-AE" sz="1900" i="1">
                              <a:latin typeface="Cambria Math" panose="02040503050406030204" pitchFamily="18" charset="0"/>
                            </a:rPr>
                          </m:ctrlPr>
                        </m:sSubPr>
                        <m:e>
                          <m:r>
                            <a:rPr lang="ar-AE" sz="1900" i="1">
                              <a:latin typeface="Cambria Math" panose="02040503050406030204" pitchFamily="18" charset="0"/>
                            </a:rPr>
                            <m:t>𝐼</m:t>
                          </m:r>
                        </m:e>
                        <m:sub>
                          <m:r>
                            <a:rPr lang="ar-AE" sz="1900" i="1">
                              <a:latin typeface="Cambria Math" panose="02040503050406030204" pitchFamily="18" charset="0"/>
                            </a:rPr>
                            <m:t>𝑠</m:t>
                          </m:r>
                        </m:sub>
                      </m:sSub>
                      <m:r>
                        <a:rPr lang="ar-AE" sz="1900">
                          <a:latin typeface="Cambria Math" panose="02040503050406030204" pitchFamily="18" charset="0"/>
                        </a:rPr>
                        <m:t>=</m:t>
                      </m:r>
                      <m:f>
                        <m:fPr>
                          <m:ctrlPr>
                            <a:rPr lang="ar-AE" sz="1900" i="1">
                              <a:latin typeface="Cambria Math" panose="02040503050406030204" pitchFamily="18" charset="0"/>
                            </a:rPr>
                          </m:ctrlPr>
                        </m:fPr>
                        <m:num>
                          <m:sSub>
                            <m:sSubPr>
                              <m:ctrlPr>
                                <a:rPr lang="ar-AE" sz="1900" i="1">
                                  <a:latin typeface="Cambria Math" panose="02040503050406030204" pitchFamily="18" charset="0"/>
                                </a:rPr>
                              </m:ctrlPr>
                            </m:sSubPr>
                            <m:e>
                              <m:r>
                                <a:rPr lang="ar-AE" sz="1900" i="1">
                                  <a:latin typeface="Cambria Math" panose="02040503050406030204" pitchFamily="18" charset="0"/>
                                </a:rPr>
                                <m:t>𝑊</m:t>
                              </m:r>
                            </m:e>
                            <m:sub>
                              <m:r>
                                <a:rPr lang="ar-AE" sz="1900" i="1">
                                  <a:latin typeface="Cambria Math" panose="02040503050406030204" pitchFamily="18" charset="0"/>
                                </a:rPr>
                                <m:t>𝑠</m:t>
                              </m:r>
                            </m:sub>
                          </m:sSub>
                        </m:num>
                        <m:den>
                          <m:r>
                            <a:rPr lang="ar-AE" sz="1900" i="1">
                              <a:latin typeface="Cambria Math" panose="02040503050406030204" pitchFamily="18" charset="0"/>
                            </a:rPr>
                            <m:t>𝑅𝑊𝐿</m:t>
                          </m:r>
                        </m:den>
                      </m:f>
                    </m:oMath>
                  </m:oMathPara>
                </a14:m>
                <a:endParaRPr lang="ar-AE" sz="1900" dirty="0"/>
              </a:p>
              <a:p>
                <a:pPr marL="0" indent="0">
                  <a:buNone/>
                </a:pPr>
                <a:r>
                  <a:rPr lang="en-IN" sz="1900" b="1" dirty="0"/>
                  <a:t>Fuzzy Satisfaction Constraint</a:t>
                </a:r>
                <a:endParaRPr lang="en-IN" sz="1900" dirty="0"/>
              </a:p>
              <a:p>
                <a:pPr marL="0" indent="0">
                  <a:buNone/>
                </a:pPr>
                <a14:m>
                  <m:oMathPara xmlns:m="http://schemas.openxmlformats.org/officeDocument/2006/math">
                    <m:oMathParaPr>
                      <m:jc m:val="centerGroup"/>
                    </m:oMathParaPr>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𝜆</m:t>
                          </m:r>
                        </m:e>
                        <m:sub>
                          <m:r>
                            <a:rPr lang="ar-AE" sz="1900">
                              <a:latin typeface="Cambria Math" panose="02040503050406030204" pitchFamily="18" charset="0"/>
                            </a:rPr>
                            <m:t>4</m:t>
                          </m:r>
                        </m:sub>
                      </m:sSub>
                      <m:r>
                        <a:rPr lang="ar-AE" sz="1900">
                          <a:latin typeface="Cambria Math" panose="02040503050406030204" pitchFamily="18" charset="0"/>
                        </a:rPr>
                        <m:t>≤</m:t>
                      </m:r>
                      <m:f>
                        <m:fPr>
                          <m:ctrlPr>
                            <a:rPr lang="ar-AE" sz="1900" i="1">
                              <a:latin typeface="Cambria Math" panose="02040503050406030204" pitchFamily="18" charset="0"/>
                            </a:rPr>
                          </m:ctrlPr>
                        </m:fPr>
                        <m:num>
                          <m:r>
                            <a:rPr lang="ar-AE" sz="1900" i="1">
                              <a:latin typeface="Cambria Math" panose="02040503050406030204" pitchFamily="18" charset="0"/>
                            </a:rPr>
                            <m:t>𝐿</m:t>
                          </m:r>
                          <m:sSub>
                            <m:sSubPr>
                              <m:ctrlPr>
                                <a:rPr lang="ar-AE" sz="1900" i="1">
                                  <a:latin typeface="Cambria Math" panose="02040503050406030204" pitchFamily="18" charset="0"/>
                                </a:rPr>
                              </m:ctrlPr>
                            </m:sSubPr>
                            <m:e>
                              <m:r>
                                <a:rPr lang="ar-AE" sz="1900" i="1">
                                  <a:latin typeface="Cambria Math" panose="02040503050406030204" pitchFamily="18" charset="0"/>
                                </a:rPr>
                                <m:t>𝐼</m:t>
                              </m:r>
                            </m:e>
                            <m:sub>
                              <m:r>
                                <a:rPr lang="ar-AE" sz="1900" i="1">
                                  <a:latin typeface="Cambria Math" panose="02040503050406030204" pitchFamily="18" charset="0"/>
                                </a:rPr>
                                <m:t>𝑚𝑎𝑥</m:t>
                              </m:r>
                            </m:sub>
                          </m:sSub>
                          <m:r>
                            <a:rPr lang="ar-AE" sz="1900">
                              <a:latin typeface="Cambria Math" panose="02040503050406030204" pitchFamily="18" charset="0"/>
                            </a:rPr>
                            <m:t>−</m:t>
                          </m:r>
                          <m:f>
                            <m:fPr>
                              <m:ctrlPr>
                                <a:rPr lang="ar-AE" sz="1900" i="1">
                                  <a:latin typeface="Cambria Math" panose="02040503050406030204" pitchFamily="18" charset="0"/>
                                </a:rPr>
                              </m:ctrlPr>
                            </m:fPr>
                            <m:num>
                              <m:r>
                                <a:rPr lang="ar-AE" sz="1900">
                                  <a:latin typeface="Cambria Math" panose="02040503050406030204" pitchFamily="18" charset="0"/>
                                </a:rPr>
                                <m:t>1</m:t>
                              </m:r>
                            </m:num>
                            <m:den>
                              <m:r>
                                <a:rPr lang="ar-AE" sz="1900">
                                  <a:latin typeface="Cambria Math" panose="02040503050406030204" pitchFamily="18" charset="0"/>
                                </a:rPr>
                                <m:t>3</m:t>
                              </m:r>
                            </m:den>
                          </m:f>
                          <m:nary>
                            <m:naryPr>
                              <m:chr m:val="∑"/>
                              <m:grow m:val="on"/>
                              <m:supHide m:val="on"/>
                              <m:ctrlPr>
                                <a:rPr lang="ar-AE" sz="1900" i="1">
                                  <a:latin typeface="Cambria Math" panose="02040503050406030204" pitchFamily="18" charset="0"/>
                                </a:rPr>
                              </m:ctrlPr>
                            </m:naryPr>
                            <m:sub>
                              <m:r>
                                <a:rPr lang="ar-AE" sz="1900" i="1">
                                  <a:latin typeface="Cambria Math" panose="02040503050406030204" pitchFamily="18" charset="0"/>
                                </a:rPr>
                                <m:t>𝑠</m:t>
                              </m:r>
                              <m:r>
                                <a:rPr lang="ar-AE" sz="1900">
                                  <a:latin typeface="Cambria Math" panose="02040503050406030204" pitchFamily="18" charset="0"/>
                                </a:rPr>
                                <m:t>∈</m:t>
                              </m:r>
                              <m:r>
                                <a:rPr lang="ar-AE" sz="1900" i="1">
                                  <a:latin typeface="Cambria Math" panose="02040503050406030204" pitchFamily="18" charset="0"/>
                                </a:rPr>
                                <m:t>𝑆</m:t>
                              </m:r>
                            </m:sub>
                            <m:sup/>
                            <m:e>
                              <m:r>
                                <a:rPr lang="ar-AE" sz="1900" i="1">
                                  <a:latin typeface="Cambria Math" panose="02040503050406030204" pitchFamily="18" charset="0"/>
                                </a:rPr>
                                <m:t>𝐿</m:t>
                              </m:r>
                            </m:e>
                          </m:nary>
                          <m:sSub>
                            <m:sSubPr>
                              <m:ctrlPr>
                                <a:rPr lang="ar-AE" sz="1900" i="1">
                                  <a:latin typeface="Cambria Math" panose="02040503050406030204" pitchFamily="18" charset="0"/>
                                </a:rPr>
                              </m:ctrlPr>
                            </m:sSubPr>
                            <m:e>
                              <m:r>
                                <a:rPr lang="ar-AE" sz="1900" i="1">
                                  <a:latin typeface="Cambria Math" panose="02040503050406030204" pitchFamily="18" charset="0"/>
                                </a:rPr>
                                <m:t>𝐼</m:t>
                              </m:r>
                            </m:e>
                            <m:sub>
                              <m:r>
                                <a:rPr lang="ar-AE" sz="1900" i="1">
                                  <a:latin typeface="Cambria Math" panose="02040503050406030204" pitchFamily="18" charset="0"/>
                                </a:rPr>
                                <m:t>𝑠</m:t>
                              </m:r>
                            </m:sub>
                          </m:sSub>
                        </m:num>
                        <m:den>
                          <m:r>
                            <a:rPr lang="ar-AE" sz="1900" i="1">
                              <a:latin typeface="Cambria Math" panose="02040503050406030204" pitchFamily="18" charset="0"/>
                            </a:rPr>
                            <m:t>𝐿</m:t>
                          </m:r>
                          <m:sSub>
                            <m:sSubPr>
                              <m:ctrlPr>
                                <a:rPr lang="ar-AE" sz="1900" i="1">
                                  <a:latin typeface="Cambria Math" panose="02040503050406030204" pitchFamily="18" charset="0"/>
                                </a:rPr>
                              </m:ctrlPr>
                            </m:sSubPr>
                            <m:e>
                              <m:r>
                                <a:rPr lang="ar-AE" sz="1900" i="1">
                                  <a:latin typeface="Cambria Math" panose="02040503050406030204" pitchFamily="18" charset="0"/>
                                </a:rPr>
                                <m:t>𝐼</m:t>
                              </m:r>
                            </m:e>
                            <m:sub>
                              <m:r>
                                <a:rPr lang="ar-AE" sz="1900" i="1">
                                  <a:latin typeface="Cambria Math" panose="02040503050406030204" pitchFamily="18" charset="0"/>
                                </a:rPr>
                                <m:t>𝑚𝑎𝑥</m:t>
                              </m:r>
                            </m:sub>
                          </m:sSub>
                          <m:r>
                            <a:rPr lang="ar-AE" sz="1900">
                              <a:latin typeface="Cambria Math" panose="02040503050406030204" pitchFamily="18" charset="0"/>
                            </a:rPr>
                            <m:t>−</m:t>
                          </m:r>
                          <m:r>
                            <a:rPr lang="ar-AE" sz="1900" i="1">
                              <a:latin typeface="Cambria Math" panose="02040503050406030204" pitchFamily="18" charset="0"/>
                            </a:rPr>
                            <m:t>𝐿</m:t>
                          </m:r>
                          <m:sSub>
                            <m:sSubPr>
                              <m:ctrlPr>
                                <a:rPr lang="ar-AE" sz="1900" i="1">
                                  <a:latin typeface="Cambria Math" panose="02040503050406030204" pitchFamily="18" charset="0"/>
                                </a:rPr>
                              </m:ctrlPr>
                            </m:sSubPr>
                            <m:e>
                              <m:r>
                                <a:rPr lang="ar-AE" sz="1900" i="1">
                                  <a:latin typeface="Cambria Math" panose="02040503050406030204" pitchFamily="18" charset="0"/>
                                </a:rPr>
                                <m:t>𝐼</m:t>
                              </m:r>
                            </m:e>
                            <m:sub>
                              <m:r>
                                <a:rPr lang="ar-AE" sz="1900" i="1">
                                  <a:latin typeface="Cambria Math" panose="02040503050406030204" pitchFamily="18" charset="0"/>
                                </a:rPr>
                                <m:t>𝑖𝑑𝑒𝑎𝑙</m:t>
                              </m:r>
                            </m:sub>
                          </m:sSub>
                        </m:den>
                      </m:f>
                    </m:oMath>
                  </m:oMathPara>
                </a14:m>
                <a:endParaRPr lang="ar-AE" sz="1900" dirty="0"/>
              </a:p>
              <a:p>
                <a:pPr marL="0" indent="0">
                  <a:lnSpc>
                    <a:spcPct val="110000"/>
                  </a:lnSpc>
                  <a:buNone/>
                </a:pPr>
                <a:endParaRPr lang="en-IN" sz="1500" dirty="0"/>
              </a:p>
            </p:txBody>
          </p:sp>
        </mc:Choice>
        <mc:Fallback xmlns="">
          <p:sp>
            <p:nvSpPr>
              <p:cNvPr id="3" name="Content Placeholder 2">
                <a:extLst>
                  <a:ext uri="{FF2B5EF4-FFF2-40B4-BE49-F238E27FC236}">
                    <a16:creationId xmlns:a16="http://schemas.microsoft.com/office/drawing/2014/main" id="{A0332379-52DB-66B7-0F91-E076DF89C820}"/>
                  </a:ext>
                </a:extLst>
              </p:cNvPr>
              <p:cNvSpPr>
                <a:spLocks noGrp="1" noRot="1" noChangeAspect="1" noMove="1" noResize="1" noEditPoints="1" noAdjustHandles="1" noChangeArrowheads="1" noChangeShapeType="1" noTextEdit="1"/>
              </p:cNvSpPr>
              <p:nvPr>
                <p:ph sz="quarter" idx="14"/>
              </p:nvPr>
            </p:nvSpPr>
            <p:spPr>
              <a:xfrm>
                <a:off x="5550408" y="393290"/>
                <a:ext cx="6035040" cy="5925214"/>
              </a:xfrm>
              <a:blipFill>
                <a:blip r:embed="rId3"/>
                <a:stretch>
                  <a:fillRect l="-909" t="-617"/>
                </a:stretch>
              </a:blipFill>
            </p:spPr>
            <p:txBody>
              <a:bodyPr/>
              <a:lstStyle/>
              <a:p>
                <a:r>
                  <a:rPr lang="en-IN">
                    <a:noFill/>
                  </a:rPr>
                  <a:t> </a:t>
                </a:r>
              </a:p>
            </p:txBody>
          </p:sp>
        </mc:Fallback>
      </mc:AlternateContent>
      <p:sp>
        <p:nvSpPr>
          <p:cNvPr id="7" name="Title 1">
            <a:extLst>
              <a:ext uri="{FF2B5EF4-FFF2-40B4-BE49-F238E27FC236}">
                <a16:creationId xmlns:a16="http://schemas.microsoft.com/office/drawing/2014/main" id="{DAC9F505-97FD-C6B5-66DD-51ECEBE422F2}"/>
              </a:ext>
            </a:extLst>
          </p:cNvPr>
          <p:cNvSpPr txBox="1">
            <a:spLocks/>
          </p:cNvSpPr>
          <p:nvPr/>
        </p:nvSpPr>
        <p:spPr>
          <a:xfrm>
            <a:off x="606552" y="312666"/>
            <a:ext cx="3670480" cy="1143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lgn="ctr"/>
            <a:r>
              <a:rPr lang="en-IN" sz="3600" dirty="0">
                <a:latin typeface="Century" panose="02040604050505020304" pitchFamily="18" charset="0"/>
              </a:rPr>
              <a:t>Cost and </a:t>
            </a:r>
            <a:br>
              <a:rPr lang="en-IN" sz="3600" dirty="0">
                <a:latin typeface="Century" panose="02040604050505020304" pitchFamily="18" charset="0"/>
              </a:rPr>
            </a:br>
            <a:r>
              <a:rPr lang="en-IN" sz="3600" dirty="0">
                <a:latin typeface="Century" panose="02040604050505020304" pitchFamily="18" charset="0"/>
              </a:rPr>
              <a:t>Ergonomics</a:t>
            </a: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B166B390-E6C1-B76F-23E6-26D461E7B7BC}"/>
                  </a:ext>
                </a:extLst>
              </p:cNvPr>
              <p:cNvGraphicFramePr>
                <a:graphicFrameLocks noChangeAspect="1"/>
              </p:cNvGraphicFramePr>
              <p:nvPr>
                <p:extLst>
                  <p:ext uri="{D42A27DB-BD31-4B8C-83A1-F6EECF244321}">
                    <p14:modId xmlns:p14="http://schemas.microsoft.com/office/powerpoint/2010/main" val="3370978838"/>
                  </p:ext>
                </p:extLst>
              </p:nvPr>
            </p:nvGraphicFramePr>
            <p:xfrm>
              <a:off x="11160905" y="406556"/>
              <a:ext cx="849085" cy="477610"/>
            </p:xfrm>
            <a:graphic>
              <a:graphicData uri="http://schemas.microsoft.com/office/powerpoint/2016/slidezoom">
                <pslz:sldZm>
                  <pslz:sldZmObj sldId="286" cId="792824733">
                    <pslz:zmPr id="{1B0A86BB-17E1-4139-A04F-A0C30E2AAB6D}" returnToParent="0" transitionDur="1000">
                      <p166:blipFill xmlns:p166="http://schemas.microsoft.com/office/powerpoint/2016/6/main">
                        <a:blip r:embed="rId4"/>
                        <a:stretch>
                          <a:fillRect/>
                        </a:stretch>
                      </p166:blipFill>
                      <p166:spPr xmlns:p166="http://schemas.microsoft.com/office/powerpoint/2016/6/main">
                        <a:xfrm>
                          <a:off x="0" y="0"/>
                          <a:ext cx="849085" cy="477610"/>
                        </a:xfrm>
                        <a:prstGeom prst="rect">
                          <a:avLst/>
                        </a:prstGeom>
                        <a:ln w="3175">
                          <a:solidFill>
                            <a:prstClr val="ltGray"/>
                          </a:solidFill>
                        </a:ln>
                      </p166:spPr>
                    </pslz:zmPr>
                  </pslz:sldZmObj>
                </pslz:sldZm>
              </a:graphicData>
            </a:graphic>
          </p:graphicFrame>
        </mc:Choice>
        <mc:Fallback xmlns="">
          <p:pic>
            <p:nvPicPr>
              <p:cNvPr id="4" name="Slide Zoom 3">
                <a:hlinkClick r:id="rId5" action="ppaction://hlinksldjump"/>
                <a:extLst>
                  <a:ext uri="{FF2B5EF4-FFF2-40B4-BE49-F238E27FC236}">
                    <a16:creationId xmlns:a16="http://schemas.microsoft.com/office/drawing/2014/main" id="{B166B390-E6C1-B76F-23E6-26D461E7B7BC}"/>
                  </a:ext>
                </a:extLst>
              </p:cNvPr>
              <p:cNvPicPr>
                <a:picLocks noGrp="1" noRot="1" noChangeAspect="1" noMove="1" noResize="1" noEditPoints="1" noAdjustHandles="1" noChangeArrowheads="1" noChangeShapeType="1"/>
              </p:cNvPicPr>
              <p:nvPr/>
            </p:nvPicPr>
            <p:blipFill>
              <a:blip r:embed="rId6"/>
              <a:stretch>
                <a:fillRect/>
              </a:stretch>
            </p:blipFill>
            <p:spPr>
              <a:xfrm>
                <a:off x="11160905" y="406556"/>
                <a:ext cx="849085" cy="47761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E2DF7E8F-240D-C8BF-5779-9D7CEE783809}"/>
                  </a:ext>
                </a:extLst>
              </p:cNvPr>
              <p:cNvGraphicFramePr>
                <a:graphicFrameLocks noChangeAspect="1"/>
              </p:cNvGraphicFramePr>
              <p:nvPr>
                <p:extLst>
                  <p:ext uri="{D42A27DB-BD31-4B8C-83A1-F6EECF244321}">
                    <p14:modId xmlns:p14="http://schemas.microsoft.com/office/powerpoint/2010/main" val="1667091042"/>
                  </p:ext>
                </p:extLst>
              </p:nvPr>
            </p:nvGraphicFramePr>
            <p:xfrm>
              <a:off x="11210653" y="1638179"/>
              <a:ext cx="749590" cy="421644"/>
            </p:xfrm>
            <a:graphic>
              <a:graphicData uri="http://schemas.microsoft.com/office/powerpoint/2016/slidezoom">
                <pslz:sldZm>
                  <pslz:sldZmObj sldId="287" cId="1849159522">
                    <pslz:zmPr id="{DFAB1A5E-E56F-4A8D-83B0-9B3F8E5C7ED3}" returnToParent="0" transitionDur="1000">
                      <p166:blipFill xmlns:p166="http://schemas.microsoft.com/office/powerpoint/2016/6/main">
                        <a:blip r:embed="rId7"/>
                        <a:stretch>
                          <a:fillRect/>
                        </a:stretch>
                      </p166:blipFill>
                      <p166:spPr xmlns:p166="http://schemas.microsoft.com/office/powerpoint/2016/6/main">
                        <a:xfrm>
                          <a:off x="0" y="0"/>
                          <a:ext cx="749590" cy="421644"/>
                        </a:xfrm>
                        <a:prstGeom prst="rect">
                          <a:avLst/>
                        </a:prstGeom>
                        <a:ln w="3175">
                          <a:solidFill>
                            <a:prstClr val="ltGray"/>
                          </a:solidFill>
                        </a:ln>
                      </p166:spPr>
                    </pslz:zmPr>
                  </pslz:sldZmObj>
                </pslz:sldZm>
              </a:graphicData>
            </a:graphic>
          </p:graphicFrame>
        </mc:Choice>
        <mc:Fallback xmlns="">
          <p:pic>
            <p:nvPicPr>
              <p:cNvPr id="8" name="Slide Zoom 7">
                <a:hlinkClick r:id="rId8" action="ppaction://hlinksldjump"/>
                <a:extLst>
                  <a:ext uri="{FF2B5EF4-FFF2-40B4-BE49-F238E27FC236}">
                    <a16:creationId xmlns:a16="http://schemas.microsoft.com/office/drawing/2014/main" id="{E2DF7E8F-240D-C8BF-5779-9D7CEE783809}"/>
                  </a:ext>
                </a:extLst>
              </p:cNvPr>
              <p:cNvPicPr>
                <a:picLocks noGrp="1" noRot="1" noChangeAspect="1" noMove="1" noResize="1" noEditPoints="1" noAdjustHandles="1" noChangeArrowheads="1" noChangeShapeType="1"/>
              </p:cNvPicPr>
              <p:nvPr/>
            </p:nvPicPr>
            <p:blipFill>
              <a:blip r:embed="rId9"/>
              <a:stretch>
                <a:fillRect/>
              </a:stretch>
            </p:blipFill>
            <p:spPr>
              <a:xfrm>
                <a:off x="11210653" y="1638179"/>
                <a:ext cx="749590" cy="42164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533BF62D-4962-901C-9517-FDFD2BCC4A02}"/>
                  </a:ext>
                </a:extLst>
              </p:cNvPr>
              <p:cNvGraphicFramePr>
                <a:graphicFrameLocks noChangeAspect="1"/>
              </p:cNvGraphicFramePr>
              <p:nvPr>
                <p:extLst>
                  <p:ext uri="{D42A27DB-BD31-4B8C-83A1-F6EECF244321}">
                    <p14:modId xmlns:p14="http://schemas.microsoft.com/office/powerpoint/2010/main" val="2340770129"/>
                  </p:ext>
                </p:extLst>
              </p:nvPr>
            </p:nvGraphicFramePr>
            <p:xfrm>
              <a:off x="10933829" y="5758543"/>
              <a:ext cx="827314" cy="465364"/>
            </p:xfrm>
            <a:graphic>
              <a:graphicData uri="http://schemas.microsoft.com/office/powerpoint/2016/slidezoom">
                <pslz:sldZm>
                  <pslz:sldZmObj sldId="288" cId="808232666">
                    <pslz:zmPr id="{5717D3C6-2391-473D-977E-656826B402EC}" returnToParent="0" transitionDur="1000">
                      <p166:blipFill xmlns:p166="http://schemas.microsoft.com/office/powerpoint/2016/6/main">
                        <a:blip r:embed="rId10"/>
                        <a:stretch>
                          <a:fillRect/>
                        </a:stretch>
                      </p166:blipFill>
                      <p166:spPr xmlns:p166="http://schemas.microsoft.com/office/powerpoint/2016/6/main">
                        <a:xfrm>
                          <a:off x="0" y="0"/>
                          <a:ext cx="827314" cy="465364"/>
                        </a:xfrm>
                        <a:prstGeom prst="rect">
                          <a:avLst/>
                        </a:prstGeom>
                        <a:ln w="3175">
                          <a:solidFill>
                            <a:prstClr val="ltGray"/>
                          </a:solidFill>
                        </a:ln>
                      </p166:spPr>
                    </pslz:zmPr>
                  </pslz:sldZmObj>
                </pslz:sldZm>
              </a:graphicData>
            </a:graphic>
          </p:graphicFrame>
        </mc:Choice>
        <mc:Fallback xmlns="">
          <p:pic>
            <p:nvPicPr>
              <p:cNvPr id="10" name="Slide Zoom 9">
                <a:hlinkClick r:id="rId11" action="ppaction://hlinksldjump"/>
                <a:extLst>
                  <a:ext uri="{FF2B5EF4-FFF2-40B4-BE49-F238E27FC236}">
                    <a16:creationId xmlns:a16="http://schemas.microsoft.com/office/drawing/2014/main" id="{533BF62D-4962-901C-9517-FDFD2BCC4A02}"/>
                  </a:ext>
                </a:extLst>
              </p:cNvPr>
              <p:cNvPicPr>
                <a:picLocks noGrp="1" noRot="1" noChangeAspect="1" noMove="1" noResize="1" noEditPoints="1" noAdjustHandles="1" noChangeArrowheads="1" noChangeShapeType="1"/>
              </p:cNvPicPr>
              <p:nvPr/>
            </p:nvPicPr>
            <p:blipFill>
              <a:blip r:embed="rId12"/>
              <a:stretch>
                <a:fillRect/>
              </a:stretch>
            </p:blipFill>
            <p:spPr>
              <a:xfrm>
                <a:off x="10933829" y="5758543"/>
                <a:ext cx="827314" cy="465364"/>
              </a:xfrm>
              <a:prstGeom prst="rect">
                <a:avLst/>
              </a:prstGeom>
              <a:ln w="3175">
                <a:solidFill>
                  <a:prstClr val="ltGray"/>
                </a:solidFill>
              </a:ln>
            </p:spPr>
          </p:pic>
        </mc:Fallback>
      </mc:AlternateContent>
    </p:spTree>
    <p:extLst>
      <p:ext uri="{BB962C8B-B14F-4D97-AF65-F5344CB8AC3E}">
        <p14:creationId xmlns:p14="http://schemas.microsoft.com/office/powerpoint/2010/main" val="3292487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02410-EE56-DAA5-732D-42F18194A3F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2C53A71-40EA-AFDD-8ADE-7DF0BF4A0000}"/>
              </a:ext>
            </a:extLst>
          </p:cNvPr>
          <p:cNvSpPr txBox="1">
            <a:spLocks/>
          </p:cNvSpPr>
          <p:nvPr/>
        </p:nvSpPr>
        <p:spPr>
          <a:xfrm>
            <a:off x="4820076" y="320040"/>
            <a:ext cx="6766560"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a:latin typeface="+mj-lt"/>
                <a:ea typeface="+mj-ea"/>
                <a:cs typeface="+mj-cs"/>
              </a:rPr>
              <a:t>THE model sequence</a:t>
            </a:r>
          </a:p>
        </p:txBody>
      </p:sp>
      <p:pic>
        <p:nvPicPr>
          <p:cNvPr id="4" name="Picture 3">
            <a:extLst>
              <a:ext uri="{FF2B5EF4-FFF2-40B4-BE49-F238E27FC236}">
                <a16:creationId xmlns:a16="http://schemas.microsoft.com/office/drawing/2014/main" id="{EAAF9367-F922-AE88-89F2-959C994ADCF9}"/>
              </a:ext>
            </a:extLst>
          </p:cNvPr>
          <p:cNvPicPr>
            <a:picLocks noChangeAspect="1"/>
          </p:cNvPicPr>
          <p:nvPr/>
        </p:nvPicPr>
        <p:blipFill>
          <a:blip r:embed="rId2"/>
          <a:srcRect l="32833" r="31840"/>
          <a:stretch>
            <a:fillRect/>
          </a:stretch>
        </p:blipFill>
        <p:spPr>
          <a:xfrm>
            <a:off x="54450" y="10"/>
            <a:ext cx="4147906" cy="639914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noFill/>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EEBA31-2BDC-F0C0-174F-55F246539213}"/>
                  </a:ext>
                </a:extLst>
              </p:cNvPr>
              <p:cNvSpPr>
                <a:spLocks noGrp="1"/>
              </p:cNvSpPr>
              <p:nvPr>
                <p:ph sz="quarter" idx="14"/>
              </p:nvPr>
            </p:nvSpPr>
            <p:spPr>
              <a:xfrm>
                <a:off x="4820076" y="1380744"/>
                <a:ext cx="6766560" cy="4983480"/>
              </a:xfrm>
            </p:spPr>
            <p:txBody>
              <a:bodyPr vert="horz" lIns="91440" tIns="45720" rIns="91440" bIns="45720" rtlCol="0">
                <a:normAutofit/>
              </a:bodyPr>
              <a:lstStyle/>
              <a:p>
                <a:pPr marL="0"/>
                <a:r>
                  <a:rPr lang="en-US" sz="1700" b="1" dirty="0"/>
                  <a:t>Priority Protection:</a:t>
                </a:r>
                <a:br>
                  <a:rPr lang="en-US" sz="1700" dirty="0"/>
                </a:br>
                <a:r>
                  <a:rPr lang="en-US" sz="1700" dirty="0"/>
                  <a:t>The lexicographic structure ensures that lower-priority goals do not compromise higher-priority objectives.</a:t>
                </a:r>
              </a:p>
              <a:p>
                <a:pPr marL="0"/>
                <a:r>
                  <a:rPr lang="en-US" sz="1700" b="1" dirty="0"/>
                  <a:t>Sequential Solving:</a:t>
                </a:r>
                <a:br>
                  <a:rPr lang="en-US" sz="1700" dirty="0"/>
                </a:br>
                <a:r>
                  <a:rPr lang="en-US" sz="1700" dirty="0"/>
                  <a:t>The model first maximizes </a:t>
                </a:r>
                <a14:m>
                  <m:oMath xmlns:m="http://schemas.openxmlformats.org/officeDocument/2006/math">
                    <m:sSub>
                      <m:sSubPr>
                        <m:ctrlPr>
                          <a:rPr lang="en-US" sz="1700" i="1">
                            <a:latin typeface="Cambria Math" panose="02040503050406030204" pitchFamily="18" charset="0"/>
                          </a:rPr>
                        </m:ctrlPr>
                      </m:sSubPr>
                      <m:e>
                        <m:r>
                          <a:rPr lang="en-US" sz="1700" i="1">
                            <a:latin typeface="Cambria Math" panose="02040503050406030204" pitchFamily="18" charset="0"/>
                          </a:rPr>
                          <m:t>𝜆</m:t>
                        </m:r>
                      </m:e>
                      <m:sub>
                        <m:r>
                          <a:rPr lang="en-US" sz="1700">
                            <a:latin typeface="Cambria Math" panose="02040503050406030204" pitchFamily="18" charset="0"/>
                          </a:rPr>
                          <m:t>1</m:t>
                        </m:r>
                      </m:sub>
                    </m:sSub>
                  </m:oMath>
                </a14:m>
                <a:r>
                  <a:rPr lang="en-US" sz="1700" dirty="0"/>
                  <a:t>, then fixes that value </a:t>
                </a:r>
                <a14:m>
                  <m:oMath xmlns:m="http://schemas.openxmlformats.org/officeDocument/2006/math">
                    <m:d>
                      <m:dPr>
                        <m:ctrlPr>
                          <a:rPr lang="en-US" sz="1700" i="1">
                            <a:latin typeface="Cambria Math" panose="02040503050406030204" pitchFamily="18" charset="0"/>
                          </a:rPr>
                        </m:ctrlPr>
                      </m:dPr>
                      <m:e>
                        <m:sSub>
                          <m:sSubPr>
                            <m:ctrlPr>
                              <a:rPr lang="en-US" sz="1700" i="1">
                                <a:latin typeface="Cambria Math" panose="02040503050406030204" pitchFamily="18" charset="0"/>
                              </a:rPr>
                            </m:ctrlPr>
                          </m:sSubPr>
                          <m:e>
                            <m:r>
                              <a:rPr lang="en-US" sz="1700" i="1">
                                <a:latin typeface="Cambria Math" panose="02040503050406030204" pitchFamily="18" charset="0"/>
                              </a:rPr>
                              <m:t>𝜆</m:t>
                            </m:r>
                          </m:e>
                          <m:sub>
                            <m:r>
                              <a:rPr lang="en-US" sz="1700">
                                <a:latin typeface="Cambria Math" panose="02040503050406030204" pitchFamily="18" charset="0"/>
                              </a:rPr>
                              <m:t>1</m:t>
                            </m:r>
                          </m:sub>
                        </m:sSub>
                        <m:r>
                          <a:rPr lang="en-US" sz="1700">
                            <a:latin typeface="Cambria Math" panose="02040503050406030204" pitchFamily="18" charset="0"/>
                          </a:rPr>
                          <m:t>=</m:t>
                        </m:r>
                        <m:sSubSup>
                          <m:sSubSupPr>
                            <m:ctrlPr>
                              <a:rPr lang="en-US" sz="1700" i="1">
                                <a:latin typeface="Cambria Math" panose="02040503050406030204" pitchFamily="18" charset="0"/>
                              </a:rPr>
                            </m:ctrlPr>
                          </m:sSubSupPr>
                          <m:e>
                            <m:r>
                              <a:rPr lang="en-US" sz="1700" i="1">
                                <a:latin typeface="Cambria Math" panose="02040503050406030204" pitchFamily="18" charset="0"/>
                              </a:rPr>
                              <m:t>𝜆</m:t>
                            </m:r>
                          </m:e>
                          <m:sub>
                            <m:r>
                              <a:rPr lang="en-US" sz="1700">
                                <a:latin typeface="Cambria Math" panose="02040503050406030204" pitchFamily="18" charset="0"/>
                              </a:rPr>
                              <m:t>1</m:t>
                            </m:r>
                          </m:sub>
                          <m:sup>
                            <m:r>
                              <a:rPr lang="en-US" sz="1700">
                                <a:latin typeface="Cambria Math" panose="02040503050406030204" pitchFamily="18" charset="0"/>
                              </a:rPr>
                              <m:t>∗</m:t>
                            </m:r>
                          </m:sup>
                        </m:sSubSup>
                      </m:e>
                    </m:d>
                  </m:oMath>
                </a14:m>
                <a:r>
                  <a:rPr lang="en-US" sz="1700" dirty="0"/>
                  <a:t>while maximizing </a:t>
                </a:r>
                <a14:m>
                  <m:oMath xmlns:m="http://schemas.openxmlformats.org/officeDocument/2006/math">
                    <m:sSub>
                      <m:sSubPr>
                        <m:ctrlPr>
                          <a:rPr lang="en-US" sz="1700" i="1" smtClean="0">
                            <a:latin typeface="Cambria Math" panose="02040503050406030204" pitchFamily="18" charset="0"/>
                          </a:rPr>
                        </m:ctrlPr>
                      </m:sSubPr>
                      <m:e>
                        <m:r>
                          <a:rPr lang="en-US" sz="1700" i="1">
                            <a:latin typeface="Cambria Math" panose="02040503050406030204" pitchFamily="18" charset="0"/>
                          </a:rPr>
                          <m:t>𝜆</m:t>
                        </m:r>
                      </m:e>
                      <m:sub>
                        <m:r>
                          <a:rPr lang="en-US" sz="1700">
                            <a:latin typeface="Cambria Math" panose="02040503050406030204" pitchFamily="18" charset="0"/>
                          </a:rPr>
                          <m:t>2</m:t>
                        </m:r>
                      </m:sub>
                    </m:sSub>
                    <m:r>
                      <a:rPr lang="en-IN" sz="1700" b="0" i="0" smtClean="0">
                        <a:latin typeface="Cambria Math" panose="02040503050406030204" pitchFamily="18" charset="0"/>
                      </a:rPr>
                      <m:t> ,</m:t>
                    </m:r>
                  </m:oMath>
                </a14:m>
                <a:r>
                  <a:rPr lang="en-US" sz="1700" dirty="0"/>
                  <a:t> and continues similarly for subsequent priorities.</a:t>
                </a:r>
              </a:p>
              <a:p>
                <a:pPr marL="0"/>
                <a:r>
                  <a:rPr lang="en-US" sz="1700" b="1" dirty="0"/>
                  <a:t>Trade-off Management:</a:t>
                </a:r>
                <a:br>
                  <a:rPr lang="en-US" sz="1700" dirty="0"/>
                </a:br>
                <a:r>
                  <a:rPr lang="en-US" sz="1700" dirty="0"/>
                  <a:t>Results show that moderate processing adjustments (e.g., temperature changes) can enhance quality without causing significant cost increases.</a:t>
                </a:r>
              </a:p>
              <a:p>
                <a:pPr marL="0"/>
                <a:r>
                  <a:rPr lang="en-US" sz="1700" b="1" dirty="0"/>
                  <a:t>Computational Strategy:</a:t>
                </a:r>
                <a:r>
                  <a:rPr lang="en-US" sz="1700" dirty="0"/>
                  <a:t> The 54-variable system is decoupled into three independent stage-by-stage optimization blocks (Pre-Starter, Starter, Finisher) to ensure gradient stability and mathematical feasibility.</a:t>
                </a:r>
              </a:p>
              <a:p>
                <a:pPr marL="0"/>
                <a:endParaRPr lang="en-US" sz="1700" dirty="0"/>
              </a:p>
            </p:txBody>
          </p:sp>
        </mc:Choice>
        <mc:Fallback xmlns="">
          <p:sp>
            <p:nvSpPr>
              <p:cNvPr id="3" name="Content Placeholder 2">
                <a:extLst>
                  <a:ext uri="{FF2B5EF4-FFF2-40B4-BE49-F238E27FC236}">
                    <a16:creationId xmlns:a16="http://schemas.microsoft.com/office/drawing/2014/main" id="{F4EEBA31-2BDC-F0C0-174F-55F246539213}"/>
                  </a:ext>
                </a:extLst>
              </p:cNvPr>
              <p:cNvSpPr>
                <a:spLocks noGrp="1" noRot="1" noChangeAspect="1" noMove="1" noResize="1" noEditPoints="1" noAdjustHandles="1" noChangeArrowheads="1" noChangeShapeType="1" noTextEdit="1"/>
              </p:cNvSpPr>
              <p:nvPr>
                <p:ph sz="quarter" idx="14"/>
              </p:nvPr>
            </p:nvSpPr>
            <p:spPr>
              <a:xfrm>
                <a:off x="4820076" y="1380744"/>
                <a:ext cx="6766560" cy="4983480"/>
              </a:xfrm>
              <a:blipFill>
                <a:blip r:embed="rId3"/>
                <a:stretch>
                  <a:fillRect l="-631" r="-721"/>
                </a:stretch>
              </a:blipFill>
            </p:spPr>
            <p:txBody>
              <a:bodyPr/>
              <a:lstStyle/>
              <a:p>
                <a:r>
                  <a:rPr lang="en-IN">
                    <a:noFill/>
                  </a:rPr>
                  <a:t> </a:t>
                </a:r>
              </a:p>
            </p:txBody>
          </p:sp>
        </mc:Fallback>
      </mc:AlternateContent>
    </p:spTree>
    <p:extLst>
      <p:ext uri="{BB962C8B-B14F-4D97-AF65-F5344CB8AC3E}">
        <p14:creationId xmlns:p14="http://schemas.microsoft.com/office/powerpoint/2010/main" val="2397668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2F15-2805-7708-2E46-A7E2D27D4D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9A9EB-643C-830D-CB76-8A6F1A8B4EF3}"/>
              </a:ext>
            </a:extLst>
          </p:cNvPr>
          <p:cNvSpPr>
            <a:spLocks noGrp="1"/>
          </p:cNvSpPr>
          <p:nvPr>
            <p:ph type="title"/>
          </p:nvPr>
        </p:nvSpPr>
        <p:spPr>
          <a:xfrm>
            <a:off x="242178" y="194679"/>
            <a:ext cx="11707644" cy="1143000"/>
          </a:xfrm>
        </p:spPr>
        <p:txBody>
          <a:bodyPr anchor="b">
            <a:noAutofit/>
          </a:bodyPr>
          <a:lstStyle/>
          <a:p>
            <a:r>
              <a:rPr lang="en-US" sz="3600" dirty="0">
                <a:latin typeface="Century" panose="02040604050505020304" pitchFamily="18" charset="0"/>
              </a:rPr>
              <a:t>           Case Study implementation: </a:t>
            </a:r>
            <a:br>
              <a:rPr lang="en-US" sz="3600" dirty="0">
                <a:latin typeface="Century" panose="02040604050505020304" pitchFamily="18" charset="0"/>
              </a:rPr>
            </a:br>
            <a:r>
              <a:rPr lang="en-US" sz="3600" dirty="0">
                <a:latin typeface="Century" panose="02040604050505020304" pitchFamily="18" charset="0"/>
              </a:rPr>
              <a:t>                         XYZ Feed Company</a:t>
            </a:r>
            <a:endParaRPr lang="en-IN" sz="3600" dirty="0">
              <a:latin typeface="Century" panose="02040604050505020304" pitchFamily="18" charset="0"/>
            </a:endParaRPr>
          </a:p>
        </p:txBody>
      </p:sp>
      <p:pic>
        <p:nvPicPr>
          <p:cNvPr id="4" name="Picture 3">
            <a:extLst>
              <a:ext uri="{FF2B5EF4-FFF2-40B4-BE49-F238E27FC236}">
                <a16:creationId xmlns:a16="http://schemas.microsoft.com/office/drawing/2014/main" id="{EEA8DFDB-C389-9D70-4EC6-63F3C9E8A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20" y="1494503"/>
            <a:ext cx="11707644" cy="5250425"/>
          </a:xfrm>
          <a:prstGeom prst="rect">
            <a:avLst/>
          </a:prstGeom>
        </p:spPr>
      </p:pic>
    </p:spTree>
    <p:extLst>
      <p:ext uri="{BB962C8B-B14F-4D97-AF65-F5344CB8AC3E}">
        <p14:creationId xmlns:p14="http://schemas.microsoft.com/office/powerpoint/2010/main" val="119051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D7E60-7AB6-A8A0-5C70-65130AB619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AC8A29F-9F5A-8C27-CE37-CBD3A676966C}"/>
              </a:ext>
            </a:extLst>
          </p:cNvPr>
          <p:cNvPicPr>
            <a:picLocks noChangeAspect="1"/>
          </p:cNvPicPr>
          <p:nvPr/>
        </p:nvPicPr>
        <p:blipFill>
          <a:blip r:embed="rId2"/>
          <a:srcRect t="31924" b="3015"/>
          <a:stretch>
            <a:fillRect/>
          </a:stretch>
        </p:blipFill>
        <p:spPr>
          <a:xfrm>
            <a:off x="0" y="0"/>
            <a:ext cx="4844032" cy="7560996"/>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p:sp>
        <p:nvSpPr>
          <p:cNvPr id="7" name="Title 1">
            <a:extLst>
              <a:ext uri="{FF2B5EF4-FFF2-40B4-BE49-F238E27FC236}">
                <a16:creationId xmlns:a16="http://schemas.microsoft.com/office/drawing/2014/main" id="{B9F43C98-E183-C103-A850-948CAF0140D4}"/>
              </a:ext>
            </a:extLst>
          </p:cNvPr>
          <p:cNvSpPr txBox="1">
            <a:spLocks/>
          </p:cNvSpPr>
          <p:nvPr/>
        </p:nvSpPr>
        <p:spPr>
          <a:xfrm>
            <a:off x="606552" y="312666"/>
            <a:ext cx="3670480" cy="1143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lgn="ctr"/>
            <a:endParaRPr lang="en-IN" sz="3600" dirty="0">
              <a:latin typeface="Century" panose="02040604050505020304" pitchFamily="18" charset="0"/>
            </a:endParaRPr>
          </a:p>
        </p:txBody>
      </p:sp>
      <p:sp>
        <p:nvSpPr>
          <p:cNvPr id="2" name="Rectangle 2">
            <a:extLst>
              <a:ext uri="{FF2B5EF4-FFF2-40B4-BE49-F238E27FC236}">
                <a16:creationId xmlns:a16="http://schemas.microsoft.com/office/drawing/2014/main" id="{546D4ACD-B233-7B1C-50DF-96F8D98730A7}"/>
              </a:ext>
            </a:extLst>
          </p:cNvPr>
          <p:cNvSpPr>
            <a:spLocks noGrp="1" noChangeArrowheads="1"/>
          </p:cNvSpPr>
          <p:nvPr>
            <p:ph sz="quarter" idx="14"/>
          </p:nvPr>
        </p:nvSpPr>
        <p:spPr bwMode="auto">
          <a:xfrm>
            <a:off x="5319253" y="1327354"/>
            <a:ext cx="6266196" cy="574797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lvl="0" indent="0" eaLnBrk="0" fontAlgn="base" hangingPunct="0">
              <a:lnSpc>
                <a:spcPct val="110000"/>
              </a:lnSpc>
              <a:spcBef>
                <a:spcPct val="0"/>
              </a:spcBef>
              <a:spcAft>
                <a:spcPts val="600"/>
              </a:spcAft>
              <a:buFontTx/>
              <a:buChar char="•"/>
            </a:pPr>
            <a:r>
              <a:rPr lang="en-US" altLang="en-US" sz="1600" dirty="0">
                <a:latin typeface="Century" panose="02040604050505020304" pitchFamily="18" charset="0"/>
              </a:rPr>
              <a:t>The process begins with procurement of raw materials such as maize, soybean meal, vitamins, and additives.</a:t>
            </a:r>
          </a:p>
          <a:p>
            <a:pPr marL="0" lvl="0" indent="0" eaLnBrk="0" fontAlgn="base" hangingPunct="0">
              <a:lnSpc>
                <a:spcPct val="110000"/>
              </a:lnSpc>
              <a:spcBef>
                <a:spcPct val="0"/>
              </a:spcBef>
              <a:spcAft>
                <a:spcPts val="600"/>
              </a:spcAft>
              <a:buFontTx/>
              <a:buChar char="•"/>
            </a:pPr>
            <a:r>
              <a:rPr lang="en-US" altLang="en-US" sz="1600" dirty="0">
                <a:latin typeface="Century" panose="02040604050505020304" pitchFamily="18" charset="0"/>
              </a:rPr>
              <a:t> The ingredients are ground and mixed to form a uniform feed mixture.</a:t>
            </a:r>
          </a:p>
          <a:p>
            <a:pPr marL="0" lvl="0" indent="0" eaLnBrk="0" fontAlgn="base" hangingPunct="0">
              <a:lnSpc>
                <a:spcPct val="110000"/>
              </a:lnSpc>
              <a:spcBef>
                <a:spcPct val="0"/>
              </a:spcBef>
              <a:spcAft>
                <a:spcPts val="600"/>
              </a:spcAft>
              <a:buFontTx/>
              <a:buChar char="•"/>
            </a:pPr>
            <a:r>
              <a:rPr lang="en-US" altLang="en-US" sz="1600" dirty="0">
                <a:latin typeface="Century" panose="02040604050505020304" pitchFamily="18" charset="0"/>
              </a:rPr>
              <a:t> The mixture undergoes conditioning and pelleting, followed by cooling, packaging, and storage before distribution to farms.</a:t>
            </a:r>
          </a:p>
          <a:p>
            <a:pPr marL="0" lvl="0" indent="0" eaLnBrk="0" fontAlgn="base" hangingPunct="0">
              <a:lnSpc>
                <a:spcPct val="110000"/>
              </a:lnSpc>
              <a:spcBef>
                <a:spcPct val="0"/>
              </a:spcBef>
              <a:spcAft>
                <a:spcPts val="600"/>
              </a:spcAft>
              <a:buFontTx/>
              <a:buChar char="•"/>
            </a:pPr>
            <a:r>
              <a:rPr lang="en-US" altLang="en-US" sz="1600" dirty="0">
                <a:latin typeface="Century" panose="02040604050505020304" pitchFamily="18" charset="0"/>
              </a:rPr>
              <a:t> During the observation, workers were found manually handling heavy feed bags, which may lead to ergonomic issues such as back and shoulder strain.</a:t>
            </a:r>
          </a:p>
          <a:p>
            <a:pPr marL="0" lvl="0" indent="0" eaLnBrk="0" fontAlgn="base" hangingPunct="0">
              <a:lnSpc>
                <a:spcPct val="110000"/>
              </a:lnSpc>
              <a:spcBef>
                <a:spcPct val="0"/>
              </a:spcBef>
              <a:spcAft>
                <a:spcPts val="600"/>
              </a:spcAft>
              <a:buFontTx/>
              <a:buChar char="•"/>
            </a:pPr>
            <a:r>
              <a:rPr lang="en-US" altLang="en-US" sz="1600" dirty="0">
                <a:latin typeface="Century" panose="02040604050505020304" pitchFamily="18" charset="0"/>
              </a:rPr>
              <a:t> Maintaining consistent pellet quality and controlling production cost are also key challenges in the feed manufacturing process.</a:t>
            </a:r>
            <a:endParaRPr kumimoji="0" lang="en-US" altLang="en-US" sz="1600" i="0" u="none" strike="noStrike" cap="none" normalizeH="0" baseline="0" dirty="0">
              <a:ln>
                <a:noFill/>
              </a:ln>
              <a:effectLst/>
              <a:latin typeface="Century" panose="02040604050505020304" pitchFamily="18" charset="0"/>
            </a:endParaRPr>
          </a:p>
        </p:txBody>
      </p:sp>
      <p:sp>
        <p:nvSpPr>
          <p:cNvPr id="6" name="Title 1">
            <a:extLst>
              <a:ext uri="{FF2B5EF4-FFF2-40B4-BE49-F238E27FC236}">
                <a16:creationId xmlns:a16="http://schemas.microsoft.com/office/drawing/2014/main" id="{FE926AA7-92D5-4254-1F6E-91FABC3FB2C8}"/>
              </a:ext>
            </a:extLst>
          </p:cNvPr>
          <p:cNvSpPr txBox="1">
            <a:spLocks/>
          </p:cNvSpPr>
          <p:nvPr/>
        </p:nvSpPr>
        <p:spPr>
          <a:xfrm>
            <a:off x="245807" y="232538"/>
            <a:ext cx="4149211" cy="1303256"/>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lgn="ctr"/>
            <a:r>
              <a:rPr lang="en-IN" sz="3600" dirty="0">
                <a:latin typeface="Century" panose="02040604050505020304" pitchFamily="18" charset="0"/>
              </a:rPr>
              <a:t>Broiler feed industry process flow</a:t>
            </a:r>
          </a:p>
        </p:txBody>
      </p:sp>
    </p:spTree>
    <p:extLst>
      <p:ext uri="{BB962C8B-B14F-4D97-AF65-F5344CB8AC3E}">
        <p14:creationId xmlns:p14="http://schemas.microsoft.com/office/powerpoint/2010/main" val="2245580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CAF9-8A83-88A6-ABEE-8C1C145605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29029B1-13E0-B45F-5304-E1F2FBE71B65}"/>
              </a:ext>
            </a:extLst>
          </p:cNvPr>
          <p:cNvPicPr>
            <a:picLocks noChangeAspect="1"/>
          </p:cNvPicPr>
          <p:nvPr/>
        </p:nvPicPr>
        <p:blipFill>
          <a:blip r:embed="rId3">
            <a:extLst>
              <a:ext uri="{28A0092B-C50C-407E-A947-70E740481C1C}">
                <a14:useLocalDpi xmlns:a14="http://schemas.microsoft.com/office/drawing/2010/main" val="0"/>
              </a:ext>
            </a:extLst>
          </a:blip>
          <a:srcRect l="22860" r="28524" b="-2"/>
          <a:stretch>
            <a:fillRect/>
          </a:stretch>
        </p:blipFill>
        <p:spPr>
          <a:xfrm>
            <a:off x="0" y="-255639"/>
            <a:ext cx="4267180" cy="9812594"/>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noFill/>
        </p:spPr>
      </p:pic>
      <p:sp>
        <p:nvSpPr>
          <p:cNvPr id="7" name="Title 1">
            <a:extLst>
              <a:ext uri="{FF2B5EF4-FFF2-40B4-BE49-F238E27FC236}">
                <a16:creationId xmlns:a16="http://schemas.microsoft.com/office/drawing/2014/main" id="{6F9E4EB3-188A-224A-74A4-48FF51173B23}"/>
              </a:ext>
            </a:extLst>
          </p:cNvPr>
          <p:cNvSpPr txBox="1">
            <a:spLocks/>
          </p:cNvSpPr>
          <p:nvPr/>
        </p:nvSpPr>
        <p:spPr>
          <a:xfrm>
            <a:off x="4604656" y="239488"/>
            <a:ext cx="9165771"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sz="2400" b="0" kern="1200" cap="all" baseline="0" dirty="0">
                <a:latin typeface="Century" panose="02040604050505020304" pitchFamily="18" charset="0"/>
              </a:rPr>
              <a:t>Case Study Implementation: XYZ Feed </a:t>
            </a:r>
          </a:p>
          <a:p>
            <a:pPr>
              <a:spcAft>
                <a:spcPts val="600"/>
              </a:spcAft>
            </a:pPr>
            <a:r>
              <a:rPr lang="en-US" sz="2400" b="0" kern="1200" cap="all" baseline="0" dirty="0">
                <a:latin typeface="Century" panose="02040604050505020304" pitchFamily="18" charset="0"/>
              </a:rPr>
              <a:t>Company</a:t>
            </a:r>
          </a:p>
        </p:txBody>
      </p:sp>
      <p:sp>
        <p:nvSpPr>
          <p:cNvPr id="4" name="Rectangle 2">
            <a:extLst>
              <a:ext uri="{FF2B5EF4-FFF2-40B4-BE49-F238E27FC236}">
                <a16:creationId xmlns:a16="http://schemas.microsoft.com/office/drawing/2014/main" id="{217E23B2-74B7-7770-3DCB-0ABEBBD1099C}"/>
              </a:ext>
            </a:extLst>
          </p:cNvPr>
          <p:cNvSpPr>
            <a:spLocks noGrp="1" noChangeArrowheads="1"/>
          </p:cNvSpPr>
          <p:nvPr>
            <p:ph sz="quarter" idx="14"/>
          </p:nvPr>
        </p:nvSpPr>
        <p:spPr bwMode="auto">
          <a:xfrm>
            <a:off x="4820076" y="1380744"/>
            <a:ext cx="6766560" cy="49834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0" fontAlgn="base">
              <a:spcBef>
                <a:spcPct val="0"/>
              </a:spcBef>
              <a:spcAft>
                <a:spcPts val="600"/>
              </a:spcAft>
              <a:buClrTx/>
              <a:buSzTx/>
              <a:buNone/>
              <a:tabLst/>
            </a:pPr>
            <a:r>
              <a:rPr kumimoji="0" lang="en-US" altLang="en-US" sz="1600" b="0" i="0" u="none" strike="noStrike" cap="none" normalizeH="0" baseline="0" dirty="0">
                <a:ln>
                  <a:noFill/>
                </a:ln>
                <a:effectLst/>
                <a:latin typeface="Century" panose="02040604050505020304" pitchFamily="18" charset="0"/>
              </a:rPr>
              <a:t>To populate the LFGP model, we extracted live manufacturing data across four operational domains:</a:t>
            </a:r>
          </a:p>
          <a:p>
            <a:pPr marL="0" marR="0" lvl="0" fontAlgn="base">
              <a:spcBef>
                <a:spcPct val="0"/>
              </a:spcBef>
              <a:spcAft>
                <a:spcPts val="600"/>
              </a:spcAft>
              <a:buClrTx/>
              <a:buSzTx/>
              <a:tabLst/>
            </a:pPr>
            <a:r>
              <a:rPr kumimoji="0" lang="en-US" altLang="en-US" sz="1600" b="1" i="0" u="none" strike="noStrike" cap="none" normalizeH="0" baseline="0" dirty="0">
                <a:ln>
                  <a:noFill/>
                </a:ln>
                <a:effectLst/>
                <a:latin typeface="Century" panose="02040604050505020304" pitchFamily="18" charset="0"/>
              </a:rPr>
              <a:t>Nutritional Baselines:</a:t>
            </a:r>
            <a:r>
              <a:rPr kumimoji="0" lang="en-US" altLang="en-US" sz="1600" b="0" i="0" u="none" strike="noStrike" cap="none" normalizeH="0" baseline="0" dirty="0">
                <a:ln>
                  <a:noFill/>
                </a:ln>
                <a:effectLst/>
                <a:latin typeface="Century" panose="02040604050505020304" pitchFamily="18" charset="0"/>
              </a:rPr>
              <a:t> Mapped the strict min/max limits for 9 key nutrients (Energy, Protein, Fat, Amino Acids, etc.) across 3 growth stages.</a:t>
            </a:r>
          </a:p>
          <a:p>
            <a:pPr marL="0" marR="0" lvl="0" fontAlgn="base">
              <a:spcBef>
                <a:spcPct val="0"/>
              </a:spcBef>
              <a:spcAft>
                <a:spcPts val="600"/>
              </a:spcAft>
              <a:buClrTx/>
              <a:buSzTx/>
              <a:tabLst/>
            </a:pPr>
            <a:r>
              <a:rPr kumimoji="0" lang="en-US" altLang="en-US" sz="1600" b="1" i="0" u="none" strike="noStrike" cap="none" normalizeH="0" baseline="0" dirty="0">
                <a:ln>
                  <a:noFill/>
                </a:ln>
                <a:effectLst/>
                <a:latin typeface="Century" panose="02040604050505020304" pitchFamily="18" charset="0"/>
              </a:rPr>
              <a:t>Process &amp; Quality Data:</a:t>
            </a:r>
            <a:r>
              <a:rPr kumimoji="0" lang="en-US" altLang="en-US" sz="1600" b="0" i="0" u="none" strike="noStrike" cap="none" normalizeH="0" baseline="0" dirty="0">
                <a:ln>
                  <a:noFill/>
                </a:ln>
                <a:effectLst/>
                <a:latin typeface="Century" panose="02040604050505020304" pitchFamily="18" charset="0"/>
              </a:rPr>
              <a:t> Captured empirical regression data over multiple shifts mapping Temperature (75-85°C), Moisture, and Particle Size to the Pellet Durability Index (PDI).</a:t>
            </a:r>
          </a:p>
          <a:p>
            <a:pPr marL="0" marR="0" lvl="0" fontAlgn="base">
              <a:spcBef>
                <a:spcPct val="0"/>
              </a:spcBef>
              <a:spcAft>
                <a:spcPts val="600"/>
              </a:spcAft>
              <a:buClrTx/>
              <a:buSzTx/>
              <a:tabLst/>
            </a:pPr>
            <a:r>
              <a:rPr kumimoji="0" lang="en-US" altLang="en-US" sz="1600" b="1" i="0" u="none" strike="noStrike" cap="none" normalizeH="0" baseline="0" dirty="0">
                <a:ln>
                  <a:noFill/>
                </a:ln>
                <a:effectLst/>
                <a:latin typeface="Century" panose="02040604050505020304" pitchFamily="18" charset="0"/>
              </a:rPr>
              <a:t>Cost Accounting:</a:t>
            </a:r>
            <a:r>
              <a:rPr kumimoji="0" lang="en-US" altLang="en-US" sz="1600" b="0" i="0" u="none" strike="noStrike" cap="none" normalizeH="0" baseline="0" dirty="0">
                <a:ln>
                  <a:noFill/>
                </a:ln>
                <a:effectLst/>
                <a:latin typeface="Century" panose="02040604050505020304" pitchFamily="18" charset="0"/>
              </a:rPr>
              <a:t> Quantified raw material prices (13 ingredients) alongside specific utility coefficients (steam, water, grinding electricity, and labor).</a:t>
            </a:r>
          </a:p>
          <a:p>
            <a:pPr marL="0" marR="0" lvl="0" fontAlgn="base">
              <a:spcBef>
                <a:spcPct val="0"/>
              </a:spcBef>
              <a:spcAft>
                <a:spcPts val="600"/>
              </a:spcAft>
              <a:buClrTx/>
              <a:buSzTx/>
              <a:tabLst/>
            </a:pPr>
            <a:r>
              <a:rPr kumimoji="0" lang="en-US" altLang="en-US" sz="1600" b="1" i="0" u="none" strike="noStrike" cap="none" normalizeH="0" baseline="0" dirty="0">
                <a:ln>
                  <a:noFill/>
                </a:ln>
                <a:effectLst/>
                <a:latin typeface="Century" panose="02040604050505020304" pitchFamily="18" charset="0"/>
              </a:rPr>
              <a:t>Ergonomic measurements:</a:t>
            </a:r>
            <a:r>
              <a:rPr kumimoji="0" lang="en-US" altLang="en-US" sz="1600" b="0" i="0" u="none" strike="noStrike" cap="none" normalizeH="0" baseline="0" dirty="0">
                <a:ln>
                  <a:noFill/>
                </a:ln>
                <a:effectLst/>
                <a:latin typeface="Century" panose="02040604050505020304" pitchFamily="18" charset="0"/>
              </a:rPr>
              <a:t> Measured physical worker tasks (Horizontal/Vertical reaches, frequency) at the packaging line to calculate the NIOSH Recommended Weight Limit (RWL).</a:t>
            </a:r>
          </a:p>
        </p:txBody>
      </p:sp>
    </p:spTree>
    <p:extLst>
      <p:ext uri="{BB962C8B-B14F-4D97-AF65-F5344CB8AC3E}">
        <p14:creationId xmlns:p14="http://schemas.microsoft.com/office/powerpoint/2010/main" val="932599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519DA-8A21-3FE3-A202-7BB4F2A0E43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EC3964-1F4A-525D-D078-62EAD73C1D5F}"/>
              </a:ext>
            </a:extLst>
          </p:cNvPr>
          <p:cNvPicPr>
            <a:picLocks noChangeAspect="1"/>
          </p:cNvPicPr>
          <p:nvPr/>
        </p:nvPicPr>
        <p:blipFill>
          <a:blip r:embed="rId2"/>
          <a:srcRect t="31924" b="3015"/>
          <a:stretch>
            <a:fillRect/>
          </a:stretch>
        </p:blipFill>
        <p:spPr>
          <a:xfrm>
            <a:off x="0" y="0"/>
            <a:ext cx="4844032" cy="7560996"/>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p:sp>
        <p:nvSpPr>
          <p:cNvPr id="7" name="Title 1">
            <a:extLst>
              <a:ext uri="{FF2B5EF4-FFF2-40B4-BE49-F238E27FC236}">
                <a16:creationId xmlns:a16="http://schemas.microsoft.com/office/drawing/2014/main" id="{372BF373-304F-045F-CDD5-6D7CE47B00E4}"/>
              </a:ext>
            </a:extLst>
          </p:cNvPr>
          <p:cNvSpPr txBox="1">
            <a:spLocks/>
          </p:cNvSpPr>
          <p:nvPr/>
        </p:nvSpPr>
        <p:spPr>
          <a:xfrm>
            <a:off x="606552" y="312666"/>
            <a:ext cx="3670480" cy="1143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lgn="ctr"/>
            <a:endParaRPr lang="en-IN" sz="3600" dirty="0">
              <a:latin typeface="Century" panose="02040604050505020304" pitchFamily="18" charset="0"/>
            </a:endParaRPr>
          </a:p>
        </p:txBody>
      </p:sp>
      <p:sp>
        <p:nvSpPr>
          <p:cNvPr id="6" name="Title 1">
            <a:extLst>
              <a:ext uri="{FF2B5EF4-FFF2-40B4-BE49-F238E27FC236}">
                <a16:creationId xmlns:a16="http://schemas.microsoft.com/office/drawing/2014/main" id="{B8CA652C-6B34-2144-DC65-F48CD85E6BA1}"/>
              </a:ext>
            </a:extLst>
          </p:cNvPr>
          <p:cNvSpPr txBox="1">
            <a:spLocks/>
          </p:cNvSpPr>
          <p:nvPr/>
        </p:nvSpPr>
        <p:spPr>
          <a:xfrm>
            <a:off x="245807" y="232538"/>
            <a:ext cx="4149211" cy="13032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lgn="ctr"/>
            <a:r>
              <a:rPr lang="en-IN" sz="3600" dirty="0">
                <a:latin typeface="Century" panose="02040604050505020304" pitchFamily="18" charset="0"/>
              </a:rPr>
              <a:t>DATA COLLECTION </a:t>
            </a:r>
          </a:p>
        </p:txBody>
      </p:sp>
      <p:sp>
        <p:nvSpPr>
          <p:cNvPr id="10" name="TextBox 9">
            <a:extLst>
              <a:ext uri="{FF2B5EF4-FFF2-40B4-BE49-F238E27FC236}">
                <a16:creationId xmlns:a16="http://schemas.microsoft.com/office/drawing/2014/main" id="{54E01B6D-D754-ADBB-42F6-E491E1D8EE31}"/>
              </a:ext>
            </a:extLst>
          </p:cNvPr>
          <p:cNvSpPr txBox="1"/>
          <p:nvPr/>
        </p:nvSpPr>
        <p:spPr>
          <a:xfrm>
            <a:off x="5628190" y="884166"/>
            <a:ext cx="6094070" cy="646331"/>
          </a:xfrm>
          <a:prstGeom prst="rect">
            <a:avLst/>
          </a:prstGeom>
          <a:noFill/>
        </p:spPr>
        <p:txBody>
          <a:bodyPr wrap="square">
            <a:spAutoFit/>
          </a:bodyPr>
          <a:lstStyle/>
          <a:p>
            <a:r>
              <a:rPr lang="en-IN" dirty="0">
                <a:hlinkClick r:id="rId3"/>
              </a:rPr>
              <a:t>https://ergonomic-insight-lab.lovable.app/</a:t>
            </a:r>
            <a:endParaRPr lang="en-IN" dirty="0"/>
          </a:p>
          <a:p>
            <a:endParaRPr lang="en-IN" dirty="0"/>
          </a:p>
        </p:txBody>
      </p:sp>
      <p:sp>
        <p:nvSpPr>
          <p:cNvPr id="8" name="TextBox 7">
            <a:hlinkClick r:id="rId4" action="ppaction://hlinkfile"/>
            <a:extLst>
              <a:ext uri="{FF2B5EF4-FFF2-40B4-BE49-F238E27FC236}">
                <a16:creationId xmlns:a16="http://schemas.microsoft.com/office/drawing/2014/main" id="{CC892D93-96B5-A0F1-646F-2E145E07FFF4}"/>
              </a:ext>
            </a:extLst>
          </p:cNvPr>
          <p:cNvSpPr txBox="1"/>
          <p:nvPr/>
        </p:nvSpPr>
        <p:spPr>
          <a:xfrm>
            <a:off x="5628190" y="1807029"/>
            <a:ext cx="5170439" cy="369332"/>
          </a:xfrm>
          <a:prstGeom prst="rect">
            <a:avLst/>
          </a:prstGeom>
          <a:noFill/>
        </p:spPr>
        <p:txBody>
          <a:bodyPr wrap="square" rtlCol="0">
            <a:spAutoFit/>
          </a:bodyPr>
          <a:lstStyle/>
          <a:p>
            <a:r>
              <a:rPr lang="en-IN" dirty="0"/>
              <a:t>BROILER FEED DATA</a:t>
            </a:r>
          </a:p>
        </p:txBody>
      </p:sp>
    </p:spTree>
    <p:extLst>
      <p:ext uri="{BB962C8B-B14F-4D97-AF65-F5344CB8AC3E}">
        <p14:creationId xmlns:p14="http://schemas.microsoft.com/office/powerpoint/2010/main" val="1688001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FFA36-7EAD-D356-D01D-4ECE365548BA}"/>
              </a:ext>
            </a:extLst>
          </p:cNvPr>
          <p:cNvSpPr>
            <a:spLocks noGrp="1"/>
          </p:cNvSpPr>
          <p:nvPr>
            <p:ph type="title"/>
          </p:nvPr>
        </p:nvSpPr>
        <p:spPr>
          <a:xfrm>
            <a:off x="553311" y="-75709"/>
            <a:ext cx="10652760" cy="969264"/>
          </a:xfrm>
        </p:spPr>
        <p:txBody>
          <a:bodyPr anchor="b">
            <a:normAutofit/>
          </a:bodyPr>
          <a:lstStyle/>
          <a:p>
            <a:pPr algn="ctr"/>
            <a:r>
              <a:rPr lang="en-IN" sz="3600" dirty="0">
                <a:latin typeface="Century" panose="02040604050505020304" pitchFamily="18" charset="0"/>
              </a:rPr>
              <a:t>SATISFACTION LEVEL AND FEED METRICS</a:t>
            </a:r>
          </a:p>
        </p:txBody>
      </p:sp>
      <p:sp>
        <p:nvSpPr>
          <p:cNvPr id="5" name="Rectangle 2">
            <a:extLst>
              <a:ext uri="{FF2B5EF4-FFF2-40B4-BE49-F238E27FC236}">
                <a16:creationId xmlns:a16="http://schemas.microsoft.com/office/drawing/2014/main" id="{B6ADABDA-D727-92EF-611A-63AD574E91E6}"/>
              </a:ext>
            </a:extLst>
          </p:cNvPr>
          <p:cNvSpPr>
            <a:spLocks noChangeArrowheads="1"/>
          </p:cNvSpPr>
          <p:nvPr/>
        </p:nvSpPr>
        <p:spPr bwMode="auto">
          <a:xfrm>
            <a:off x="9217660" y="2310900"/>
            <a:ext cx="2587852"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entury" panose="02040604050505020304" pitchFamily="18" charset="0"/>
              </a:rPr>
              <a:t>The feed formulation achieves </a:t>
            </a:r>
            <a:r>
              <a:rPr kumimoji="0" lang="en-US" altLang="en-US" sz="1600" b="1" i="0" u="none" strike="noStrike" cap="none" normalizeH="0" baseline="0" dirty="0">
                <a:ln>
                  <a:noFill/>
                </a:ln>
                <a:solidFill>
                  <a:schemeClr val="tx1"/>
                </a:solidFill>
                <a:effectLst/>
                <a:latin typeface="Century" panose="02040604050505020304" pitchFamily="18" charset="0"/>
              </a:rPr>
              <a:t>good pellet quality (94%) and adequate nutrition (82%)</a:t>
            </a:r>
            <a:r>
              <a:rPr kumimoji="0" lang="en-US" altLang="en-US" sz="1600" b="0" i="0" u="none" strike="noStrike" cap="none" normalizeH="0" baseline="0" dirty="0">
                <a:ln>
                  <a:noFill/>
                </a:ln>
                <a:solidFill>
                  <a:schemeClr val="tx1"/>
                </a:solidFill>
                <a:effectLst/>
                <a:latin typeface="Century" panose="02040604050505020304" pitchFamily="18" charset="0"/>
              </a:rPr>
              <a:t>, showing the model maintains proper feed performance and nutrient 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entury" panose="02040604050505020304" pitchFamily="18" charset="0"/>
              </a:rPr>
              <a:t>Production cost is moderately optimized (71%) but ergonomic safety is not satisfied (0%)</a:t>
            </a:r>
            <a:r>
              <a:rPr kumimoji="0" lang="en-US" altLang="en-US" sz="1600" b="0" i="0" u="none" strike="noStrike" cap="none" normalizeH="0" baseline="0" dirty="0">
                <a:ln>
                  <a:noFill/>
                </a:ln>
                <a:solidFill>
                  <a:schemeClr val="tx1"/>
                </a:solidFill>
                <a:effectLst/>
                <a:latin typeface="Century" panose="02040604050505020304" pitchFamily="18" charset="0"/>
              </a:rPr>
              <a:t>, indicating that worker handling conditions still need improvement.</a:t>
            </a: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8534685C-C0E7-2F8D-69EE-67D5628F2029}"/>
                  </a:ext>
                </a:extLst>
              </p:cNvPr>
              <p:cNvGraphicFramePr>
                <a:graphicFrameLocks noChangeAspect="1"/>
              </p:cNvGraphicFramePr>
              <p:nvPr>
                <p:extLst>
                  <p:ext uri="{D42A27DB-BD31-4B8C-83A1-F6EECF244321}">
                    <p14:modId xmlns:p14="http://schemas.microsoft.com/office/powerpoint/2010/main" val="1430113779"/>
                  </p:ext>
                </p:extLst>
              </p:nvPr>
            </p:nvGraphicFramePr>
            <p:xfrm>
              <a:off x="10269900" y="1075631"/>
              <a:ext cx="936171" cy="526596"/>
            </p:xfrm>
            <a:graphic>
              <a:graphicData uri="http://schemas.microsoft.com/office/powerpoint/2016/slidezoom">
                <pslz:sldZm>
                  <pslz:sldZmObj sldId="323" cId="3479779299">
                    <pslz:zmPr id="{E4464F4D-5F47-46AF-A7EC-C4613D0DB353}" returnToParent="0" transitionDur="1000">
                      <p166:blipFill xmlns:p166="http://schemas.microsoft.com/office/powerpoint/2016/6/main">
                        <a:blip r:embed="rId2"/>
                        <a:stretch>
                          <a:fillRect/>
                        </a:stretch>
                      </p166:blipFill>
                      <p166:spPr xmlns:p166="http://schemas.microsoft.com/office/powerpoint/2016/6/main">
                        <a:xfrm>
                          <a:off x="0" y="0"/>
                          <a:ext cx="936171" cy="526596"/>
                        </a:xfrm>
                        <a:prstGeom prst="rect">
                          <a:avLst/>
                        </a:prstGeom>
                        <a:ln w="3175">
                          <a:solidFill>
                            <a:prstClr val="ltGray"/>
                          </a:solidFill>
                        </a:ln>
                      </p166:spPr>
                    </pslz:zmPr>
                  </pslz:sldZmObj>
                </pslz:sldZm>
              </a:graphicData>
            </a:graphic>
          </p:graphicFrame>
        </mc:Choice>
        <mc:Fallback xmlns="">
          <p:pic>
            <p:nvPicPr>
              <p:cNvPr id="4" name="Slide Zoom 3">
                <a:extLst>
                  <a:ext uri="{FF2B5EF4-FFF2-40B4-BE49-F238E27FC236}">
                    <a16:creationId xmlns:a16="http://schemas.microsoft.com/office/drawing/2014/main" id="{8534685C-C0E7-2F8D-69EE-67D5628F2029}"/>
                  </a:ext>
                </a:extLst>
              </p:cNvPr>
              <p:cNvPicPr>
                <a:picLocks noGrp="1" noRot="1" noChangeAspect="1" noMove="1" noResize="1" noEditPoints="1" noAdjustHandles="1" noChangeArrowheads="1" noChangeShapeType="1"/>
              </p:cNvPicPr>
              <p:nvPr/>
            </p:nvPicPr>
            <p:blipFill>
              <a:blip r:embed="rId4"/>
              <a:stretch>
                <a:fillRect/>
              </a:stretch>
            </p:blipFill>
            <p:spPr>
              <a:xfrm>
                <a:off x="10269900" y="1075631"/>
                <a:ext cx="936171" cy="526596"/>
              </a:xfrm>
              <a:prstGeom prst="rect">
                <a:avLst/>
              </a:prstGeom>
              <a:ln w="3175">
                <a:solidFill>
                  <a:prstClr val="ltGray"/>
                </a:solidFill>
              </a:ln>
            </p:spPr>
          </p:pic>
        </mc:Fallback>
      </mc:AlternateContent>
      <p:pic>
        <p:nvPicPr>
          <p:cNvPr id="9" name="Picture 8">
            <a:extLst>
              <a:ext uri="{FF2B5EF4-FFF2-40B4-BE49-F238E27FC236}">
                <a16:creationId xmlns:a16="http://schemas.microsoft.com/office/drawing/2014/main" id="{A90C4872-FEB1-30D8-E417-74D8422DF4F0}"/>
              </a:ext>
            </a:extLst>
          </p:cNvPr>
          <p:cNvPicPr>
            <a:picLocks noChangeAspect="1"/>
          </p:cNvPicPr>
          <p:nvPr/>
        </p:nvPicPr>
        <p:blipFill>
          <a:blip r:embed="rId5"/>
          <a:stretch>
            <a:fillRect/>
          </a:stretch>
        </p:blipFill>
        <p:spPr>
          <a:xfrm>
            <a:off x="79178" y="1602226"/>
            <a:ext cx="8248394" cy="4863887"/>
          </a:xfrm>
          <a:prstGeom prst="rect">
            <a:avLst/>
          </a:prstGeom>
        </p:spPr>
      </p:pic>
    </p:spTree>
    <p:extLst>
      <p:ext uri="{BB962C8B-B14F-4D97-AF65-F5344CB8AC3E}">
        <p14:creationId xmlns:p14="http://schemas.microsoft.com/office/powerpoint/2010/main" val="3996532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79585-051A-43B2-A2B5-28F0E2B1B9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C91C6-FD84-022D-00EF-19084812DBAD}"/>
              </a:ext>
            </a:extLst>
          </p:cNvPr>
          <p:cNvSpPr>
            <a:spLocks noGrp="1"/>
          </p:cNvSpPr>
          <p:nvPr>
            <p:ph type="title"/>
          </p:nvPr>
        </p:nvSpPr>
        <p:spPr>
          <a:xfrm>
            <a:off x="360752" y="0"/>
            <a:ext cx="10652760" cy="969264"/>
          </a:xfrm>
        </p:spPr>
        <p:txBody>
          <a:bodyPr anchor="b">
            <a:normAutofit/>
          </a:bodyPr>
          <a:lstStyle/>
          <a:p>
            <a:pPr algn="ctr"/>
            <a:r>
              <a:rPr lang="en-IN" sz="3600" dirty="0">
                <a:latin typeface="Century" panose="02040604050505020304" pitchFamily="18" charset="0"/>
              </a:rPr>
              <a:t>COST AND PROCESS METRICS</a:t>
            </a:r>
          </a:p>
        </p:txBody>
      </p:sp>
      <p:sp>
        <p:nvSpPr>
          <p:cNvPr id="5" name="Rectangle 2">
            <a:extLst>
              <a:ext uri="{FF2B5EF4-FFF2-40B4-BE49-F238E27FC236}">
                <a16:creationId xmlns:a16="http://schemas.microsoft.com/office/drawing/2014/main" id="{35BBC071-7EFC-3B0D-99F2-F9E35C8C27F4}"/>
              </a:ext>
            </a:extLst>
          </p:cNvPr>
          <p:cNvSpPr>
            <a:spLocks noChangeArrowheads="1"/>
          </p:cNvSpPr>
          <p:nvPr/>
        </p:nvSpPr>
        <p:spPr bwMode="auto">
          <a:xfrm>
            <a:off x="9217660" y="1672455"/>
            <a:ext cx="274574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entury" panose="02040604050505020304" pitchFamily="18" charset="0"/>
              </a:rPr>
              <a:t>Raw material cost dominates the total cost</a:t>
            </a:r>
            <a:r>
              <a:rPr kumimoji="0" lang="en-US" altLang="en-US" sz="1600" b="0" i="0" u="none" strike="noStrike" cap="none" normalizeH="0" baseline="0" dirty="0">
                <a:ln>
                  <a:noFill/>
                </a:ln>
                <a:solidFill>
                  <a:schemeClr val="tx1"/>
                </a:solidFill>
                <a:effectLst/>
                <a:latin typeface="Century" panose="02040604050505020304" pitchFamily="18" charset="0"/>
              </a:rPr>
              <a:t>, while energy, labor, and packaging contribute smaller portions.</a:t>
            </a:r>
            <a:endParaRPr lang="en-US" altLang="en-US" sz="1600" dirty="0">
              <a:latin typeface="Century" panose="020406040505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Century" panose="020406040505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entury" panose="02040604050505020304" pitchFamily="18" charset="0"/>
              </a:rPr>
              <a:t>Pellet durability targets are achieved in all stages</a:t>
            </a:r>
            <a:r>
              <a:rPr kumimoji="0" lang="en-US" altLang="en-US" sz="1600" b="0" i="0" u="none" strike="noStrike" cap="none" normalizeH="0" baseline="0" dirty="0">
                <a:ln>
                  <a:noFill/>
                </a:ln>
                <a:solidFill>
                  <a:schemeClr val="tx1"/>
                </a:solidFill>
                <a:effectLst/>
                <a:latin typeface="Century" panose="02040604050505020304" pitchFamily="18" charset="0"/>
              </a:rPr>
              <a:t>, indicating good feed quality and stable processing conditions.</a:t>
            </a:r>
          </a:p>
        </p:txBody>
      </p:sp>
      <p:pic>
        <p:nvPicPr>
          <p:cNvPr id="7" name="Picture 6">
            <a:extLst>
              <a:ext uri="{FF2B5EF4-FFF2-40B4-BE49-F238E27FC236}">
                <a16:creationId xmlns:a16="http://schemas.microsoft.com/office/drawing/2014/main" id="{9A9FF4DA-E4C1-6BA7-E950-C79CAFC2AACF}"/>
              </a:ext>
            </a:extLst>
          </p:cNvPr>
          <p:cNvPicPr>
            <a:picLocks noChangeAspect="1"/>
          </p:cNvPicPr>
          <p:nvPr/>
        </p:nvPicPr>
        <p:blipFill>
          <a:blip r:embed="rId2"/>
          <a:stretch>
            <a:fillRect/>
          </a:stretch>
        </p:blipFill>
        <p:spPr>
          <a:xfrm>
            <a:off x="578157" y="1672455"/>
            <a:ext cx="8282814" cy="4238488"/>
          </a:xfrm>
          <a:prstGeom prst="rect">
            <a:avLst/>
          </a:prstGeom>
        </p:spPr>
      </p:pic>
    </p:spTree>
    <p:extLst>
      <p:ext uri="{BB962C8B-B14F-4D97-AF65-F5344CB8AC3E}">
        <p14:creationId xmlns:p14="http://schemas.microsoft.com/office/powerpoint/2010/main" val="2542089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3F930-8CDC-A421-CE60-D404BFF3DC66}"/>
              </a:ext>
            </a:extLst>
          </p:cNvPr>
          <p:cNvSpPr>
            <a:spLocks noGrp="1"/>
          </p:cNvSpPr>
          <p:nvPr>
            <p:ph type="title"/>
          </p:nvPr>
        </p:nvSpPr>
        <p:spPr>
          <a:xfrm>
            <a:off x="429768" y="0"/>
            <a:ext cx="10652760" cy="969264"/>
          </a:xfrm>
        </p:spPr>
        <p:txBody>
          <a:bodyPr anchor="b">
            <a:normAutofit/>
          </a:bodyPr>
          <a:lstStyle/>
          <a:p>
            <a:pPr algn="ctr"/>
            <a:r>
              <a:rPr lang="en-IN" sz="3600" dirty="0">
                <a:latin typeface="Century" panose="02040604050505020304" pitchFamily="18" charset="0"/>
              </a:rPr>
              <a:t>ERGONOMIC ANALYSIS</a:t>
            </a:r>
          </a:p>
        </p:txBody>
      </p:sp>
      <p:pic>
        <p:nvPicPr>
          <p:cNvPr id="7" name="Content Placeholder 6">
            <a:extLst>
              <a:ext uri="{FF2B5EF4-FFF2-40B4-BE49-F238E27FC236}">
                <a16:creationId xmlns:a16="http://schemas.microsoft.com/office/drawing/2014/main" id="{8B63985F-0D30-454D-A67B-8B089607D5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635" y="1227222"/>
            <a:ext cx="7634685" cy="5143098"/>
          </a:xfrm>
          <a:prstGeom prst="rect">
            <a:avLst/>
          </a:prstGeom>
        </p:spPr>
      </p:pic>
      <p:sp>
        <p:nvSpPr>
          <p:cNvPr id="5" name="Rectangle 1">
            <a:extLst>
              <a:ext uri="{FF2B5EF4-FFF2-40B4-BE49-F238E27FC236}">
                <a16:creationId xmlns:a16="http://schemas.microsoft.com/office/drawing/2014/main" id="{84448223-A9B9-E6D8-96C1-32DCEE1BCB0D}"/>
              </a:ext>
            </a:extLst>
          </p:cNvPr>
          <p:cNvSpPr>
            <a:spLocks noChangeArrowheads="1"/>
          </p:cNvSpPr>
          <p:nvPr/>
        </p:nvSpPr>
        <p:spPr bwMode="auto">
          <a:xfrm>
            <a:off x="8260080" y="2188637"/>
            <a:ext cx="352044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entury" panose="02040604050505020304" pitchFamily="18" charset="0"/>
              </a:rPr>
              <a:t>All tasks involving the 50 kg bags are classified as "VERY HIGH" risk, as their Lifting Index values (ranging from 2.76 to 8.77) far exceed the safe NIOSH limit of 1.0</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Century" panose="020406040505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entury" panose="02040604050505020304" pitchFamily="18" charset="0"/>
              </a:rPr>
              <a:t>The data indicates a critical safety violation that requires immediate ergonomic intervention to prevent worker injury and reduce extreme physical strain.</a:t>
            </a:r>
          </a:p>
        </p:txBody>
      </p:sp>
    </p:spTree>
    <p:extLst>
      <p:ext uri="{BB962C8B-B14F-4D97-AF65-F5344CB8AC3E}">
        <p14:creationId xmlns:p14="http://schemas.microsoft.com/office/powerpoint/2010/main" val="2170125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388B2-5614-1591-8852-DCA0E3908D8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9D5D74-9250-9370-9386-51936B83260E}"/>
              </a:ext>
            </a:extLst>
          </p:cNvPr>
          <p:cNvPicPr>
            <a:picLocks noChangeAspect="1"/>
          </p:cNvPicPr>
          <p:nvPr/>
        </p:nvPicPr>
        <p:blipFill>
          <a:blip r:embed="rId2"/>
          <a:srcRect t="24020" r="-2" b="-2"/>
          <a:stretch>
            <a:fillRect/>
          </a:stretch>
        </p:blipFill>
        <p:spPr>
          <a:xfrm>
            <a:off x="19" y="10"/>
            <a:ext cx="4271039" cy="7678984"/>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noFill/>
        </p:spPr>
      </p:pic>
      <p:sp>
        <p:nvSpPr>
          <p:cNvPr id="4" name="Rectangle 2">
            <a:extLst>
              <a:ext uri="{FF2B5EF4-FFF2-40B4-BE49-F238E27FC236}">
                <a16:creationId xmlns:a16="http://schemas.microsoft.com/office/drawing/2014/main" id="{AEFD5C3F-61A1-36F4-E958-7E5EE193C155}"/>
              </a:ext>
            </a:extLst>
          </p:cNvPr>
          <p:cNvSpPr>
            <a:spLocks noGrp="1" noChangeArrowheads="1"/>
          </p:cNvSpPr>
          <p:nvPr>
            <p:ph sz="quarter" idx="14"/>
          </p:nvPr>
        </p:nvSpPr>
        <p:spPr bwMode="auto">
          <a:xfrm>
            <a:off x="4820076" y="2284262"/>
            <a:ext cx="6766560" cy="49834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fontAlgn="base">
              <a:lnSpc>
                <a:spcPct val="110000"/>
              </a:lnSpc>
              <a:spcBef>
                <a:spcPct val="0"/>
              </a:spcBef>
              <a:spcAft>
                <a:spcPts val="600"/>
              </a:spcAft>
            </a:pPr>
            <a:r>
              <a:rPr lang="en-US" altLang="en-US" sz="1600" b="1" dirty="0">
                <a:latin typeface="Century" panose="02040604050505020304" pitchFamily="18" charset="0"/>
              </a:rPr>
              <a:t>Ergonomics (Bag Handling) </a:t>
            </a:r>
            <a:r>
              <a:rPr lang="en-US" altLang="en-US" sz="1600" dirty="0">
                <a:latin typeface="Century" panose="02040604050505020304" pitchFamily="18" charset="0"/>
              </a:rPr>
              <a:t>: Reduce manual lifting strain by optimizing bag weight and improving workstation layout, such as adjusting pallet height or using simple lifting aids.</a:t>
            </a:r>
          </a:p>
          <a:p>
            <a:pPr fontAlgn="base">
              <a:lnSpc>
                <a:spcPct val="110000"/>
              </a:lnSpc>
              <a:spcBef>
                <a:spcPct val="0"/>
              </a:spcBef>
              <a:spcAft>
                <a:spcPts val="600"/>
              </a:spcAft>
            </a:pPr>
            <a:r>
              <a:rPr lang="en-US" altLang="en-US" sz="1600" b="1" dirty="0">
                <a:latin typeface="Century" panose="02040604050505020304" pitchFamily="18" charset="0"/>
              </a:rPr>
              <a:t>Nutrition &amp; Cost </a:t>
            </a:r>
            <a:r>
              <a:rPr lang="en-US" altLang="en-US" sz="1600" dirty="0">
                <a:latin typeface="Century" panose="02040604050505020304" pitchFamily="18" charset="0"/>
              </a:rPr>
              <a:t>: Improve formulation flexibility by allowing small adjustments in filler or micro ingredients, helping maintain nutritional targets while controlling ingredient cost.</a:t>
            </a:r>
          </a:p>
          <a:p>
            <a:pPr fontAlgn="base">
              <a:lnSpc>
                <a:spcPct val="110000"/>
              </a:lnSpc>
              <a:spcBef>
                <a:spcPct val="0"/>
              </a:spcBef>
              <a:spcAft>
                <a:spcPts val="600"/>
              </a:spcAft>
            </a:pPr>
            <a:r>
              <a:rPr lang="en-US" altLang="en-US" sz="1600" b="1" dirty="0">
                <a:latin typeface="Century" panose="02040604050505020304" pitchFamily="18" charset="0"/>
              </a:rPr>
              <a:t>Processing Quality </a:t>
            </a:r>
            <a:r>
              <a:rPr lang="en-US" altLang="en-US" sz="1600" dirty="0">
                <a:latin typeface="Century" panose="02040604050505020304" pitchFamily="18" charset="0"/>
              </a:rPr>
              <a:t>: Maintain stable operating parameters (temperature, moisture, throughput) to consistently achieve high pellet durability and efficient production.</a:t>
            </a:r>
            <a:endParaRPr kumimoji="0" lang="en-US" altLang="en-US" sz="1600" b="0" i="0" u="none" strike="noStrike" cap="none" normalizeH="0" baseline="0" dirty="0">
              <a:ln>
                <a:noFill/>
              </a:ln>
              <a:effectLst/>
              <a:latin typeface="Century" panose="02040604050505020304" pitchFamily="18" charset="0"/>
            </a:endParaRPr>
          </a:p>
        </p:txBody>
      </p:sp>
      <p:sp>
        <p:nvSpPr>
          <p:cNvPr id="9" name="Title 1">
            <a:extLst>
              <a:ext uri="{FF2B5EF4-FFF2-40B4-BE49-F238E27FC236}">
                <a16:creationId xmlns:a16="http://schemas.microsoft.com/office/drawing/2014/main" id="{C409CAEA-83ED-09C6-B200-6F63D65CFF98}"/>
              </a:ext>
            </a:extLst>
          </p:cNvPr>
          <p:cNvSpPr txBox="1">
            <a:spLocks/>
          </p:cNvSpPr>
          <p:nvPr/>
        </p:nvSpPr>
        <p:spPr>
          <a:xfrm>
            <a:off x="1" y="474516"/>
            <a:ext cx="4271058" cy="65980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lgn="ctr">
              <a:spcAft>
                <a:spcPts val="600"/>
              </a:spcAft>
            </a:pPr>
            <a:r>
              <a:rPr lang="en-US" sz="2400" b="0" kern="1200" cap="all" baseline="0" dirty="0">
                <a:latin typeface="Century" panose="02040604050505020304" pitchFamily="18" charset="0"/>
              </a:rPr>
              <a:t>RECOMMENDATION</a:t>
            </a:r>
          </a:p>
          <a:p>
            <a:pPr algn="ctr">
              <a:spcAft>
                <a:spcPts val="600"/>
              </a:spcAft>
            </a:pPr>
            <a:r>
              <a:rPr lang="en-US" sz="2400" dirty="0">
                <a:latin typeface="Century" panose="02040604050505020304" pitchFamily="18" charset="0"/>
              </a:rPr>
              <a:t>(from analysis)</a:t>
            </a:r>
            <a:endParaRPr lang="en-US" sz="2400" b="0" kern="1200" cap="all" baseline="0" dirty="0">
              <a:latin typeface="Century" panose="02040604050505020304" pitchFamily="18" charset="0"/>
            </a:endParaRPr>
          </a:p>
        </p:txBody>
      </p:sp>
    </p:spTree>
    <p:extLst>
      <p:ext uri="{BB962C8B-B14F-4D97-AF65-F5344CB8AC3E}">
        <p14:creationId xmlns:p14="http://schemas.microsoft.com/office/powerpoint/2010/main" val="3495080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7BC6-CE3F-E620-E798-1319C93680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CC58E8-E3A3-F349-57CB-D9F7A46C1481}"/>
              </a:ext>
            </a:extLst>
          </p:cNvPr>
          <p:cNvSpPr>
            <a:spLocks noGrp="1" noChangeArrowheads="1"/>
          </p:cNvSpPr>
          <p:nvPr>
            <p:ph sz="quarter" idx="14"/>
          </p:nvPr>
        </p:nvSpPr>
        <p:spPr bwMode="auto">
          <a:xfrm>
            <a:off x="7304314" y="1424291"/>
            <a:ext cx="4489150" cy="49834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a:bodyPr>
          <a:lstStyle/>
          <a:p>
            <a:pPr marL="0" marR="0" lvl="0" fontAlgn="base">
              <a:spcBef>
                <a:spcPct val="0"/>
              </a:spcBef>
              <a:spcAft>
                <a:spcPts val="600"/>
              </a:spcAft>
              <a:buClrTx/>
              <a:buSzTx/>
              <a:tabLst/>
            </a:pPr>
            <a:r>
              <a:rPr kumimoji="0" lang="en-US" altLang="en-US" sz="1600" b="1" i="0" u="none" strike="noStrike" cap="none" normalizeH="0" baseline="0" dirty="0">
                <a:ln>
                  <a:noFill/>
                </a:ln>
                <a:effectLst/>
                <a:latin typeface="Century" panose="02040604050505020304" pitchFamily="18" charset="0"/>
              </a:rPr>
              <a:t>The Static Limitation:</a:t>
            </a:r>
            <a:r>
              <a:rPr kumimoji="0" lang="en-US" altLang="en-US" sz="1600" b="0" i="0" u="none" strike="noStrike" cap="none" normalizeH="0" baseline="0" dirty="0">
                <a:ln>
                  <a:noFill/>
                </a:ln>
                <a:effectLst/>
                <a:latin typeface="Century" panose="02040604050505020304" pitchFamily="18" charset="0"/>
              </a:rPr>
              <a:t> Traditional feed matrices fail during supply chain disruptions. We stress-tested the LFGP architecture using Parametric Cost Sweeps.</a:t>
            </a:r>
          </a:p>
          <a:p>
            <a:r>
              <a:rPr lang="en-US" sz="1600" b="1" dirty="0">
                <a:latin typeface="Century" panose="02040604050505020304" pitchFamily="18" charset="0"/>
              </a:rPr>
              <a:t>The Protein Shock (Soya </a:t>
            </a:r>
            <a:r>
              <a:rPr lang="en-US" sz="1600" b="1" dirty="0" err="1">
                <a:latin typeface="Century" panose="02040604050505020304" pitchFamily="18" charset="0"/>
              </a:rPr>
              <a:t>Hipro</a:t>
            </a:r>
            <a:r>
              <a:rPr lang="en-US" sz="1600" b="1" dirty="0">
                <a:latin typeface="Century" panose="02040604050505020304" pitchFamily="18" charset="0"/>
              </a:rPr>
              <a:t>):</a:t>
            </a:r>
            <a:r>
              <a:rPr lang="en-US" sz="1600" dirty="0">
                <a:latin typeface="Century" panose="02040604050505020304" pitchFamily="18" charset="0"/>
              </a:rPr>
              <a:t> Causes a massive cost spike in the Pre-Starter phase, but the impact flattens in the Finisher phase.</a:t>
            </a:r>
          </a:p>
          <a:p>
            <a:r>
              <a:rPr lang="en-US" sz="1600" b="1" dirty="0">
                <a:latin typeface="Century" panose="02040604050505020304" pitchFamily="18" charset="0"/>
              </a:rPr>
              <a:t>The Volume Driver (Maize):</a:t>
            </a:r>
            <a:r>
              <a:rPr lang="en-US" sz="1600" dirty="0">
                <a:latin typeface="Century" panose="02040604050505020304" pitchFamily="18" charset="0"/>
              </a:rPr>
              <a:t> Creates a steep, unavoidable baseline cost surge across all three stages due to high energy demands.</a:t>
            </a:r>
          </a:p>
          <a:p>
            <a:r>
              <a:rPr lang="en-US" sz="1600" b="1" dirty="0">
                <a:latin typeface="Century" panose="02040604050505020304" pitchFamily="18" charset="0"/>
              </a:rPr>
              <a:t>Autonomous Budget Defense:</a:t>
            </a:r>
            <a:r>
              <a:rPr lang="en-US" sz="1600" dirty="0">
                <a:latin typeface="Century" panose="02040604050505020304" pitchFamily="18" charset="0"/>
              </a:rPr>
              <a:t> The LFGP algorithm dynamically substitutes overpriced ingredients (e.g., pivoting to Meat &amp; Bone Meal) to protect the profit margin without violating biological limits.</a:t>
            </a:r>
          </a:p>
        </p:txBody>
      </p:sp>
      <p:sp>
        <p:nvSpPr>
          <p:cNvPr id="9" name="Title 1">
            <a:extLst>
              <a:ext uri="{FF2B5EF4-FFF2-40B4-BE49-F238E27FC236}">
                <a16:creationId xmlns:a16="http://schemas.microsoft.com/office/drawing/2014/main" id="{BE9643E0-0FE0-9A08-4C52-1747BC93D067}"/>
              </a:ext>
            </a:extLst>
          </p:cNvPr>
          <p:cNvSpPr txBox="1">
            <a:spLocks/>
          </p:cNvSpPr>
          <p:nvPr/>
        </p:nvSpPr>
        <p:spPr>
          <a:xfrm>
            <a:off x="99492" y="320040"/>
            <a:ext cx="6766560"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dirty="0">
                <a:latin typeface="+mj-lt"/>
                <a:ea typeface="+mj-ea"/>
                <a:cs typeface="+mj-cs"/>
              </a:rPr>
              <a:t>Dynamic Shadow Pricing</a:t>
            </a:r>
          </a:p>
        </p:txBody>
      </p:sp>
      <p:pic>
        <p:nvPicPr>
          <p:cNvPr id="10" name="Picture 9">
            <a:extLst>
              <a:ext uri="{FF2B5EF4-FFF2-40B4-BE49-F238E27FC236}">
                <a16:creationId xmlns:a16="http://schemas.microsoft.com/office/drawing/2014/main" id="{23E3AA94-9466-204F-04E1-91EDF75034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53347"/>
            <a:ext cx="6760030" cy="3899647"/>
          </a:xfrm>
          <a:prstGeom prst="rect">
            <a:avLst/>
          </a:prstGeom>
        </p:spPr>
      </p:pic>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9B81C122-38F9-F6D8-FF51-D6613B4D9BA6}"/>
                  </a:ext>
                </a:extLst>
              </p:cNvPr>
              <p:cNvGraphicFramePr>
                <a:graphicFrameLocks noChangeAspect="1"/>
              </p:cNvGraphicFramePr>
              <p:nvPr>
                <p:extLst>
                  <p:ext uri="{D42A27DB-BD31-4B8C-83A1-F6EECF244321}">
                    <p14:modId xmlns:p14="http://schemas.microsoft.com/office/powerpoint/2010/main" val="1331554539"/>
                  </p:ext>
                </p:extLst>
              </p:nvPr>
            </p:nvGraphicFramePr>
            <p:xfrm>
              <a:off x="7591921" y="450229"/>
              <a:ext cx="1501123" cy="844382"/>
            </p:xfrm>
            <a:graphic>
              <a:graphicData uri="http://schemas.microsoft.com/office/powerpoint/2016/slidezoom">
                <pslz:sldZm>
                  <pslz:sldZmObj sldId="317" cId="3612198636">
                    <pslz:zmPr id="{53F8415A-9147-4A07-B670-89A1A63162F1}" returnToParent="0" transitionDur="1000">
                      <p166:blipFill xmlns:p166="http://schemas.microsoft.com/office/powerpoint/2016/6/main">
                        <a:blip r:embed="rId3"/>
                        <a:stretch>
                          <a:fillRect/>
                        </a:stretch>
                      </p166:blipFill>
                      <p166:spPr xmlns:p166="http://schemas.microsoft.com/office/powerpoint/2016/6/main">
                        <a:xfrm>
                          <a:off x="0" y="0"/>
                          <a:ext cx="1501123" cy="844382"/>
                        </a:xfrm>
                        <a:prstGeom prst="rect">
                          <a:avLst/>
                        </a:prstGeom>
                        <a:ln w="3175">
                          <a:solidFill>
                            <a:prstClr val="ltGray"/>
                          </a:solidFill>
                        </a:ln>
                      </p166:spPr>
                    </pslz:zmPr>
                  </pslz:sldZmObj>
                </pslz:sldZm>
              </a:graphicData>
            </a:graphic>
          </p:graphicFrame>
        </mc:Choice>
        <mc:Fallback xmlns="">
          <p:pic>
            <p:nvPicPr>
              <p:cNvPr id="4" name="Slide Zoom 3">
                <a:hlinkClick r:id="rId4" action="ppaction://hlinksldjump"/>
                <a:extLst>
                  <a:ext uri="{FF2B5EF4-FFF2-40B4-BE49-F238E27FC236}">
                    <a16:creationId xmlns:a16="http://schemas.microsoft.com/office/drawing/2014/main" id="{9B81C122-38F9-F6D8-FF51-D6613B4D9BA6}"/>
                  </a:ext>
                </a:extLst>
              </p:cNvPr>
              <p:cNvPicPr>
                <a:picLocks noGrp="1" noRot="1" noChangeAspect="1" noMove="1" noResize="1" noEditPoints="1" noAdjustHandles="1" noChangeArrowheads="1" noChangeShapeType="1"/>
              </p:cNvPicPr>
              <p:nvPr/>
            </p:nvPicPr>
            <p:blipFill>
              <a:blip r:embed="rId5"/>
              <a:stretch>
                <a:fillRect/>
              </a:stretch>
            </p:blipFill>
            <p:spPr>
              <a:xfrm>
                <a:off x="7591921" y="450229"/>
                <a:ext cx="1501123" cy="84438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DFB2DBB1-9729-DE34-4149-63AEF27196C1}"/>
                  </a:ext>
                </a:extLst>
              </p:cNvPr>
              <p:cNvGraphicFramePr>
                <a:graphicFrameLocks noChangeAspect="1"/>
              </p:cNvGraphicFramePr>
              <p:nvPr>
                <p:extLst>
                  <p:ext uri="{D42A27DB-BD31-4B8C-83A1-F6EECF244321}">
                    <p14:modId xmlns:p14="http://schemas.microsoft.com/office/powerpoint/2010/main" val="691273095"/>
                  </p:ext>
                </p:extLst>
              </p:nvPr>
            </p:nvGraphicFramePr>
            <p:xfrm>
              <a:off x="9818914" y="450229"/>
              <a:ext cx="1501123" cy="844382"/>
            </p:xfrm>
            <a:graphic>
              <a:graphicData uri="http://schemas.microsoft.com/office/powerpoint/2016/slidezoom">
                <pslz:sldZm>
                  <pslz:sldZmObj sldId="318" cId="101538179">
                    <pslz:zmPr id="{E9ABDB23-4592-441E-869F-02C8FC71A387}" returnToParent="0" transitionDur="1000">
                      <p166:blipFill xmlns:p166="http://schemas.microsoft.com/office/powerpoint/2016/6/main">
                        <a:blip r:embed="rId6"/>
                        <a:stretch>
                          <a:fillRect/>
                        </a:stretch>
                      </p166:blipFill>
                      <p166:spPr xmlns:p166="http://schemas.microsoft.com/office/powerpoint/2016/6/main">
                        <a:xfrm>
                          <a:off x="0" y="0"/>
                          <a:ext cx="1501123" cy="844382"/>
                        </a:xfrm>
                        <a:prstGeom prst="rect">
                          <a:avLst/>
                        </a:prstGeom>
                        <a:ln w="3175">
                          <a:solidFill>
                            <a:prstClr val="ltGray"/>
                          </a:solidFill>
                        </a:ln>
                      </p166:spPr>
                    </pslz:zmPr>
                  </pslz:sldZmObj>
                </pslz:sldZm>
              </a:graphicData>
            </a:graphic>
          </p:graphicFrame>
        </mc:Choice>
        <mc:Fallback xmlns="">
          <p:pic>
            <p:nvPicPr>
              <p:cNvPr id="6" name="Slide Zoom 5">
                <a:hlinkClick r:id="rId7" action="ppaction://hlinksldjump"/>
                <a:extLst>
                  <a:ext uri="{FF2B5EF4-FFF2-40B4-BE49-F238E27FC236}">
                    <a16:creationId xmlns:a16="http://schemas.microsoft.com/office/drawing/2014/main" id="{DFB2DBB1-9729-DE34-4149-63AEF27196C1}"/>
                  </a:ext>
                </a:extLst>
              </p:cNvPr>
              <p:cNvPicPr>
                <a:picLocks noGrp="1" noRot="1" noChangeAspect="1" noMove="1" noResize="1" noEditPoints="1" noAdjustHandles="1" noChangeArrowheads="1" noChangeShapeType="1"/>
              </p:cNvPicPr>
              <p:nvPr/>
            </p:nvPicPr>
            <p:blipFill>
              <a:blip r:embed="rId8"/>
              <a:stretch>
                <a:fillRect/>
              </a:stretch>
            </p:blipFill>
            <p:spPr>
              <a:xfrm>
                <a:off x="9818914" y="450229"/>
                <a:ext cx="1501123" cy="844382"/>
              </a:xfrm>
              <a:prstGeom prst="rect">
                <a:avLst/>
              </a:prstGeom>
              <a:ln w="3175">
                <a:solidFill>
                  <a:prstClr val="ltGray"/>
                </a:solidFill>
              </a:ln>
            </p:spPr>
          </p:pic>
        </mc:Fallback>
      </mc:AlternateContent>
    </p:spTree>
    <p:extLst>
      <p:ext uri="{BB962C8B-B14F-4D97-AF65-F5344CB8AC3E}">
        <p14:creationId xmlns:p14="http://schemas.microsoft.com/office/powerpoint/2010/main" val="4199424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49699-0763-DB68-3DB9-19BE61AB976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2733250-F432-58F0-2FE1-F6B5B17B0D0E}"/>
              </a:ext>
            </a:extLst>
          </p:cNvPr>
          <p:cNvSpPr txBox="1">
            <a:spLocks/>
          </p:cNvSpPr>
          <p:nvPr/>
        </p:nvSpPr>
        <p:spPr>
          <a:xfrm>
            <a:off x="429768" y="548639"/>
            <a:ext cx="4855464" cy="145389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a:latin typeface="+mj-lt"/>
                <a:ea typeface="+mj-ea"/>
                <a:cs typeface="+mj-cs"/>
              </a:rPr>
              <a:t>Key Insights &amp; </a:t>
            </a:r>
          </a:p>
          <a:p>
            <a:pPr>
              <a:spcAft>
                <a:spcPts val="600"/>
              </a:spcAft>
            </a:pPr>
            <a:r>
              <a:rPr lang="en-US" b="0" kern="1200" cap="all" baseline="0">
                <a:latin typeface="+mj-lt"/>
                <a:ea typeface="+mj-ea"/>
                <a:cs typeface="+mj-cs"/>
              </a:rPr>
              <a:t>Business Impact</a:t>
            </a:r>
            <a:endParaRPr lang="en-US" b="0" kern="1200" cap="all" baseline="0" dirty="0">
              <a:latin typeface="+mj-lt"/>
              <a:ea typeface="+mj-ea"/>
              <a:cs typeface="+mj-cs"/>
            </a:endParaRPr>
          </a:p>
        </p:txBody>
      </p:sp>
      <p:sp>
        <p:nvSpPr>
          <p:cNvPr id="6" name="Rectangle 3">
            <a:extLst>
              <a:ext uri="{FF2B5EF4-FFF2-40B4-BE49-F238E27FC236}">
                <a16:creationId xmlns:a16="http://schemas.microsoft.com/office/drawing/2014/main" id="{745F136E-07D5-04CC-16C4-7F029C961B37}"/>
              </a:ext>
            </a:extLst>
          </p:cNvPr>
          <p:cNvSpPr>
            <a:spLocks noGrp="1" noChangeArrowheads="1"/>
          </p:cNvSpPr>
          <p:nvPr>
            <p:ph sz="quarter" idx="14"/>
          </p:nvPr>
        </p:nvSpPr>
        <p:spPr bwMode="auto">
          <a:xfrm>
            <a:off x="6760030" y="549275"/>
            <a:ext cx="5585925" cy="5783263"/>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eaLnBrk="1" fontAlgn="base" hangingPunct="1">
              <a:lnSpc>
                <a:spcPct val="110000"/>
              </a:lnSpc>
              <a:spcBef>
                <a:spcPct val="0"/>
              </a:spcBef>
              <a:spcAft>
                <a:spcPts val="600"/>
              </a:spcAft>
              <a:buClrTx/>
              <a:buSzTx/>
              <a:buNone/>
              <a:tabLst/>
            </a:pPr>
            <a:endParaRPr kumimoji="0" lang="en-US" altLang="en-US" sz="1500" b="0" i="0" u="none" strike="noStrike" cap="none" normalizeH="0" baseline="0" dirty="0">
              <a:ln>
                <a:noFill/>
              </a:ln>
              <a:effectLst/>
              <a:latin typeface="Century" panose="02040604050505020304" pitchFamily="18" charset="0"/>
            </a:endParaRPr>
          </a:p>
          <a:p>
            <a:pPr marL="0" marR="0" lvl="0" indent="0" eaLnBrk="1" fontAlgn="base" hangingPunct="1">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Century" panose="02040604050505020304" pitchFamily="18" charset="0"/>
              </a:rPr>
              <a:t>Maize:</a:t>
            </a:r>
            <a:r>
              <a:rPr kumimoji="0" lang="en-US" altLang="en-US" sz="1500" b="0" i="0" u="none" strike="noStrike" cap="none" normalizeH="0" baseline="0" dirty="0">
                <a:ln>
                  <a:noFill/>
                </a:ln>
                <a:effectLst/>
                <a:latin typeface="Century" panose="02040604050505020304" pitchFamily="18" charset="0"/>
              </a:rPr>
              <a:t> Identified as the </a:t>
            </a:r>
            <a:r>
              <a:rPr kumimoji="0" lang="en-US" altLang="en-US" sz="1500" b="1" i="0" u="none" strike="noStrike" cap="none" normalizeH="0" baseline="0" dirty="0">
                <a:ln>
                  <a:noFill/>
                </a:ln>
                <a:effectLst/>
                <a:latin typeface="Century" panose="02040604050505020304" pitchFamily="18" charset="0"/>
              </a:rPr>
              <a:t>highest cost driver</a:t>
            </a:r>
            <a:r>
              <a:rPr kumimoji="0" lang="en-US" altLang="en-US" sz="1500" b="0" i="0" u="none" strike="noStrike" cap="none" normalizeH="0" baseline="0" dirty="0">
                <a:ln>
                  <a:noFill/>
                </a:ln>
                <a:effectLst/>
                <a:latin typeface="Century" panose="02040604050505020304" pitchFamily="18" charset="0"/>
              </a:rPr>
              <a:t> with a strong impact on total costs across all stages.</a:t>
            </a:r>
          </a:p>
          <a:p>
            <a:pPr marL="0" marR="0" lvl="0" indent="0" eaLnBrk="1" fontAlgn="base" hangingPunct="1">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Century" panose="02040604050505020304" pitchFamily="18" charset="0"/>
              </a:rPr>
              <a:t>Protein Sources (Soya variants):</a:t>
            </a:r>
            <a:r>
              <a:rPr kumimoji="0" lang="en-US" altLang="en-US" sz="1500" b="0" i="0" u="none" strike="noStrike" cap="none" normalizeH="0" baseline="0" dirty="0">
                <a:ln>
                  <a:noFill/>
                </a:ln>
                <a:effectLst/>
                <a:latin typeface="Century" panose="02040604050505020304" pitchFamily="18" charset="0"/>
              </a:rPr>
              <a:t> Inclusion levels remain stable, as they are tightly constrained by nutritional requirements.</a:t>
            </a:r>
          </a:p>
          <a:p>
            <a:pPr marL="0" marR="0" lvl="0" indent="0" eaLnBrk="1" fontAlgn="base" hangingPunct="1">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Century" panose="02040604050505020304" pitchFamily="18" charset="0"/>
              </a:rPr>
              <a:t>Soya Oil:</a:t>
            </a:r>
            <a:r>
              <a:rPr kumimoji="0" lang="en-US" altLang="en-US" sz="1500" b="0" i="0" u="none" strike="noStrike" cap="none" normalizeH="0" baseline="0" dirty="0">
                <a:ln>
                  <a:noFill/>
                </a:ln>
                <a:effectLst/>
                <a:latin typeface="Century" panose="02040604050505020304" pitchFamily="18" charset="0"/>
              </a:rPr>
              <a:t> Exhibits low sensitivity, resulting in a minor impact on overall costs.</a:t>
            </a:r>
          </a:p>
          <a:p>
            <a:pPr marL="0" marR="0" lvl="0" indent="0" eaLnBrk="1" fontAlgn="base" hangingPunct="1">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Century" panose="02040604050505020304" pitchFamily="18" charset="0"/>
              </a:rPr>
              <a:t>Model Behavior</a:t>
            </a:r>
            <a:endParaRPr kumimoji="0" lang="en-US" altLang="en-US" sz="1500" b="0" i="0" u="none" strike="noStrike" cap="none" normalizeH="0" baseline="0" dirty="0">
              <a:ln>
                <a:noFill/>
              </a:ln>
              <a:effectLst/>
              <a:latin typeface="Century" panose="02040604050505020304" pitchFamily="18" charset="0"/>
            </a:endParaRPr>
          </a:p>
          <a:p>
            <a:pPr marL="0" marR="0" lvl="0" indent="0" eaLnBrk="1" fontAlgn="base" hangingPunct="1">
              <a:lnSpc>
                <a:spcPct val="110000"/>
              </a:lnSpc>
              <a:spcBef>
                <a:spcPct val="0"/>
              </a:spcBef>
              <a:spcAft>
                <a:spcPts val="600"/>
              </a:spcAft>
              <a:buClrTx/>
              <a:buSzTx/>
              <a:buNone/>
              <a:tabLst/>
            </a:pPr>
            <a:r>
              <a:rPr kumimoji="0" lang="en-US" altLang="en-US" sz="1500" b="0" i="0" u="none" strike="noStrike" cap="none" normalizeH="0" baseline="0" dirty="0">
                <a:ln>
                  <a:noFill/>
                </a:ln>
                <a:effectLst/>
                <a:latin typeface="Century" panose="02040604050505020304" pitchFamily="18" charset="0"/>
              </a:rPr>
              <a:t>The system </a:t>
            </a:r>
            <a:r>
              <a:rPr kumimoji="0" lang="en-US" altLang="en-US" sz="1500" b="1" i="0" u="none" strike="noStrike" cap="none" normalizeH="0" baseline="0" dirty="0">
                <a:ln>
                  <a:noFill/>
                </a:ln>
                <a:effectLst/>
                <a:latin typeface="Century" panose="02040604050505020304" pitchFamily="18" charset="0"/>
              </a:rPr>
              <a:t>automatically rebalances formulations</a:t>
            </a:r>
            <a:r>
              <a:rPr kumimoji="0" lang="en-US" altLang="en-US" sz="1500" b="0" i="0" u="none" strike="noStrike" cap="none" normalizeH="0" baseline="0" dirty="0">
                <a:ln>
                  <a:noFill/>
                </a:ln>
                <a:effectLst/>
                <a:latin typeface="Century" panose="02040604050505020304" pitchFamily="18" charset="0"/>
              </a:rPr>
              <a:t> in response to price fluctuations to maintain efficiency.</a:t>
            </a:r>
          </a:p>
          <a:p>
            <a:pPr marL="0" marR="0" lvl="0" indent="0" eaLnBrk="1" fontAlgn="base" hangingPunct="1">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Century" panose="02040604050505020304" pitchFamily="18" charset="0"/>
              </a:rPr>
              <a:t>Business Value:</a:t>
            </a:r>
            <a:endParaRPr kumimoji="0" lang="en-US" altLang="en-US" sz="1500" b="0" i="0" u="none" strike="noStrike" cap="none" normalizeH="0" baseline="0" dirty="0">
              <a:ln>
                <a:noFill/>
              </a:ln>
              <a:effectLst/>
              <a:latin typeface="Century" panose="02040604050505020304" pitchFamily="18" charset="0"/>
            </a:endParaRPr>
          </a:p>
          <a:p>
            <a:pPr marL="0" marR="0" lvl="0" indent="0" eaLnBrk="1" fontAlgn="base" hangingPunct="1">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Century" panose="02040604050505020304" pitchFamily="18" charset="0"/>
              </a:rPr>
              <a:t>Risk-Aware Procurement:</a:t>
            </a:r>
            <a:r>
              <a:rPr kumimoji="0" lang="en-US" altLang="en-US" sz="1500" b="0" i="0" u="none" strike="noStrike" cap="none" normalizeH="0" baseline="0" dirty="0">
                <a:ln>
                  <a:noFill/>
                </a:ln>
                <a:effectLst/>
                <a:latin typeface="Century" panose="02040604050505020304" pitchFamily="18" charset="0"/>
              </a:rPr>
              <a:t> Enables more informed, strategic purchasing.</a:t>
            </a:r>
          </a:p>
          <a:p>
            <a:pPr marL="0" marR="0" lvl="0" indent="0" eaLnBrk="1" fontAlgn="base" hangingPunct="1">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Century" panose="02040604050505020304" pitchFamily="18" charset="0"/>
              </a:rPr>
              <a:t>Hedging Strategy:</a:t>
            </a:r>
            <a:r>
              <a:rPr kumimoji="0" lang="en-US" altLang="en-US" sz="1500" b="0" i="0" u="none" strike="noStrike" cap="none" normalizeH="0" baseline="0" dirty="0">
                <a:ln>
                  <a:noFill/>
                </a:ln>
                <a:effectLst/>
                <a:latin typeface="Century" panose="02040604050505020304" pitchFamily="18" charset="0"/>
              </a:rPr>
              <a:t> Identifies critical commodities that require hedging to protect margins.</a:t>
            </a:r>
          </a:p>
          <a:p>
            <a:pPr marL="0" marR="0" lvl="0" indent="0" eaLnBrk="1" fontAlgn="base" hangingPunct="1">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Century" panose="02040604050505020304" pitchFamily="18" charset="0"/>
              </a:rPr>
              <a:t>Cost Optimization:</a:t>
            </a:r>
            <a:r>
              <a:rPr kumimoji="0" lang="en-US" altLang="en-US" sz="1500" b="0" i="0" u="none" strike="noStrike" cap="none" normalizeH="0" baseline="0" dirty="0">
                <a:ln>
                  <a:noFill/>
                </a:ln>
                <a:effectLst/>
                <a:latin typeface="Century" panose="02040604050505020304" pitchFamily="18" charset="0"/>
              </a:rPr>
              <a:t> Supports robust cost management even under uncertain market conditions.</a:t>
            </a:r>
          </a:p>
          <a:p>
            <a:pPr marL="0" marR="0" lvl="0" indent="0" eaLnBrk="1" fontAlgn="base" hangingPunct="1">
              <a:lnSpc>
                <a:spcPct val="110000"/>
              </a:lnSpc>
              <a:spcBef>
                <a:spcPct val="0"/>
              </a:spcBef>
              <a:spcAft>
                <a:spcPts val="600"/>
              </a:spcAft>
              <a:buClrTx/>
              <a:buSzTx/>
              <a:buNone/>
              <a:tabLst/>
            </a:pPr>
            <a:endParaRPr kumimoji="0" lang="en-US" altLang="en-US" sz="1500" b="0" i="0" u="none" strike="noStrike" cap="none" normalizeH="0" baseline="0" dirty="0">
              <a:ln>
                <a:noFill/>
              </a:ln>
              <a:effectLst/>
              <a:latin typeface="Century" panose="02040604050505020304" pitchFamily="18" charset="0"/>
            </a:endParaRPr>
          </a:p>
        </p:txBody>
      </p:sp>
      <p:pic>
        <p:nvPicPr>
          <p:cNvPr id="7" name="Picture 6">
            <a:extLst>
              <a:ext uri="{FF2B5EF4-FFF2-40B4-BE49-F238E27FC236}">
                <a16:creationId xmlns:a16="http://schemas.microsoft.com/office/drawing/2014/main" id="{EC3FD69C-1961-8473-6E91-21937E4E9EC8}"/>
              </a:ext>
            </a:extLst>
          </p:cNvPr>
          <p:cNvPicPr>
            <a:picLocks noChangeAspect="1"/>
          </p:cNvPicPr>
          <p:nvPr/>
        </p:nvPicPr>
        <p:blipFill>
          <a:blip r:embed="rId2"/>
          <a:stretch>
            <a:fillRect/>
          </a:stretch>
        </p:blipFill>
        <p:spPr>
          <a:xfrm>
            <a:off x="-119743" y="1883229"/>
            <a:ext cx="6879774" cy="4449309"/>
          </a:xfrm>
          <a:prstGeom prst="rect">
            <a:avLst/>
          </a:prstGeom>
        </p:spPr>
      </p:pic>
    </p:spTree>
    <p:extLst>
      <p:ext uri="{BB962C8B-B14F-4D97-AF65-F5344CB8AC3E}">
        <p14:creationId xmlns:p14="http://schemas.microsoft.com/office/powerpoint/2010/main" val="1720751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A9C6A-F015-E3EE-E24D-2DC1AF7BD0E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F3C9FA3-9410-BDC3-DDE6-EAF40F029ACD}"/>
              </a:ext>
            </a:extLst>
          </p:cNvPr>
          <p:cNvSpPr txBox="1">
            <a:spLocks/>
          </p:cNvSpPr>
          <p:nvPr/>
        </p:nvSpPr>
        <p:spPr>
          <a:xfrm>
            <a:off x="429768" y="603504"/>
            <a:ext cx="11155680" cy="9704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dirty="0">
                <a:latin typeface="+mj-lt"/>
                <a:ea typeface="+mj-ea"/>
                <a:cs typeface="+mj-cs"/>
              </a:rPr>
              <a:t>PDI FACTORIAL ANALYSIS</a:t>
            </a:r>
          </a:p>
        </p:txBody>
      </p:sp>
      <p:sp>
        <p:nvSpPr>
          <p:cNvPr id="2" name="Content Placeholder 1">
            <a:extLst>
              <a:ext uri="{FF2B5EF4-FFF2-40B4-BE49-F238E27FC236}">
                <a16:creationId xmlns:a16="http://schemas.microsoft.com/office/drawing/2014/main" id="{AB380E7A-5EEF-C2BC-31DC-AC3A473E9FB5}"/>
              </a:ext>
            </a:extLst>
          </p:cNvPr>
          <p:cNvSpPr>
            <a:spLocks noGrp="1" noChangeArrowheads="1"/>
          </p:cNvSpPr>
          <p:nvPr>
            <p:ph sz="quarter" idx="14"/>
          </p:nvPr>
        </p:nvSpPr>
        <p:spPr bwMode="auto">
          <a:xfrm>
            <a:off x="7389302" y="1828800"/>
            <a:ext cx="4196146" cy="45037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0" fontAlgn="base">
              <a:lnSpc>
                <a:spcPct val="110000"/>
              </a:lnSpc>
              <a:spcBef>
                <a:spcPct val="0"/>
              </a:spcBef>
              <a:spcAft>
                <a:spcPts val="600"/>
              </a:spcAft>
              <a:buClrTx/>
              <a:buSzTx/>
              <a:buNone/>
              <a:tabLst/>
            </a:pPr>
            <a:r>
              <a:rPr kumimoji="0" lang="en-US" altLang="en-US" sz="1500" b="1" i="0" u="none" strike="noStrike" cap="none" normalizeH="0" baseline="0" dirty="0">
                <a:ln>
                  <a:noFill/>
                </a:ln>
                <a:effectLst/>
              </a:rPr>
              <a:t>The Linear Limitation:</a:t>
            </a:r>
            <a:r>
              <a:rPr kumimoji="0" lang="en-US" altLang="en-US" sz="1500" b="0" i="0" u="none" strike="noStrike" cap="none" normalizeH="0" baseline="0" dirty="0">
                <a:ln>
                  <a:noFill/>
                </a:ln>
                <a:effectLst/>
              </a:rPr>
              <a:t> Standard First-Order regression assumes machine dials (Temperature, Moisture, Particle Size, Rate) operate completely independently. This violates the real-world thermodynamics of steam conditioning.</a:t>
            </a:r>
          </a:p>
          <a:p>
            <a:pPr marL="0" marR="0" lvl="0" indent="0" fontAlgn="base">
              <a:lnSpc>
                <a:spcPct val="110000"/>
              </a:lnSpc>
              <a:spcBef>
                <a:spcPct val="0"/>
              </a:spcBef>
              <a:spcAft>
                <a:spcPts val="600"/>
              </a:spcAft>
              <a:buClrTx/>
              <a:buSzTx/>
              <a:buNone/>
              <a:tabLst/>
            </a:pPr>
            <a:r>
              <a:rPr kumimoji="0" lang="en-US" altLang="en-US" sz="1500" b="1" i="0" u="none" strike="noStrike" cap="none" normalizeH="0" baseline="0" dirty="0">
                <a:ln>
                  <a:noFill/>
                </a:ln>
                <a:effectLst/>
              </a:rPr>
              <a:t>Statistical Engineering Matrix:</a:t>
            </a:r>
            <a:r>
              <a:rPr kumimoji="0" lang="en-US" altLang="en-US" sz="1500" b="0" i="0" u="none" strike="noStrike" cap="none" normalizeH="0" baseline="0" dirty="0">
                <a:ln>
                  <a:noFill/>
                </a:ln>
                <a:effectLst/>
              </a:rPr>
              <a:t> Upgraded the data architecture to a Two-Level, Four-Factor (2^4) Full Factorial Design using Minitab, executing a 16-run saturated matrix to map the exact response surface of the pellet mill.</a:t>
            </a:r>
          </a:p>
          <a:p>
            <a:pPr marL="0" marR="0" lvl="0" indent="0" fontAlgn="base">
              <a:lnSpc>
                <a:spcPct val="110000"/>
              </a:lnSpc>
              <a:spcBef>
                <a:spcPct val="0"/>
              </a:spcBef>
              <a:spcAft>
                <a:spcPts val="600"/>
              </a:spcAft>
              <a:buClrTx/>
              <a:buSzTx/>
              <a:buNone/>
              <a:tabLst/>
            </a:pPr>
            <a:r>
              <a:rPr kumimoji="0" lang="en-US" altLang="en-US" sz="1500" b="1" i="0" u="none" strike="noStrike" cap="none" normalizeH="0" baseline="0" dirty="0">
                <a:ln>
                  <a:noFill/>
                </a:ln>
                <a:effectLst/>
              </a:rPr>
              <a:t>Algorithmic Integration:</a:t>
            </a:r>
            <a:r>
              <a:rPr kumimoji="0" lang="en-US" altLang="en-US" sz="1500" b="0" i="0" u="none" strike="noStrike" cap="none" normalizeH="0" baseline="0" dirty="0">
                <a:ln>
                  <a:noFill/>
                </a:ln>
                <a:effectLst/>
              </a:rPr>
              <a:t> Extracted a comprehensive 16-term hybrid regression equation that captures pure main effects alongside complex </a:t>
            </a:r>
            <a:r>
              <a:rPr lang="en-US" altLang="en-US" sz="1500" dirty="0"/>
              <a:t>2-way, 3 way and 4-way</a:t>
            </a:r>
            <a:r>
              <a:rPr kumimoji="0" lang="en-US" altLang="en-US" sz="1500" b="0" i="0" u="none" strike="noStrike" cap="none" normalizeH="0" baseline="0" dirty="0">
                <a:ln>
                  <a:noFill/>
                </a:ln>
                <a:effectLst/>
              </a:rPr>
              <a:t> physical interactions.</a:t>
            </a:r>
          </a:p>
        </p:txBody>
      </p:sp>
      <p:pic>
        <p:nvPicPr>
          <p:cNvPr id="8" name="Picture 7">
            <a:extLst>
              <a:ext uri="{FF2B5EF4-FFF2-40B4-BE49-F238E27FC236}">
                <a16:creationId xmlns:a16="http://schemas.microsoft.com/office/drawing/2014/main" id="{D09058F8-9E14-8FB5-D898-B484C7F22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57" y="1813641"/>
            <a:ext cx="7151914" cy="4440855"/>
          </a:xfrm>
          <a:prstGeom prst="rect">
            <a:avLst/>
          </a:prstGeom>
        </p:spPr>
      </p:pic>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64993EE0-853C-869F-A93B-E0AC24237476}"/>
                  </a:ext>
                </a:extLst>
              </p:cNvPr>
              <p:cNvGraphicFramePr>
                <a:graphicFrameLocks noChangeAspect="1"/>
              </p:cNvGraphicFramePr>
              <p:nvPr>
                <p:extLst>
                  <p:ext uri="{D42A27DB-BD31-4B8C-83A1-F6EECF244321}">
                    <p14:modId xmlns:p14="http://schemas.microsoft.com/office/powerpoint/2010/main" val="3021689390"/>
                  </p:ext>
                </p:extLst>
              </p:nvPr>
            </p:nvGraphicFramePr>
            <p:xfrm>
              <a:off x="7698874" y="533945"/>
              <a:ext cx="1130016" cy="635634"/>
            </p:xfrm>
            <a:graphic>
              <a:graphicData uri="http://schemas.microsoft.com/office/powerpoint/2016/slidezoom">
                <pslz:sldZm>
                  <pslz:sldZmObj sldId="309" cId="2036941850">
                    <pslz:zmPr id="{15974068-99E5-4029-BCF8-E2C80053DD95}" returnToParent="0" transitionDur="1000">
                      <p166:blipFill xmlns:p166="http://schemas.microsoft.com/office/powerpoint/2016/6/main">
                        <a:blip r:embed="rId3"/>
                        <a:stretch>
                          <a:fillRect/>
                        </a:stretch>
                      </p166:blipFill>
                      <p166:spPr xmlns:p166="http://schemas.microsoft.com/office/powerpoint/2016/6/main">
                        <a:xfrm>
                          <a:off x="0" y="0"/>
                          <a:ext cx="1130016" cy="635634"/>
                        </a:xfrm>
                        <a:prstGeom prst="rect">
                          <a:avLst/>
                        </a:prstGeom>
                        <a:ln w="3175">
                          <a:solidFill>
                            <a:prstClr val="ltGray"/>
                          </a:solidFill>
                        </a:ln>
                      </p166:spPr>
                    </pslz:zmPr>
                  </pslz:sldZmObj>
                </pslz:sldZm>
              </a:graphicData>
            </a:graphic>
          </p:graphicFrame>
        </mc:Choice>
        <mc:Fallback xmlns="">
          <p:pic>
            <p:nvPicPr>
              <p:cNvPr id="4" name="Slide Zoom 3">
                <a:extLst>
                  <a:ext uri="{FF2B5EF4-FFF2-40B4-BE49-F238E27FC236}">
                    <a16:creationId xmlns:a16="http://schemas.microsoft.com/office/drawing/2014/main" id="{64993EE0-853C-869F-A93B-E0AC24237476}"/>
                  </a:ext>
                </a:extLst>
              </p:cNvPr>
              <p:cNvPicPr>
                <a:picLocks noGrp="1" noRot="1" noChangeAspect="1" noMove="1" noResize="1" noEditPoints="1" noAdjustHandles="1" noChangeArrowheads="1" noChangeShapeType="1"/>
              </p:cNvPicPr>
              <p:nvPr/>
            </p:nvPicPr>
            <p:blipFill>
              <a:blip r:embed="rId4"/>
              <a:stretch>
                <a:fillRect/>
              </a:stretch>
            </p:blipFill>
            <p:spPr>
              <a:xfrm>
                <a:off x="7698874" y="533945"/>
                <a:ext cx="1130016" cy="6356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2D74F5FC-B97F-2273-6598-B707F43C1D95}"/>
                  </a:ext>
                </a:extLst>
              </p:cNvPr>
              <p:cNvGraphicFramePr>
                <a:graphicFrameLocks noChangeAspect="1"/>
              </p:cNvGraphicFramePr>
              <p:nvPr>
                <p:extLst>
                  <p:ext uri="{D42A27DB-BD31-4B8C-83A1-F6EECF244321}">
                    <p14:modId xmlns:p14="http://schemas.microsoft.com/office/powerpoint/2010/main" val="1275375213"/>
                  </p:ext>
                </p:extLst>
              </p:nvPr>
            </p:nvGraphicFramePr>
            <p:xfrm>
              <a:off x="6095621" y="538188"/>
              <a:ext cx="1168111" cy="657062"/>
            </p:xfrm>
            <a:graphic>
              <a:graphicData uri="http://schemas.microsoft.com/office/powerpoint/2016/slidezoom">
                <pslz:sldZm>
                  <pslz:sldZmObj sldId="316" cId="1290343829">
                    <pslz:zmPr id="{07B6E5BC-0F95-4BC3-98FE-944FDC2717BE}" returnToParent="0" transitionDur="1000">
                      <p166:blipFill xmlns:p166="http://schemas.microsoft.com/office/powerpoint/2016/6/main">
                        <a:blip r:embed="rId5"/>
                        <a:stretch>
                          <a:fillRect/>
                        </a:stretch>
                      </p166:blipFill>
                      <p166:spPr xmlns:p166="http://schemas.microsoft.com/office/powerpoint/2016/6/main">
                        <a:xfrm>
                          <a:off x="0" y="0"/>
                          <a:ext cx="1168111" cy="657062"/>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2D74F5FC-B97F-2273-6598-B707F43C1D95}"/>
                  </a:ext>
                </a:extLst>
              </p:cNvPr>
              <p:cNvPicPr>
                <a:picLocks noGrp="1" noRot="1" noChangeAspect="1" noMove="1" noResize="1" noEditPoints="1" noAdjustHandles="1" noChangeArrowheads="1" noChangeShapeType="1"/>
              </p:cNvPicPr>
              <p:nvPr/>
            </p:nvPicPr>
            <p:blipFill>
              <a:blip r:embed="rId12"/>
              <a:stretch>
                <a:fillRect/>
              </a:stretch>
            </p:blipFill>
            <p:spPr>
              <a:xfrm>
                <a:off x="6095621" y="538188"/>
                <a:ext cx="1168111" cy="657062"/>
              </a:xfrm>
              <a:prstGeom prst="rect">
                <a:avLst/>
              </a:prstGeom>
              <a:ln w="3175">
                <a:solidFill>
                  <a:prstClr val="ltGray"/>
                </a:solidFill>
              </a:ln>
            </p:spPr>
          </p:pic>
        </mc:Fallback>
      </mc:AlternateContent>
    </p:spTree>
    <p:extLst>
      <p:ext uri="{BB962C8B-B14F-4D97-AF65-F5344CB8AC3E}">
        <p14:creationId xmlns:p14="http://schemas.microsoft.com/office/powerpoint/2010/main" val="829869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26B50-E605-EB88-9892-3727685953E7}"/>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37E2599-C9DA-57DE-FCB5-0EA3E6385757}"/>
              </a:ext>
            </a:extLst>
          </p:cNvPr>
          <p:cNvSpPr txBox="1">
            <a:spLocks/>
          </p:cNvSpPr>
          <p:nvPr/>
        </p:nvSpPr>
        <p:spPr>
          <a:xfrm>
            <a:off x="7196328" y="320040"/>
            <a:ext cx="4389120"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dirty="0">
                <a:latin typeface="+mj-lt"/>
                <a:ea typeface="+mj-ea"/>
                <a:cs typeface="+mj-cs"/>
              </a:rPr>
              <a:t>PARETO ANALYSIS</a:t>
            </a:r>
          </a:p>
        </p:txBody>
      </p:sp>
      <p:sp>
        <p:nvSpPr>
          <p:cNvPr id="6" name="Rectangle 2">
            <a:extLst>
              <a:ext uri="{FF2B5EF4-FFF2-40B4-BE49-F238E27FC236}">
                <a16:creationId xmlns:a16="http://schemas.microsoft.com/office/drawing/2014/main" id="{096E01D8-3803-1D96-7B8A-7185FC6A50D8}"/>
              </a:ext>
            </a:extLst>
          </p:cNvPr>
          <p:cNvSpPr>
            <a:spLocks noGrp="1" noChangeArrowheads="1"/>
          </p:cNvSpPr>
          <p:nvPr>
            <p:ph sz="quarter" idx="14"/>
          </p:nvPr>
        </p:nvSpPr>
        <p:spPr bwMode="auto">
          <a:xfrm>
            <a:off x="7196328" y="1380744"/>
            <a:ext cx="4389120" cy="49834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fontAlgn="base">
              <a:lnSpc>
                <a:spcPct val="110000"/>
              </a:lnSpc>
              <a:spcBef>
                <a:spcPct val="0"/>
              </a:spcBef>
              <a:spcAft>
                <a:spcPts val="600"/>
              </a:spcAft>
              <a:buClrTx/>
              <a:buSzTx/>
              <a:tabLst/>
            </a:pPr>
            <a:r>
              <a:rPr kumimoji="0" lang="en-US" altLang="en-US" sz="1500" b="1" i="0" u="none" strike="noStrike" cap="none" normalizeH="0" baseline="0" dirty="0">
                <a:ln>
                  <a:noFill/>
                </a:ln>
                <a:effectLst/>
              </a:rPr>
              <a:t>Throughput (D) is the Primary Bottleneck:</a:t>
            </a:r>
            <a:r>
              <a:rPr kumimoji="0" lang="en-US" altLang="en-US" sz="1500" b="0" i="0" u="none" strike="noStrike" cap="none" normalizeH="0" baseline="0" dirty="0">
                <a:ln>
                  <a:noFill/>
                </a:ln>
                <a:effectLst/>
              </a:rPr>
              <a:t> Pushing the mill to maximum speed violently degrades durability due to insufficient steam retention time.</a:t>
            </a:r>
          </a:p>
          <a:p>
            <a:pPr marL="0" marR="0" lvl="0" fontAlgn="base">
              <a:lnSpc>
                <a:spcPct val="110000"/>
              </a:lnSpc>
              <a:spcBef>
                <a:spcPct val="0"/>
              </a:spcBef>
              <a:spcAft>
                <a:spcPts val="600"/>
              </a:spcAft>
              <a:buClrTx/>
              <a:buSzTx/>
              <a:tabLst/>
            </a:pPr>
            <a:r>
              <a:rPr kumimoji="0" lang="en-US" altLang="en-US" sz="1500" b="1" i="0" u="none" strike="noStrike" cap="none" normalizeH="0" baseline="0" dirty="0">
                <a:ln>
                  <a:noFill/>
                </a:ln>
                <a:effectLst/>
              </a:rPr>
              <a:t>Speed &amp; Moisture Clash (BD Interaction):</a:t>
            </a:r>
            <a:r>
              <a:rPr kumimoji="0" lang="en-US" altLang="en-US" sz="1500" b="0" i="0" u="none" strike="noStrike" cap="none" normalizeH="0" baseline="0" dirty="0">
                <a:ln>
                  <a:noFill/>
                </a:ln>
                <a:effectLst/>
              </a:rPr>
              <a:t> High production rates combined with high moisture over-lubricate the die, causing feed to slip without binding.</a:t>
            </a:r>
          </a:p>
          <a:p>
            <a:pPr marL="0" marR="0" lvl="0" fontAlgn="base">
              <a:lnSpc>
                <a:spcPct val="110000"/>
              </a:lnSpc>
              <a:spcBef>
                <a:spcPct val="0"/>
              </a:spcBef>
              <a:spcAft>
                <a:spcPts val="600"/>
              </a:spcAft>
              <a:buClrTx/>
              <a:buSzTx/>
              <a:tabLst/>
            </a:pPr>
            <a:r>
              <a:rPr kumimoji="0" lang="en-US" altLang="en-US" sz="1500" b="1" i="0" u="none" strike="noStrike" cap="none" normalizeH="0" baseline="0" dirty="0">
                <a:ln>
                  <a:noFill/>
                </a:ln>
                <a:effectLst/>
              </a:rPr>
              <a:t>The 3-Way Collision (ABC</a:t>
            </a:r>
            <a:r>
              <a:rPr lang="en-US" altLang="en-US" sz="1500" b="1" dirty="0"/>
              <a:t> </a:t>
            </a:r>
            <a:r>
              <a:rPr kumimoji="0" lang="en-US" altLang="en-US" sz="1500" b="1" i="0" u="none" strike="noStrike" cap="none" normalizeH="0" baseline="0" dirty="0">
                <a:ln>
                  <a:noFill/>
                </a:ln>
                <a:effectLst/>
              </a:rPr>
              <a:t>Interaction):</a:t>
            </a:r>
            <a:r>
              <a:rPr kumimoji="0" lang="en-US" altLang="en-US" sz="1500" b="0" i="0" u="none" strike="noStrike" cap="none" normalizeH="0" baseline="0" dirty="0">
                <a:ln>
                  <a:noFill/>
                </a:ln>
                <a:effectLst/>
              </a:rPr>
              <a:t> Steam conditioning (Heat + Water) completely fails if the particle size is ground too coarse to absorb it.</a:t>
            </a:r>
          </a:p>
          <a:p>
            <a:pPr marL="0" marR="0" lvl="0" indent="0" fontAlgn="base">
              <a:lnSpc>
                <a:spcPct val="110000"/>
              </a:lnSpc>
              <a:spcBef>
                <a:spcPct val="0"/>
              </a:spcBef>
              <a:spcAft>
                <a:spcPts val="600"/>
              </a:spcAft>
              <a:buClrTx/>
              <a:buSzTx/>
              <a:buNone/>
              <a:tabLst/>
            </a:pPr>
            <a:r>
              <a:rPr kumimoji="0" lang="en-US" altLang="en-US" sz="1500" b="0" i="0" u="none" strike="noStrike" cap="none" normalizeH="0" baseline="0" dirty="0">
                <a:ln>
                  <a:noFill/>
                </a:ln>
                <a:effectLst/>
              </a:rPr>
              <a:t>.</a:t>
            </a:r>
          </a:p>
        </p:txBody>
      </p:sp>
      <p:pic>
        <p:nvPicPr>
          <p:cNvPr id="11" name="Picture 10">
            <a:extLst>
              <a:ext uri="{FF2B5EF4-FFF2-40B4-BE49-F238E27FC236}">
                <a16:creationId xmlns:a16="http://schemas.microsoft.com/office/drawing/2014/main" id="{1158F610-859F-CE71-A307-459791DD87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92" y="533400"/>
            <a:ext cx="7021451" cy="6291736"/>
          </a:xfrm>
          <a:prstGeom prst="rect">
            <a:avLst/>
          </a:prstGeom>
        </p:spPr>
      </p:pic>
    </p:spTree>
    <p:extLst>
      <p:ext uri="{BB962C8B-B14F-4D97-AF65-F5344CB8AC3E}">
        <p14:creationId xmlns:p14="http://schemas.microsoft.com/office/powerpoint/2010/main" val="3231546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9411-11F8-F49E-30B7-0F4CB1212CF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803D636-2D47-4A9B-658A-9361C8DAF6B9}"/>
              </a:ext>
            </a:extLst>
          </p:cNvPr>
          <p:cNvSpPr txBox="1">
            <a:spLocks/>
          </p:cNvSpPr>
          <p:nvPr/>
        </p:nvSpPr>
        <p:spPr>
          <a:xfrm>
            <a:off x="429768" y="640080"/>
            <a:ext cx="3493008" cy="362102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dirty="0">
                <a:latin typeface="+mj-lt"/>
                <a:ea typeface="+mj-ea"/>
                <a:cs typeface="+mj-cs"/>
              </a:rPr>
              <a:t>ERGONOMIC INTERVENTION</a:t>
            </a:r>
          </a:p>
        </p:txBody>
      </p:sp>
      <p:sp>
        <p:nvSpPr>
          <p:cNvPr id="8" name="TextBox 7">
            <a:extLst>
              <a:ext uri="{FF2B5EF4-FFF2-40B4-BE49-F238E27FC236}">
                <a16:creationId xmlns:a16="http://schemas.microsoft.com/office/drawing/2014/main" id="{F9D76F13-3A29-C8E4-8C0A-CC49C531856C}"/>
              </a:ext>
            </a:extLst>
          </p:cNvPr>
          <p:cNvSpPr txBox="1"/>
          <p:nvPr/>
        </p:nvSpPr>
        <p:spPr>
          <a:xfrm>
            <a:off x="6117770" y="696913"/>
            <a:ext cx="6096000" cy="5632311"/>
          </a:xfrm>
          <a:prstGeom prst="rect">
            <a:avLst/>
          </a:prstGeom>
          <a:noFill/>
        </p:spPr>
        <p:txBody>
          <a:bodyPr wrap="square">
            <a:spAutoFit/>
          </a:bodyPr>
          <a:lstStyle/>
          <a:p>
            <a:r>
              <a:rPr lang="en-US" b="1" dirty="0">
                <a:latin typeface="Century" panose="02040604050505020304" pitchFamily="18" charset="0"/>
              </a:rPr>
              <a:t>Intervention 1: Eliminate the Twist (Packing Line)</a:t>
            </a:r>
          </a:p>
          <a:p>
            <a:endParaRPr lang="en-US" dirty="0">
              <a:latin typeface="Century" panose="02040604050505020304" pitchFamily="18" charset="0"/>
            </a:endParaRPr>
          </a:p>
          <a:p>
            <a:r>
              <a:rPr lang="en-US" b="1" dirty="0">
                <a:latin typeface="Century" panose="02040604050505020304" pitchFamily="18" charset="0"/>
              </a:rPr>
              <a:t>Fix:</a:t>
            </a:r>
            <a:r>
              <a:rPr lang="en-US" dirty="0">
                <a:latin typeface="Century" panose="02040604050505020304" pitchFamily="18" charset="0"/>
              </a:rPr>
              <a:t> Install a 90-degree curved gravity roller conveyor </a:t>
            </a:r>
          </a:p>
          <a:p>
            <a:r>
              <a:rPr lang="en-US" b="1" dirty="0">
                <a:latin typeface="Century" panose="02040604050505020304" pitchFamily="18" charset="0"/>
              </a:rPr>
              <a:t>Impact:</a:t>
            </a:r>
            <a:r>
              <a:rPr lang="en-US" dirty="0">
                <a:latin typeface="Century" panose="02040604050505020304" pitchFamily="18" charset="0"/>
              </a:rPr>
              <a:t> Reduces Asymmetry Angle (A) to 0°, pushing the AM multiplier to 1.0 and increasing safe lifting capacity by ~30% </a:t>
            </a:r>
          </a:p>
          <a:p>
            <a:endParaRPr lang="en-US" dirty="0">
              <a:latin typeface="Century" panose="02040604050505020304" pitchFamily="18" charset="0"/>
            </a:endParaRPr>
          </a:p>
          <a:p>
            <a:r>
              <a:rPr lang="en-US" b="1" dirty="0">
                <a:latin typeface="Century" panose="02040604050505020304" pitchFamily="18" charset="0"/>
              </a:rPr>
              <a:t>Intervention 2: Eliminate the Reach (Loading Line)</a:t>
            </a:r>
          </a:p>
          <a:p>
            <a:endParaRPr lang="en-US" dirty="0">
              <a:latin typeface="Century" panose="02040604050505020304" pitchFamily="18" charset="0"/>
            </a:endParaRPr>
          </a:p>
          <a:p>
            <a:r>
              <a:rPr lang="en-US" b="1" dirty="0">
                <a:latin typeface="Century" panose="02040604050505020304" pitchFamily="18" charset="0"/>
              </a:rPr>
              <a:t>Fix:</a:t>
            </a:r>
            <a:r>
              <a:rPr lang="en-US" dirty="0">
                <a:latin typeface="Century" panose="02040604050505020304" pitchFamily="18" charset="0"/>
              </a:rPr>
              <a:t> Introduce spring-leveling scissor lift tables </a:t>
            </a:r>
          </a:p>
          <a:p>
            <a:r>
              <a:rPr lang="en-US" b="1" dirty="0">
                <a:latin typeface="Century" panose="02040604050505020304" pitchFamily="18" charset="0"/>
              </a:rPr>
              <a:t>Impact:</a:t>
            </a:r>
            <a:r>
              <a:rPr lang="en-US" dirty="0">
                <a:latin typeface="Century" panose="02040604050505020304" pitchFamily="18" charset="0"/>
              </a:rPr>
              <a:t> Locks the Vertical Height (V) at waist-level (75 cm) for the entire shift, securing a perfect VM of 1.0 </a:t>
            </a:r>
          </a:p>
          <a:p>
            <a:endParaRPr lang="en-US" dirty="0">
              <a:latin typeface="Century" panose="02040604050505020304" pitchFamily="18" charset="0"/>
            </a:endParaRPr>
          </a:p>
          <a:p>
            <a:r>
              <a:rPr lang="en-US" b="1" dirty="0">
                <a:latin typeface="Century" panose="02040604050505020304" pitchFamily="18" charset="0"/>
              </a:rPr>
              <a:t>Intervention 3: The Market Reality (Vacuum Assist)</a:t>
            </a:r>
          </a:p>
          <a:p>
            <a:endParaRPr lang="en-US" dirty="0">
              <a:latin typeface="Century" panose="02040604050505020304" pitchFamily="18" charset="0"/>
            </a:endParaRPr>
          </a:p>
          <a:p>
            <a:r>
              <a:rPr lang="en-US" b="1" dirty="0">
                <a:latin typeface="Century" panose="02040604050505020304" pitchFamily="18" charset="0"/>
              </a:rPr>
              <a:t>Fix:</a:t>
            </a:r>
            <a:r>
              <a:rPr lang="en-US" dirty="0">
                <a:latin typeface="Century" panose="02040604050505020304" pitchFamily="18" charset="0"/>
              </a:rPr>
              <a:t> If the market demands a 50 kg bag, install a pneumatic vacuum tube lifter </a:t>
            </a:r>
          </a:p>
          <a:p>
            <a:r>
              <a:rPr lang="en-US" b="1" dirty="0">
                <a:latin typeface="Century" panose="02040604050505020304" pitchFamily="18" charset="0"/>
              </a:rPr>
              <a:t>Impact:</a:t>
            </a:r>
            <a:r>
              <a:rPr lang="en-US" dirty="0">
                <a:latin typeface="Century" panose="02040604050505020304" pitchFamily="18" charset="0"/>
              </a:rPr>
              <a:t> Bypasses the NIOSH lifting equation entirely, absorbing 100% of the load without sacrificing packaging budgets </a:t>
            </a:r>
          </a:p>
        </p:txBody>
      </p:sp>
      <p:pic>
        <p:nvPicPr>
          <p:cNvPr id="2" name="Picture 1">
            <a:extLst>
              <a:ext uri="{FF2B5EF4-FFF2-40B4-BE49-F238E27FC236}">
                <a16:creationId xmlns:a16="http://schemas.microsoft.com/office/drawing/2014/main" id="{8BCF8383-A4FD-088E-4481-A52B7099B469}"/>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 y="2335439"/>
            <a:ext cx="6074231" cy="3217502"/>
          </a:xfrm>
          <a:prstGeom prst="rect">
            <a:avLst/>
          </a:prstGeom>
        </p:spPr>
      </p:pic>
    </p:spTree>
    <p:extLst>
      <p:ext uri="{BB962C8B-B14F-4D97-AF65-F5344CB8AC3E}">
        <p14:creationId xmlns:p14="http://schemas.microsoft.com/office/powerpoint/2010/main" val="1320796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18100-E488-F353-DC25-4F2CBD9FF6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C29D1D0-22B5-BBBB-099C-352A7BE8C444}"/>
              </a:ext>
            </a:extLst>
          </p:cNvPr>
          <p:cNvSpPr txBox="1">
            <a:spLocks/>
          </p:cNvSpPr>
          <p:nvPr/>
        </p:nvSpPr>
        <p:spPr>
          <a:xfrm>
            <a:off x="4820076" y="320040"/>
            <a:ext cx="6766560"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dirty="0">
                <a:latin typeface="+mj-lt"/>
                <a:ea typeface="+mj-ea"/>
                <a:cs typeface="+mj-cs"/>
              </a:rPr>
              <a:t>ERGONOMIC </a:t>
            </a:r>
            <a:r>
              <a:rPr lang="en-US" b="0" kern="1200" cap="all" baseline="0">
                <a:latin typeface="+mj-lt"/>
                <a:ea typeface="+mj-ea"/>
                <a:cs typeface="+mj-cs"/>
              </a:rPr>
              <a:t>COST ANALYSIS</a:t>
            </a:r>
            <a:endParaRPr lang="en-US" b="0" kern="1200" cap="all" baseline="0" dirty="0">
              <a:latin typeface="+mj-lt"/>
              <a:ea typeface="+mj-ea"/>
              <a:cs typeface="+mj-cs"/>
            </a:endParaRPr>
          </a:p>
        </p:txBody>
      </p:sp>
      <p:pic>
        <p:nvPicPr>
          <p:cNvPr id="2" name="Picture 1">
            <a:extLst>
              <a:ext uri="{FF2B5EF4-FFF2-40B4-BE49-F238E27FC236}">
                <a16:creationId xmlns:a16="http://schemas.microsoft.com/office/drawing/2014/main" id="{A6E12B28-EFE4-0827-4D17-28A7B6322DB4}"/>
              </a:ext>
            </a:extLst>
          </p:cNvPr>
          <p:cNvPicPr>
            <a:picLocks noChangeAspect="1"/>
          </p:cNvPicPr>
          <p:nvPr/>
        </p:nvPicPr>
        <p:blipFill>
          <a:blip r:embed="rId2"/>
          <a:srcRect t="24020" r="-2" b="-2"/>
          <a:stretch>
            <a:fillRect/>
          </a:stretch>
        </p:blipFill>
        <p:spPr>
          <a:xfrm>
            <a:off x="20" y="10"/>
            <a:ext cx="4147906" cy="639914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noFill/>
        </p:spPr>
      </p:pic>
      <p:sp>
        <p:nvSpPr>
          <p:cNvPr id="4" name="Rectangle 1">
            <a:extLst>
              <a:ext uri="{FF2B5EF4-FFF2-40B4-BE49-F238E27FC236}">
                <a16:creationId xmlns:a16="http://schemas.microsoft.com/office/drawing/2014/main" id="{A4DECE86-A48A-848C-2EB2-39E00DB37B8E}"/>
              </a:ext>
            </a:extLst>
          </p:cNvPr>
          <p:cNvSpPr>
            <a:spLocks noChangeArrowheads="1"/>
          </p:cNvSpPr>
          <p:nvPr/>
        </p:nvSpPr>
        <p:spPr bwMode="auto">
          <a:xfrm>
            <a:off x="4820076" y="1380744"/>
            <a:ext cx="6766560" cy="49834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28600" indent="-228600">
              <a:lnSpc>
                <a:spcPct val="110000"/>
              </a:lnSpc>
              <a:spcBef>
                <a:spcPts val="1000"/>
              </a:spcBef>
              <a:buFont typeface="Arial" panose="020B0604020202020204" pitchFamily="34" charset="0"/>
              <a:buChar char="•"/>
            </a:pPr>
            <a:r>
              <a:rPr lang="en-US" sz="1500" b="1" dirty="0">
                <a:latin typeface="Century" panose="02040604050505020304" pitchFamily="18" charset="0"/>
              </a:rPr>
              <a:t>Baseline: 50 kg Bag (Manual)</a:t>
            </a:r>
            <a:endParaRPr lang="en-US" sz="1500" dirty="0">
              <a:latin typeface="Century" panose="02040604050505020304" pitchFamily="18" charset="0"/>
            </a:endParaRPr>
          </a:p>
          <a:p>
            <a:pPr marL="228600" indent="-228600">
              <a:lnSpc>
                <a:spcPct val="110000"/>
              </a:lnSpc>
              <a:spcBef>
                <a:spcPts val="1000"/>
              </a:spcBef>
              <a:buFont typeface="Arial" panose="020B0604020202020204" pitchFamily="34" charset="0"/>
              <a:buChar char="•"/>
            </a:pPr>
            <a:r>
              <a:rPr lang="en-US" sz="1500" dirty="0">
                <a:latin typeface="Century" panose="02040604050505020304" pitchFamily="18" charset="0"/>
              </a:rPr>
              <a:t>Volume: 2,000 bags/day (40 bags/pallet)</a:t>
            </a:r>
          </a:p>
          <a:p>
            <a:pPr marL="228600" indent="-228600">
              <a:lnSpc>
                <a:spcPct val="110000"/>
              </a:lnSpc>
              <a:spcBef>
                <a:spcPts val="1000"/>
              </a:spcBef>
              <a:buFont typeface="Arial" panose="020B0604020202020204" pitchFamily="34" charset="0"/>
              <a:buChar char="•"/>
            </a:pPr>
            <a:r>
              <a:rPr lang="en-US" sz="1500" dirty="0">
                <a:latin typeface="Century" panose="02040604050505020304" pitchFamily="18" charset="0"/>
              </a:rPr>
              <a:t>Time: 22.5 sec/bag → 15 mins / pallet</a:t>
            </a:r>
          </a:p>
          <a:p>
            <a:pPr marL="228600" indent="-228600">
              <a:lnSpc>
                <a:spcPct val="110000"/>
              </a:lnSpc>
              <a:spcBef>
                <a:spcPts val="1000"/>
              </a:spcBef>
              <a:buFont typeface="Arial" panose="020B0604020202020204" pitchFamily="34" charset="0"/>
              <a:buChar char="•"/>
            </a:pPr>
            <a:r>
              <a:rPr lang="en-US" sz="1500" dirty="0">
                <a:latin typeface="Century" panose="02040604050505020304" pitchFamily="18" charset="0"/>
              </a:rPr>
              <a:t>Labor (</a:t>
            </a:r>
            <a:r>
              <a:rPr lang="en-US" sz="1500" dirty="0" err="1">
                <a:latin typeface="Century" panose="02040604050505020304" pitchFamily="18" charset="0"/>
              </a:rPr>
              <a:t>OpEx</a:t>
            </a:r>
            <a:r>
              <a:rPr lang="en-US" sz="1500" dirty="0">
                <a:latin typeface="Century" panose="02040604050505020304" pitchFamily="18" charset="0"/>
              </a:rPr>
              <a:t>): 4 workers → ₹12.0L / year</a:t>
            </a:r>
          </a:p>
          <a:p>
            <a:pPr marL="228600" indent="-228600">
              <a:lnSpc>
                <a:spcPct val="110000"/>
              </a:lnSpc>
              <a:spcBef>
                <a:spcPts val="1000"/>
              </a:spcBef>
              <a:buFont typeface="Arial" panose="020B0604020202020204" pitchFamily="34" charset="0"/>
              <a:buChar char="•"/>
            </a:pPr>
            <a:r>
              <a:rPr lang="en-US" sz="1500" b="1" dirty="0">
                <a:latin typeface="Century" panose="02040604050505020304" pitchFamily="18" charset="0"/>
              </a:rPr>
              <a:t>The Mathematical Trap: 40 kg Bag (LFGP Optimized)</a:t>
            </a:r>
            <a:endParaRPr lang="en-US" sz="1500" dirty="0">
              <a:latin typeface="Century" panose="02040604050505020304" pitchFamily="18" charset="0"/>
            </a:endParaRPr>
          </a:p>
          <a:p>
            <a:pPr marL="228600" indent="-228600">
              <a:lnSpc>
                <a:spcPct val="110000"/>
              </a:lnSpc>
              <a:spcBef>
                <a:spcPts val="1000"/>
              </a:spcBef>
              <a:buFont typeface="Arial" panose="020B0604020202020204" pitchFamily="34" charset="0"/>
              <a:buChar char="•"/>
            </a:pPr>
            <a:r>
              <a:rPr lang="en-US" sz="1500" dirty="0">
                <a:latin typeface="Century" panose="02040604050505020304" pitchFamily="18" charset="0"/>
              </a:rPr>
              <a:t>Volume Penalty: 2,500 bags/day (25% volume increase)</a:t>
            </a:r>
          </a:p>
          <a:p>
            <a:pPr marL="228600" indent="-228600">
              <a:lnSpc>
                <a:spcPct val="110000"/>
              </a:lnSpc>
              <a:spcBef>
                <a:spcPts val="1000"/>
              </a:spcBef>
              <a:buFont typeface="Arial" panose="020B0604020202020204" pitchFamily="34" charset="0"/>
              <a:buChar char="•"/>
            </a:pPr>
            <a:r>
              <a:rPr lang="en-US" sz="1500" dirty="0">
                <a:latin typeface="Century" panose="02040604050505020304" pitchFamily="18" charset="0"/>
              </a:rPr>
              <a:t>Time: 21.6 sec/bag → 18 mins / pallet (Slower)</a:t>
            </a:r>
          </a:p>
          <a:p>
            <a:pPr marL="228600" indent="-228600">
              <a:lnSpc>
                <a:spcPct val="110000"/>
              </a:lnSpc>
              <a:spcBef>
                <a:spcPts val="1000"/>
              </a:spcBef>
              <a:buFont typeface="Arial" panose="020B0604020202020204" pitchFamily="34" charset="0"/>
              <a:buChar char="•"/>
            </a:pPr>
            <a:r>
              <a:rPr lang="en-US" sz="1500" dirty="0">
                <a:latin typeface="Century" panose="02040604050505020304" pitchFamily="18" charset="0"/>
              </a:rPr>
              <a:t>Labor : 4.5 (5) workers needed → ₹13.5L / year (More expensive)</a:t>
            </a:r>
          </a:p>
          <a:p>
            <a:pPr marL="228600" indent="-228600">
              <a:lnSpc>
                <a:spcPct val="110000"/>
              </a:lnSpc>
              <a:spcBef>
                <a:spcPts val="1000"/>
              </a:spcBef>
              <a:buFont typeface="Arial" panose="020B0604020202020204" pitchFamily="34" charset="0"/>
              <a:buChar char="•"/>
            </a:pPr>
            <a:r>
              <a:rPr lang="en-US" sz="1500" b="1" dirty="0">
                <a:latin typeface="Century" panose="02040604050505020304" pitchFamily="18" charset="0"/>
              </a:rPr>
              <a:t>The Engineering Fix: Semi-Automated (Conveyors + Lifts)</a:t>
            </a:r>
            <a:endParaRPr lang="en-US" sz="1500" dirty="0">
              <a:latin typeface="Century" panose="02040604050505020304" pitchFamily="18" charset="0"/>
            </a:endParaRPr>
          </a:p>
          <a:p>
            <a:pPr marL="228600" indent="-228600">
              <a:lnSpc>
                <a:spcPct val="110000"/>
              </a:lnSpc>
              <a:spcBef>
                <a:spcPts val="1000"/>
              </a:spcBef>
              <a:buFont typeface="Arial" panose="020B0604020202020204" pitchFamily="34" charset="0"/>
              <a:buChar char="•"/>
            </a:pPr>
            <a:r>
              <a:rPr lang="en-US" sz="1500" dirty="0" err="1">
                <a:latin typeface="Century" panose="02040604050505020304" pitchFamily="18" charset="0"/>
              </a:rPr>
              <a:t>CapEx</a:t>
            </a:r>
            <a:r>
              <a:rPr lang="en-US" sz="1500" dirty="0">
                <a:latin typeface="Century" panose="02040604050505020304" pitchFamily="18" charset="0"/>
              </a:rPr>
              <a:t>: ₹4.5L (Gravity Conveyor + 2x Scissor Lifts)</a:t>
            </a:r>
          </a:p>
          <a:p>
            <a:pPr marL="228600" indent="-228600">
              <a:lnSpc>
                <a:spcPct val="110000"/>
              </a:lnSpc>
              <a:spcBef>
                <a:spcPts val="1000"/>
              </a:spcBef>
              <a:buFont typeface="Arial" panose="020B0604020202020204" pitchFamily="34" charset="0"/>
              <a:buChar char="•"/>
            </a:pPr>
            <a:r>
              <a:rPr lang="en-US" sz="1500" dirty="0">
                <a:latin typeface="Century" panose="02040604050505020304" pitchFamily="18" charset="0"/>
              </a:rPr>
              <a:t>Time: 12 sec/bag → 10 mins / pallet (33% Faster)</a:t>
            </a:r>
          </a:p>
          <a:p>
            <a:pPr marL="228600" indent="-228600">
              <a:lnSpc>
                <a:spcPct val="110000"/>
              </a:lnSpc>
              <a:spcBef>
                <a:spcPts val="1000"/>
              </a:spcBef>
              <a:buFont typeface="Arial" panose="020B0604020202020204" pitchFamily="34" charset="0"/>
              <a:buChar char="•"/>
            </a:pPr>
            <a:r>
              <a:rPr lang="en-US" sz="1500" dirty="0">
                <a:latin typeface="Century" panose="02040604050505020304" pitchFamily="18" charset="0"/>
              </a:rPr>
              <a:t>Labor (</a:t>
            </a:r>
            <a:r>
              <a:rPr lang="en-US" sz="1500" dirty="0" err="1">
                <a:latin typeface="Century" panose="02040604050505020304" pitchFamily="18" charset="0"/>
              </a:rPr>
              <a:t>OpEx</a:t>
            </a:r>
            <a:r>
              <a:rPr lang="en-US" sz="1500" dirty="0">
                <a:latin typeface="Century" panose="02040604050505020304" pitchFamily="18" charset="0"/>
              </a:rPr>
              <a:t>): 2.6 (3) workers → ₹8.0L / year (₹5.5L Savings)</a:t>
            </a:r>
          </a:p>
          <a:p>
            <a:pPr marL="228600" marR="0" lvl="0" indent="-228600" fontAlgn="base">
              <a:lnSpc>
                <a:spcPct val="110000"/>
              </a:lnSpc>
              <a:spcBef>
                <a:spcPts val="1000"/>
              </a:spcBef>
              <a:spcAft>
                <a:spcPct val="0"/>
              </a:spcAft>
              <a:buClrTx/>
              <a:buSzTx/>
              <a:buFont typeface="Arial" panose="020B0604020202020204" pitchFamily="34" charset="0"/>
              <a:buChar char="•"/>
              <a:tabLst/>
            </a:pPr>
            <a:endParaRPr kumimoji="0" lang="en-US" altLang="en-US" sz="1500" b="0" i="0" u="none" strike="noStrike" cap="none" normalizeH="0" baseline="0" dirty="0">
              <a:ln>
                <a:noFill/>
              </a:ln>
              <a:effectLst/>
              <a:latin typeface="Century" panose="02040604050505020304" pitchFamily="18" charset="0"/>
            </a:endParaRPr>
          </a:p>
        </p:txBody>
      </p:sp>
    </p:spTree>
    <p:extLst>
      <p:ext uri="{BB962C8B-B14F-4D97-AF65-F5344CB8AC3E}">
        <p14:creationId xmlns:p14="http://schemas.microsoft.com/office/powerpoint/2010/main" val="3476129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7144E-62BC-6012-F417-29949E47B9B8}"/>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977D5709-9830-B5C6-69AA-BC61C1670ECB}"/>
              </a:ext>
            </a:extLst>
          </p:cNvPr>
          <p:cNvSpPr txBox="1">
            <a:spLocks/>
          </p:cNvSpPr>
          <p:nvPr/>
        </p:nvSpPr>
        <p:spPr>
          <a:xfrm>
            <a:off x="4820076" y="320040"/>
            <a:ext cx="6766560"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dirty="0">
                <a:latin typeface="+mj-lt"/>
                <a:ea typeface="+mj-ea"/>
                <a:cs typeface="+mj-cs"/>
              </a:rPr>
              <a:t>ERGONOMIC COST ANALYSIS</a:t>
            </a:r>
          </a:p>
        </p:txBody>
      </p:sp>
      <p:pic>
        <p:nvPicPr>
          <p:cNvPr id="2" name="Picture 1">
            <a:extLst>
              <a:ext uri="{FF2B5EF4-FFF2-40B4-BE49-F238E27FC236}">
                <a16:creationId xmlns:a16="http://schemas.microsoft.com/office/drawing/2014/main" id="{01BFCAFD-6D60-CE6C-C3F8-312308DAC3DF}"/>
              </a:ext>
            </a:extLst>
          </p:cNvPr>
          <p:cNvPicPr>
            <a:picLocks noChangeAspect="1"/>
          </p:cNvPicPr>
          <p:nvPr/>
        </p:nvPicPr>
        <p:blipFill>
          <a:blip r:embed="rId2"/>
          <a:srcRect t="24020" r="-2" b="-2"/>
          <a:stretch>
            <a:fillRect/>
          </a:stretch>
        </p:blipFill>
        <p:spPr>
          <a:xfrm>
            <a:off x="20" y="10"/>
            <a:ext cx="4147906" cy="639914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noFill/>
        </p:spPr>
      </p:pic>
      <p:sp>
        <p:nvSpPr>
          <p:cNvPr id="4" name="Rectangle 1">
            <a:extLst>
              <a:ext uri="{FF2B5EF4-FFF2-40B4-BE49-F238E27FC236}">
                <a16:creationId xmlns:a16="http://schemas.microsoft.com/office/drawing/2014/main" id="{9D40C83A-E357-CAD6-FA1E-0F200B77073B}"/>
              </a:ext>
            </a:extLst>
          </p:cNvPr>
          <p:cNvSpPr>
            <a:spLocks noChangeArrowheads="1"/>
          </p:cNvSpPr>
          <p:nvPr/>
        </p:nvSpPr>
        <p:spPr bwMode="auto">
          <a:xfrm>
            <a:off x="4820076" y="1380744"/>
            <a:ext cx="6766560" cy="49834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28600" indent="-228600">
              <a:lnSpc>
                <a:spcPct val="110000"/>
              </a:lnSpc>
              <a:spcBef>
                <a:spcPts val="1000"/>
              </a:spcBef>
              <a:buFont typeface="Arial" panose="020B0604020202020204" pitchFamily="34" charset="0"/>
              <a:buChar char="•"/>
            </a:pPr>
            <a:r>
              <a:rPr lang="en-US" sz="1600" b="1" dirty="0">
                <a:latin typeface="Century" panose="02040604050505020304" pitchFamily="18" charset="0"/>
              </a:rPr>
              <a:t>The NIOSH Equation:</a:t>
            </a:r>
            <a:br>
              <a:rPr lang="en-US" sz="1600" dirty="0">
                <a:latin typeface="Century" panose="02040604050505020304" pitchFamily="18" charset="0"/>
              </a:rPr>
            </a:br>
            <a:r>
              <a:rPr lang="en-US" sz="1600" dirty="0">
                <a:latin typeface="Century" panose="02040604050505020304" pitchFamily="18" charset="0"/>
              </a:rPr>
              <a:t>Recommended Weight Limit (RWL) = 23 kg × VM × DM × AM</a:t>
            </a:r>
          </a:p>
          <a:p>
            <a:pPr marL="228600" indent="-228600">
              <a:lnSpc>
                <a:spcPct val="110000"/>
              </a:lnSpc>
              <a:spcBef>
                <a:spcPts val="1000"/>
              </a:spcBef>
              <a:buFont typeface="Arial" panose="020B0604020202020204" pitchFamily="34" charset="0"/>
              <a:buChar char="•"/>
            </a:pPr>
            <a:r>
              <a:rPr lang="en-US" sz="1600" b="1" dirty="0">
                <a:latin typeface="Century" panose="02040604050505020304" pitchFamily="18" charset="0"/>
              </a:rPr>
              <a:t>Why Manual Fails (40kg &amp; 50kg)</a:t>
            </a:r>
            <a:endParaRPr lang="en-US" sz="1600" dirty="0">
              <a:latin typeface="Century" panose="02040604050505020304" pitchFamily="18" charset="0"/>
            </a:endParaRPr>
          </a:p>
          <a:p>
            <a:pPr marL="228600" indent="-228600">
              <a:lnSpc>
                <a:spcPct val="110000"/>
              </a:lnSpc>
              <a:spcBef>
                <a:spcPts val="1000"/>
              </a:spcBef>
              <a:buFont typeface="Arial" panose="020B0604020202020204" pitchFamily="34" charset="0"/>
              <a:buChar char="•"/>
            </a:pPr>
            <a:r>
              <a:rPr lang="en-US" sz="1600" dirty="0">
                <a:latin typeface="Century" panose="02040604050505020304" pitchFamily="18" charset="0"/>
              </a:rPr>
              <a:t>The Flaw: Reaching low (VM = 0.71) and twisting (AM = 0.71)</a:t>
            </a:r>
          </a:p>
          <a:p>
            <a:pPr marL="228600" indent="-228600">
              <a:lnSpc>
                <a:spcPct val="110000"/>
              </a:lnSpc>
              <a:spcBef>
                <a:spcPts val="1000"/>
              </a:spcBef>
              <a:buFont typeface="Arial" panose="020B0604020202020204" pitchFamily="34" charset="0"/>
              <a:buChar char="•"/>
            </a:pPr>
            <a:r>
              <a:rPr lang="en-US" sz="1600" dirty="0">
                <a:latin typeface="Century" panose="02040604050505020304" pitchFamily="18" charset="0"/>
              </a:rPr>
              <a:t>Resulting RWL: Only ~7 to 9 kg</a:t>
            </a:r>
          </a:p>
          <a:p>
            <a:pPr marL="228600" indent="-228600">
              <a:lnSpc>
                <a:spcPct val="110000"/>
              </a:lnSpc>
              <a:spcBef>
                <a:spcPts val="1000"/>
              </a:spcBef>
              <a:buFont typeface="Arial" panose="020B0604020202020204" pitchFamily="34" charset="0"/>
              <a:buChar char="•"/>
            </a:pPr>
            <a:r>
              <a:rPr lang="en-US" sz="1600" dirty="0">
                <a:latin typeface="Century" panose="02040604050505020304" pitchFamily="18" charset="0"/>
              </a:rPr>
              <a:t>Risk Score: Lifting 50kg with a 7kg limit → </a:t>
            </a:r>
            <a:r>
              <a:rPr lang="en-US" sz="1600" b="1" dirty="0">
                <a:latin typeface="Century" panose="02040604050505020304" pitchFamily="18" charset="0"/>
              </a:rPr>
              <a:t>LI = 7.0</a:t>
            </a:r>
            <a:r>
              <a:rPr lang="en-US" sz="1600" dirty="0">
                <a:latin typeface="Century" panose="02040604050505020304" pitchFamily="18" charset="0"/>
              </a:rPr>
              <a:t> (Catastrophic)</a:t>
            </a:r>
          </a:p>
          <a:p>
            <a:pPr marL="228600" indent="-228600">
              <a:lnSpc>
                <a:spcPct val="110000"/>
              </a:lnSpc>
              <a:spcBef>
                <a:spcPts val="1000"/>
              </a:spcBef>
              <a:buFont typeface="Arial" panose="020B0604020202020204" pitchFamily="34" charset="0"/>
              <a:buChar char="•"/>
            </a:pPr>
            <a:r>
              <a:rPr lang="en-US" sz="1600" b="1" dirty="0">
                <a:latin typeface="Century" panose="02040604050505020304" pitchFamily="18" charset="0"/>
              </a:rPr>
              <a:t>Why Semi-Automation Succeeds (LI = 0.9)</a:t>
            </a:r>
            <a:endParaRPr lang="en-US" sz="1600" dirty="0">
              <a:latin typeface="Century" panose="02040604050505020304" pitchFamily="18" charset="0"/>
            </a:endParaRPr>
          </a:p>
          <a:p>
            <a:pPr marL="228600" indent="-228600">
              <a:lnSpc>
                <a:spcPct val="110000"/>
              </a:lnSpc>
              <a:spcBef>
                <a:spcPts val="1000"/>
              </a:spcBef>
              <a:buFont typeface="Arial" panose="020B0604020202020204" pitchFamily="34" charset="0"/>
              <a:buChar char="•"/>
            </a:pPr>
            <a:r>
              <a:rPr lang="en-US" sz="1600" dirty="0">
                <a:latin typeface="Century" panose="02040604050505020304" pitchFamily="18" charset="0"/>
              </a:rPr>
              <a:t>The Fix: Lifts lock height at waist (VM = 1.0). Conveyors stop twisting (AM = 1.0).</a:t>
            </a:r>
          </a:p>
          <a:p>
            <a:pPr marL="228600" indent="-228600">
              <a:lnSpc>
                <a:spcPct val="110000"/>
              </a:lnSpc>
              <a:spcBef>
                <a:spcPts val="1000"/>
              </a:spcBef>
              <a:buFont typeface="Arial" panose="020B0604020202020204" pitchFamily="34" charset="0"/>
              <a:buChar char="•"/>
            </a:pPr>
            <a:r>
              <a:rPr lang="en-US" sz="1600" dirty="0">
                <a:latin typeface="Century" panose="02040604050505020304" pitchFamily="18" charset="0"/>
              </a:rPr>
              <a:t>New RWL: Perfect geometry restores the maximum </a:t>
            </a:r>
            <a:r>
              <a:rPr lang="en-US" sz="1600" b="1" dirty="0">
                <a:latin typeface="Century" panose="02040604050505020304" pitchFamily="18" charset="0"/>
              </a:rPr>
              <a:t>23 kg limit</a:t>
            </a:r>
            <a:endParaRPr lang="en-US" sz="1600" dirty="0">
              <a:latin typeface="Century" panose="02040604050505020304" pitchFamily="18" charset="0"/>
            </a:endParaRPr>
          </a:p>
          <a:p>
            <a:pPr marL="228600" indent="-228600">
              <a:lnSpc>
                <a:spcPct val="110000"/>
              </a:lnSpc>
              <a:spcBef>
                <a:spcPts val="1000"/>
              </a:spcBef>
              <a:buFont typeface="Arial" panose="020B0604020202020204" pitchFamily="34" charset="0"/>
              <a:buChar char="•"/>
            </a:pPr>
            <a:r>
              <a:rPr lang="en-US" sz="1600" dirty="0">
                <a:latin typeface="Century" panose="02040604050505020304" pitchFamily="18" charset="0"/>
              </a:rPr>
              <a:t>Execution: A mandatory 2-person lift splits the 40kg bag (20 kg per worker)</a:t>
            </a:r>
          </a:p>
          <a:p>
            <a:pPr marL="228600" indent="-228600">
              <a:lnSpc>
                <a:spcPct val="110000"/>
              </a:lnSpc>
              <a:spcBef>
                <a:spcPts val="1000"/>
              </a:spcBef>
              <a:buFont typeface="Arial" panose="020B0604020202020204" pitchFamily="34" charset="0"/>
              <a:buChar char="•"/>
            </a:pPr>
            <a:r>
              <a:rPr lang="en-US" sz="1600" dirty="0">
                <a:latin typeface="Century" panose="02040604050505020304" pitchFamily="18" charset="0"/>
              </a:rPr>
              <a:t>Final Score: 20 kg / 23 kg = </a:t>
            </a:r>
            <a:r>
              <a:rPr lang="en-US" sz="1600" b="1" dirty="0">
                <a:latin typeface="Century" panose="02040604050505020304" pitchFamily="18" charset="0"/>
              </a:rPr>
              <a:t>0.9 (Safe Zone)</a:t>
            </a:r>
            <a:endParaRPr lang="en-US" sz="1600" dirty="0">
              <a:latin typeface="Century" panose="02040604050505020304" pitchFamily="18" charset="0"/>
            </a:endParaRPr>
          </a:p>
          <a:p>
            <a:pPr marL="228600" marR="0" lvl="0" indent="-228600" fontAlgn="base">
              <a:lnSpc>
                <a:spcPct val="110000"/>
              </a:lnSpc>
              <a:spcBef>
                <a:spcPts val="100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effectLst/>
              <a:latin typeface="Century" panose="02040604050505020304" pitchFamily="18" charset="0"/>
            </a:endParaRPr>
          </a:p>
        </p:txBody>
      </p:sp>
    </p:spTree>
    <p:extLst>
      <p:ext uri="{BB962C8B-B14F-4D97-AF65-F5344CB8AC3E}">
        <p14:creationId xmlns:p14="http://schemas.microsoft.com/office/powerpoint/2010/main" val="2570882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F552C-96BC-F4BF-48F9-EE2FF2B8A71B}"/>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DB2FBB0-EFFD-75E3-6B1C-C5014CFD489F}"/>
              </a:ext>
            </a:extLst>
          </p:cNvPr>
          <p:cNvSpPr txBox="1">
            <a:spLocks/>
          </p:cNvSpPr>
          <p:nvPr/>
        </p:nvSpPr>
        <p:spPr>
          <a:xfrm>
            <a:off x="429768" y="283464"/>
            <a:ext cx="10652760" cy="9692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a:t>ERGONOMIC INTERVENTION</a:t>
            </a:r>
          </a:p>
        </p:txBody>
      </p:sp>
      <p:sp>
        <p:nvSpPr>
          <p:cNvPr id="5" name="Rectangle 1">
            <a:extLst>
              <a:ext uri="{FF2B5EF4-FFF2-40B4-BE49-F238E27FC236}">
                <a16:creationId xmlns:a16="http://schemas.microsoft.com/office/drawing/2014/main" id="{5438BF02-D9AC-32AA-A0A6-73F23D548B60}"/>
              </a:ext>
            </a:extLst>
          </p:cNvPr>
          <p:cNvSpPr>
            <a:spLocks noChangeArrowheads="1"/>
          </p:cNvSpPr>
          <p:nvPr/>
        </p:nvSpPr>
        <p:spPr bwMode="auto">
          <a:xfrm>
            <a:off x="6960870" y="1812036"/>
            <a:ext cx="5231130" cy="490118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spcAft>
                <a:spcPct val="0"/>
              </a:spcAft>
              <a:buClrTx/>
              <a:buSzTx/>
              <a:tabLst/>
            </a:pPr>
            <a:r>
              <a:rPr kumimoji="0" lang="en-US" altLang="en-US" sz="1600" b="1" i="0" u="none" strike="noStrike" kern="1200" cap="none" normalizeH="0" baseline="0" dirty="0">
                <a:ln>
                  <a:noFill/>
                </a:ln>
                <a:effectLst/>
                <a:latin typeface="Century" panose="02040604050505020304" pitchFamily="18" charset="0"/>
              </a:rPr>
              <a:t>The Mathematical Limit:</a:t>
            </a:r>
            <a:r>
              <a:rPr kumimoji="0" lang="en-US" altLang="en-US" sz="1600" b="0" i="0" u="none" strike="noStrike" kern="1200" cap="none" normalizeH="0" baseline="0" dirty="0">
                <a:ln>
                  <a:noFill/>
                </a:ln>
                <a:effectLst/>
                <a:latin typeface="Century" panose="02040604050505020304" pitchFamily="18" charset="0"/>
              </a:rPr>
              <a:t> Our solver dropping the bag to 40kg actually </a:t>
            </a:r>
            <a:r>
              <a:rPr kumimoji="0" lang="en-US" altLang="en-US" sz="1600" b="0" i="1" u="none" strike="noStrike" kern="1200" cap="none" normalizeH="0" baseline="0" dirty="0">
                <a:ln>
                  <a:noFill/>
                </a:ln>
                <a:effectLst/>
                <a:latin typeface="Century" panose="02040604050505020304" pitchFamily="18" charset="0"/>
              </a:rPr>
              <a:t>increased</a:t>
            </a:r>
            <a:r>
              <a:rPr kumimoji="0" lang="en-US" altLang="en-US" sz="1600" b="0" i="0" u="none" strike="noStrike" kern="1200" cap="none" normalizeH="0" baseline="0" dirty="0">
                <a:ln>
                  <a:noFill/>
                </a:ln>
                <a:effectLst/>
                <a:latin typeface="Century" panose="02040604050505020304" pitchFamily="18" charset="0"/>
              </a:rPr>
              <a:t> labor time (red line), as workers must pack more bags per ton. Ergonomics improved slightly, but not into the safe zone.</a:t>
            </a:r>
          </a:p>
          <a:p>
            <a:pPr marR="0" lvl="0" fontAlgn="base">
              <a:spcBef>
                <a:spcPts val="1000"/>
              </a:spcBef>
              <a:spcAft>
                <a:spcPct val="0"/>
              </a:spcAft>
              <a:buClrTx/>
              <a:buSzTx/>
              <a:tabLst/>
            </a:pPr>
            <a:r>
              <a:rPr kumimoji="0" lang="en-US" altLang="en-US" sz="1600" b="1" i="0" u="none" strike="noStrike" kern="1200" cap="none" normalizeH="0" baseline="0" dirty="0">
                <a:ln>
                  <a:noFill/>
                </a:ln>
                <a:effectLst/>
                <a:latin typeface="Century" panose="02040604050505020304" pitchFamily="18" charset="0"/>
              </a:rPr>
              <a:t>The Sweet Spot (Semi-Automation):</a:t>
            </a:r>
            <a:r>
              <a:rPr kumimoji="0" lang="en-US" altLang="en-US" sz="1600" b="0" i="0" u="none" strike="noStrike" kern="1200" cap="none" normalizeH="0" baseline="0" dirty="0">
                <a:ln>
                  <a:noFill/>
                </a:ln>
                <a:effectLst/>
                <a:latin typeface="Century" panose="02040604050505020304" pitchFamily="18" charset="0"/>
              </a:rPr>
              <a:t> Investing in Scissor Lifts and Conveyors requires moderate upfront Capital Expenditure (blue bars), but it drastically drops both processing time and annual labor costs.</a:t>
            </a:r>
          </a:p>
          <a:p>
            <a:pPr marR="0" lvl="0" fontAlgn="base">
              <a:spcBef>
                <a:spcPts val="1000"/>
              </a:spcBef>
              <a:spcAft>
                <a:spcPct val="0"/>
              </a:spcAft>
              <a:buClrTx/>
              <a:buSzTx/>
              <a:tabLst/>
            </a:pPr>
            <a:r>
              <a:rPr kumimoji="0" lang="en-US" altLang="en-US" sz="1600" b="1" i="0" u="none" strike="noStrike" kern="1200" cap="none" normalizeH="0" baseline="0" dirty="0">
                <a:ln>
                  <a:noFill/>
                </a:ln>
                <a:effectLst/>
                <a:latin typeface="Century" panose="02040604050505020304" pitchFamily="18" charset="0"/>
              </a:rPr>
              <a:t>The Geometric Fix:</a:t>
            </a:r>
            <a:r>
              <a:rPr kumimoji="0" lang="en-US" altLang="en-US" sz="1600" b="0" i="0" u="none" strike="noStrike" kern="1200" cap="none" normalizeH="0" baseline="0" dirty="0">
                <a:ln>
                  <a:noFill/>
                </a:ln>
                <a:effectLst/>
                <a:latin typeface="Century" panose="02040604050505020304" pitchFamily="18" charset="0"/>
              </a:rPr>
              <a:t> Most importantly, this moderate investment drops the Lifting Index (LI) from a catastrophic 7.0 down to a safe 0.9 by locking the vertical reach at waist height.</a:t>
            </a:r>
          </a:p>
        </p:txBody>
      </p:sp>
      <p:pic>
        <p:nvPicPr>
          <p:cNvPr id="10" name="Picture 9">
            <a:extLst>
              <a:ext uri="{FF2B5EF4-FFF2-40B4-BE49-F238E27FC236}">
                <a16:creationId xmlns:a16="http://schemas.microsoft.com/office/drawing/2014/main" id="{6765781C-5F36-FF4F-1B1A-9BFDF0D388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828422"/>
            <a:ext cx="6960870" cy="4605038"/>
          </a:xfrm>
          <a:prstGeom prst="rect">
            <a:avLst/>
          </a:prstGeom>
        </p:spPr>
      </p:pic>
    </p:spTree>
    <p:extLst>
      <p:ext uri="{BB962C8B-B14F-4D97-AF65-F5344CB8AC3E}">
        <p14:creationId xmlns:p14="http://schemas.microsoft.com/office/powerpoint/2010/main" val="2100780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F0F3B-3E06-AFA6-6030-06B621F9568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FAD5DCE-FA23-4934-60F2-048E6B61951F}"/>
              </a:ext>
            </a:extLst>
          </p:cNvPr>
          <p:cNvPicPr>
            <a:picLocks noChangeAspect="1"/>
          </p:cNvPicPr>
          <p:nvPr/>
        </p:nvPicPr>
        <p:blipFill>
          <a:blip r:embed="rId2"/>
          <a:srcRect t="31924" b="3015"/>
          <a:stretch>
            <a:fillRect/>
          </a:stretch>
        </p:blipFill>
        <p:spPr>
          <a:xfrm>
            <a:off x="0" y="0"/>
            <a:ext cx="4408714" cy="7560996"/>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noFill/>
        </p:spPr>
      </p:pic>
      <p:sp>
        <p:nvSpPr>
          <p:cNvPr id="9" name="Title 1">
            <a:extLst>
              <a:ext uri="{FF2B5EF4-FFF2-40B4-BE49-F238E27FC236}">
                <a16:creationId xmlns:a16="http://schemas.microsoft.com/office/drawing/2014/main" id="{7E047399-9BD1-A2F9-E0EC-C52DE7688A4F}"/>
              </a:ext>
            </a:extLst>
          </p:cNvPr>
          <p:cNvSpPr txBox="1">
            <a:spLocks/>
          </p:cNvSpPr>
          <p:nvPr/>
        </p:nvSpPr>
        <p:spPr>
          <a:xfrm>
            <a:off x="81425" y="288369"/>
            <a:ext cx="10652760" cy="9692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pPr>
              <a:spcAft>
                <a:spcPts val="600"/>
              </a:spcAft>
            </a:pPr>
            <a:r>
              <a:rPr lang="en-US" b="0" kern="1200" cap="all" baseline="0" dirty="0"/>
              <a:t>Recommendation</a:t>
            </a:r>
          </a:p>
        </p:txBody>
      </p:sp>
      <p:sp>
        <p:nvSpPr>
          <p:cNvPr id="5" name="Rectangle 1">
            <a:extLst>
              <a:ext uri="{FF2B5EF4-FFF2-40B4-BE49-F238E27FC236}">
                <a16:creationId xmlns:a16="http://schemas.microsoft.com/office/drawing/2014/main" id="{7A78097A-2520-DD03-3ED8-F403E17DD80F}"/>
              </a:ext>
            </a:extLst>
          </p:cNvPr>
          <p:cNvSpPr>
            <a:spLocks noChangeArrowheads="1"/>
          </p:cNvSpPr>
          <p:nvPr/>
        </p:nvSpPr>
        <p:spPr bwMode="auto">
          <a:xfrm>
            <a:off x="6744027" y="1380744"/>
            <a:ext cx="5231130" cy="490118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spcAft>
                <a:spcPct val="0"/>
              </a:spcAft>
              <a:buClrTx/>
              <a:buSzTx/>
              <a:tabLst/>
            </a:pPr>
            <a:endParaRPr kumimoji="0" lang="en-US" altLang="en-US" sz="1600" b="0" i="0" u="none" strike="noStrike" kern="1200" cap="none" normalizeH="0" baseline="0" dirty="0">
              <a:ln>
                <a:noFill/>
              </a:ln>
              <a:effectLst/>
              <a:latin typeface="Century" panose="02040604050505020304" pitchFamily="18" charset="0"/>
            </a:endParaRPr>
          </a:p>
        </p:txBody>
      </p:sp>
      <p:sp>
        <p:nvSpPr>
          <p:cNvPr id="4" name="Rectangle 2">
            <a:extLst>
              <a:ext uri="{FF2B5EF4-FFF2-40B4-BE49-F238E27FC236}">
                <a16:creationId xmlns:a16="http://schemas.microsoft.com/office/drawing/2014/main" id="{134FE8C2-8306-9C18-AE7A-506A6AE0B922}"/>
              </a:ext>
            </a:extLst>
          </p:cNvPr>
          <p:cNvSpPr>
            <a:spLocks noChangeArrowheads="1"/>
          </p:cNvSpPr>
          <p:nvPr/>
        </p:nvSpPr>
        <p:spPr bwMode="auto">
          <a:xfrm>
            <a:off x="4808766" y="1066815"/>
            <a:ext cx="7122847" cy="472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r>
              <a:rPr lang="en-IN" sz="1600" b="1" dirty="0">
                <a:latin typeface="Century" panose="02040604050505020304" pitchFamily="18" charset="0"/>
              </a:rPr>
              <a:t>Process &amp; Quality Control:</a:t>
            </a:r>
          </a:p>
          <a:p>
            <a:endParaRPr lang="en-IN" sz="1600" dirty="0">
              <a:latin typeface="Century" panose="02040604050505020304" pitchFamily="18" charset="0"/>
            </a:endParaRPr>
          </a:p>
          <a:p>
            <a:r>
              <a:rPr lang="en-IN" sz="1600" b="1" dirty="0">
                <a:latin typeface="Century" panose="02040604050505020304" pitchFamily="18" charset="0"/>
              </a:rPr>
              <a:t>Bottleneck:</a:t>
            </a:r>
            <a:r>
              <a:rPr lang="en-IN" sz="1600" dirty="0">
                <a:latin typeface="Century" panose="02040604050505020304" pitchFamily="18" charset="0"/>
              </a:rPr>
              <a:t> Throughput → higher rates reduce pellet durability </a:t>
            </a:r>
          </a:p>
          <a:p>
            <a:r>
              <a:rPr lang="en-IN" sz="1600" b="1" dirty="0">
                <a:latin typeface="Century" panose="02040604050505020304" pitchFamily="18" charset="0"/>
              </a:rPr>
              <a:t>Synergy:</a:t>
            </a:r>
            <a:r>
              <a:rPr lang="en-IN" sz="1600" dirty="0">
                <a:latin typeface="Century" panose="02040604050505020304" pitchFamily="18" charset="0"/>
              </a:rPr>
              <a:t> Align steam conditioning (heat + moisture) with particle size </a:t>
            </a:r>
          </a:p>
          <a:p>
            <a:r>
              <a:rPr lang="en-IN" sz="1600" dirty="0">
                <a:latin typeface="Century" panose="02040604050505020304" pitchFamily="18" charset="0"/>
              </a:rPr>
              <a:t>to avoid rapid PDI descent.</a:t>
            </a:r>
          </a:p>
          <a:p>
            <a:r>
              <a:rPr lang="en-IN" sz="1600" b="1" dirty="0">
                <a:latin typeface="Century" panose="02040604050505020304" pitchFamily="18" charset="0"/>
              </a:rPr>
              <a:t>Target:</a:t>
            </a:r>
            <a:r>
              <a:rPr lang="en-IN" sz="1600" dirty="0">
                <a:latin typeface="Century" panose="02040604050505020304" pitchFamily="18" charset="0"/>
              </a:rPr>
              <a:t> Sustain </a:t>
            </a:r>
            <a:r>
              <a:rPr lang="en-IN" sz="1600" b="1" dirty="0">
                <a:latin typeface="Century" panose="02040604050505020304" pitchFamily="18" charset="0"/>
              </a:rPr>
              <a:t>91% PDI</a:t>
            </a:r>
            <a:r>
              <a:rPr lang="en-IN" sz="1600" dirty="0">
                <a:latin typeface="Century" panose="02040604050505020304" pitchFamily="18" charset="0"/>
              </a:rPr>
              <a:t> under optimized parameters </a:t>
            </a:r>
          </a:p>
          <a:p>
            <a:endParaRPr lang="en-IN" sz="1600" dirty="0">
              <a:latin typeface="Century" panose="02040604050505020304" pitchFamily="18" charset="0"/>
            </a:endParaRPr>
          </a:p>
          <a:p>
            <a:r>
              <a:rPr lang="en-IN" sz="1600" b="1" dirty="0">
                <a:latin typeface="Century" panose="02040604050505020304" pitchFamily="18" charset="0"/>
              </a:rPr>
              <a:t>Economic Resilience :</a:t>
            </a:r>
          </a:p>
          <a:p>
            <a:endParaRPr lang="en-IN" sz="1600" dirty="0">
              <a:latin typeface="Century" panose="02040604050505020304" pitchFamily="18" charset="0"/>
            </a:endParaRPr>
          </a:p>
          <a:p>
            <a:r>
              <a:rPr lang="en-IN" sz="1600" b="1" dirty="0">
                <a:latin typeface="Century" panose="02040604050505020304" pitchFamily="18" charset="0"/>
              </a:rPr>
              <a:t>Maize Hedging:</a:t>
            </a:r>
            <a:r>
              <a:rPr lang="en-IN" sz="1600" dirty="0">
                <a:latin typeface="Century" panose="02040604050505020304" pitchFamily="18" charset="0"/>
              </a:rPr>
              <a:t> Primary cost driver → hedge against volatility </a:t>
            </a:r>
          </a:p>
          <a:p>
            <a:r>
              <a:rPr lang="en-IN" sz="1600" b="1" dirty="0">
                <a:latin typeface="Century" panose="02040604050505020304" pitchFamily="18" charset="0"/>
              </a:rPr>
              <a:t>Dynamic Substitution:</a:t>
            </a:r>
            <a:r>
              <a:rPr lang="en-IN" sz="1600" dirty="0">
                <a:latin typeface="Century" panose="02040604050505020304" pitchFamily="18" charset="0"/>
              </a:rPr>
              <a:t> LFGP-based ingredient switching (e.g., MBM) </a:t>
            </a:r>
          </a:p>
          <a:p>
            <a:r>
              <a:rPr lang="en-IN" sz="1600" dirty="0">
                <a:latin typeface="Century" panose="02040604050505020304" pitchFamily="18" charset="0"/>
              </a:rPr>
              <a:t>during price spikes </a:t>
            </a:r>
          </a:p>
          <a:p>
            <a:r>
              <a:rPr lang="en-IN" sz="1600" b="1" dirty="0">
                <a:latin typeface="Century" panose="02040604050505020304" pitchFamily="18" charset="0"/>
              </a:rPr>
              <a:t>Procurement:</a:t>
            </a:r>
            <a:r>
              <a:rPr lang="en-IN" sz="1600" dirty="0">
                <a:latin typeface="Century" panose="02040604050505020304" pitchFamily="18" charset="0"/>
              </a:rPr>
              <a:t> Shift to sensitivity-driven, risk-aware sourcing </a:t>
            </a:r>
          </a:p>
          <a:p>
            <a:endParaRPr lang="en-IN" sz="1600" dirty="0">
              <a:latin typeface="Century" panose="02040604050505020304" pitchFamily="18" charset="0"/>
            </a:endParaRPr>
          </a:p>
          <a:p>
            <a:r>
              <a:rPr lang="en-IN" sz="1600" b="1" dirty="0">
                <a:latin typeface="Century" panose="02040604050505020304" pitchFamily="18" charset="0"/>
              </a:rPr>
              <a:t>Ergonomic Interventions:</a:t>
            </a:r>
          </a:p>
          <a:p>
            <a:endParaRPr lang="en-IN" sz="1600" dirty="0">
              <a:latin typeface="Century" panose="02040604050505020304" pitchFamily="18" charset="0"/>
            </a:endParaRPr>
          </a:p>
          <a:p>
            <a:r>
              <a:rPr lang="en-IN" sz="1600" b="1" dirty="0">
                <a:latin typeface="Century" panose="02040604050505020304" pitchFamily="18" charset="0"/>
              </a:rPr>
              <a:t>Eliminate Twist:</a:t>
            </a:r>
            <a:r>
              <a:rPr lang="en-IN" sz="1600" dirty="0">
                <a:latin typeface="Century" panose="02040604050505020304" pitchFamily="18" charset="0"/>
              </a:rPr>
              <a:t> 90° conveyors → reduce asymmetry, ↑ lifting safety </a:t>
            </a:r>
          </a:p>
          <a:p>
            <a:r>
              <a:rPr lang="en-IN" sz="1600" b="1" dirty="0">
                <a:latin typeface="Century" panose="02040604050505020304" pitchFamily="18" charset="0"/>
              </a:rPr>
              <a:t>Neutral Lifting:</a:t>
            </a:r>
            <a:r>
              <a:rPr lang="en-IN" sz="1600" dirty="0">
                <a:latin typeface="Century" panose="02040604050505020304" pitchFamily="18" charset="0"/>
              </a:rPr>
              <a:t> Scissor lifts maintain ~75 cm waist height </a:t>
            </a:r>
          </a:p>
          <a:p>
            <a:r>
              <a:rPr lang="en-IN" sz="1600" b="1" dirty="0">
                <a:latin typeface="Century" panose="02040604050505020304" pitchFamily="18" charset="0"/>
              </a:rPr>
              <a:t>Load Handling:</a:t>
            </a:r>
            <a:r>
              <a:rPr lang="en-IN" sz="1600" dirty="0">
                <a:latin typeface="Century" panose="02040604050505020304" pitchFamily="18" charset="0"/>
              </a:rPr>
              <a:t> Vacuum lifters for 50 kg bags → meet NIOSH standards </a:t>
            </a:r>
          </a:p>
        </p:txBody>
      </p:sp>
    </p:spTree>
    <p:extLst>
      <p:ext uri="{BB962C8B-B14F-4D97-AF65-F5344CB8AC3E}">
        <p14:creationId xmlns:p14="http://schemas.microsoft.com/office/powerpoint/2010/main" val="2207927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9FC9C-D65A-6027-2759-6F14BDCC95D2}"/>
              </a:ext>
            </a:extLst>
          </p:cNvPr>
          <p:cNvSpPr>
            <a:spLocks noGrp="1"/>
          </p:cNvSpPr>
          <p:nvPr>
            <p:ph type="title"/>
          </p:nvPr>
        </p:nvSpPr>
        <p:spPr>
          <a:xfrm>
            <a:off x="429768" y="91440"/>
            <a:ext cx="10652760" cy="969264"/>
          </a:xfrm>
        </p:spPr>
        <p:txBody>
          <a:bodyPr anchor="b">
            <a:normAutofit/>
          </a:bodyPr>
          <a:lstStyle/>
          <a:p>
            <a:pPr algn="ctr"/>
            <a:r>
              <a:rPr lang="en-IN" sz="3600" dirty="0">
                <a:latin typeface="Century" panose="02040604050505020304" pitchFamily="18" charset="0"/>
              </a:rPr>
              <a:t>CONCLUSION</a:t>
            </a:r>
          </a:p>
        </p:txBody>
      </p:sp>
      <p:sp>
        <p:nvSpPr>
          <p:cNvPr id="4" name="Content Placeholder 3">
            <a:extLst>
              <a:ext uri="{FF2B5EF4-FFF2-40B4-BE49-F238E27FC236}">
                <a16:creationId xmlns:a16="http://schemas.microsoft.com/office/drawing/2014/main" id="{53967FEE-519E-F1E0-5258-2206E8C6CC3D}"/>
              </a:ext>
            </a:extLst>
          </p:cNvPr>
          <p:cNvSpPr>
            <a:spLocks noGrp="1"/>
          </p:cNvSpPr>
          <p:nvPr>
            <p:ph idx="1"/>
          </p:nvPr>
        </p:nvSpPr>
        <p:spPr>
          <a:xfrm>
            <a:off x="769620" y="1554915"/>
            <a:ext cx="10652760" cy="4901184"/>
          </a:xfrm>
        </p:spPr>
        <p:txBody>
          <a:bodyPr>
            <a:normAutofit/>
          </a:bodyPr>
          <a:lstStyle/>
          <a:p>
            <a:pPr marL="0" indent="0">
              <a:buNone/>
            </a:pPr>
            <a:r>
              <a:rPr lang="en-IN" sz="1600" b="1" dirty="0">
                <a:latin typeface="Century" panose="02040604050505020304" pitchFamily="18" charset="0"/>
              </a:rPr>
              <a:t>Systems Engineering Transformation :</a:t>
            </a:r>
            <a:br>
              <a:rPr lang="en-IN" sz="1600" dirty="0">
                <a:latin typeface="Century" panose="02040604050505020304" pitchFamily="18" charset="0"/>
              </a:rPr>
            </a:br>
            <a:r>
              <a:rPr lang="en-IN" sz="1600" dirty="0">
                <a:latin typeface="Century" panose="02040604050505020304" pitchFamily="18" charset="0"/>
              </a:rPr>
              <a:t>This project transforms broiler feed manufacturing from a static cost model into a dynamic, integrated factory system. Using Lexicographic Fuzzy Goal Programming (LFGP), it aligns nutrition, cost, machine physics, and worker safety within a single multi-objective optimization framework.</a:t>
            </a:r>
          </a:p>
          <a:p>
            <a:pPr marL="0" indent="0">
              <a:buNone/>
            </a:pPr>
            <a:r>
              <a:rPr lang="en-IN" sz="1600" b="1" dirty="0">
                <a:latin typeface="Century" panose="02040604050505020304" pitchFamily="18" charset="0"/>
              </a:rPr>
              <a:t>Analytical Validation &amp; Strategic Impact :</a:t>
            </a:r>
            <a:br>
              <a:rPr lang="en-IN" sz="1600" dirty="0">
                <a:latin typeface="Century" panose="02040604050505020304" pitchFamily="18" charset="0"/>
              </a:rPr>
            </a:br>
            <a:r>
              <a:rPr lang="en-IN" sz="1600" dirty="0">
                <a:latin typeface="Century" panose="02040604050505020304" pitchFamily="18" charset="0"/>
              </a:rPr>
              <a:t>Advanced diagnostics validate real-world performance:</a:t>
            </a:r>
          </a:p>
          <a:p>
            <a:r>
              <a:rPr lang="en-IN" sz="1600" b="1" dirty="0">
                <a:latin typeface="Century" panose="02040604050505020304" pitchFamily="18" charset="0"/>
              </a:rPr>
              <a:t>DoE (2⁴ factorial)</a:t>
            </a:r>
            <a:r>
              <a:rPr lang="en-IN" sz="1600" dirty="0">
                <a:latin typeface="Century" panose="02040604050505020304" pitchFamily="18" charset="0"/>
              </a:rPr>
              <a:t> reveals key thermodynamic bottlenecks (e.g., Temperature–Moisture interaction) </a:t>
            </a:r>
          </a:p>
          <a:p>
            <a:r>
              <a:rPr lang="en-IN" sz="1600" b="1" dirty="0">
                <a:latin typeface="Century" panose="02040604050505020304" pitchFamily="18" charset="0"/>
              </a:rPr>
              <a:t>Shadow Pricing</a:t>
            </a:r>
            <a:r>
              <a:rPr lang="en-IN" sz="1600" dirty="0">
                <a:latin typeface="Century" panose="02040604050505020304" pitchFamily="18" charset="0"/>
              </a:rPr>
              <a:t> enables adaptive profit protection under supply shocks </a:t>
            </a:r>
          </a:p>
          <a:p>
            <a:r>
              <a:rPr lang="en-IN" sz="1600" b="1" dirty="0">
                <a:latin typeface="Century" panose="02040604050505020304" pitchFamily="18" charset="0"/>
              </a:rPr>
              <a:t>Ergonomic ROI</a:t>
            </a:r>
            <a:r>
              <a:rPr lang="en-IN" sz="1600" dirty="0">
                <a:latin typeface="Century" panose="02040604050505020304" pitchFamily="18" charset="0"/>
              </a:rPr>
              <a:t> confirms that safety requires physical redesign (scissor lifts, conveyors), not just weight reduction </a:t>
            </a:r>
          </a:p>
          <a:p>
            <a:pPr marL="0" indent="0">
              <a:buNone/>
            </a:pPr>
            <a:r>
              <a:rPr lang="en-IN" sz="1600" b="1" dirty="0">
                <a:latin typeface="Century" panose="02040604050505020304" pitchFamily="18" charset="0"/>
              </a:rPr>
              <a:t>Result:</a:t>
            </a:r>
            <a:r>
              <a:rPr lang="en-IN" sz="1600" dirty="0">
                <a:latin typeface="Century" panose="02040604050505020304" pitchFamily="18" charset="0"/>
              </a:rPr>
              <a:t> </a:t>
            </a:r>
            <a:r>
              <a:rPr lang="en-US" sz="1600" dirty="0">
                <a:latin typeface="Century" panose="02040604050505020304" pitchFamily="18" charset="0"/>
              </a:rPr>
              <a:t>Ultimately, this research provides a simulated decision-support framework, proving that feed manufacturability, cost efficiency, and workforce safety can be successfully optimized within a unified model</a:t>
            </a:r>
            <a:r>
              <a:rPr lang="en-IN" sz="1600" dirty="0">
                <a:latin typeface="Century" panose="02040604050505020304" pitchFamily="18" charset="0"/>
              </a:rPr>
              <a:t>.</a:t>
            </a:r>
          </a:p>
          <a:p>
            <a:pPr marL="0" indent="0">
              <a:buNone/>
            </a:pPr>
            <a:endParaRPr lang="en-IN" sz="1600" dirty="0">
              <a:latin typeface="Century" panose="02040604050505020304" pitchFamily="18" charset="0"/>
            </a:endParaRPr>
          </a:p>
        </p:txBody>
      </p:sp>
    </p:spTree>
    <p:extLst>
      <p:ext uri="{BB962C8B-B14F-4D97-AF65-F5344CB8AC3E}">
        <p14:creationId xmlns:p14="http://schemas.microsoft.com/office/powerpoint/2010/main" val="2694581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22D0F-6270-1403-432E-D3DE350F13CA}"/>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45BA97E9-4559-A3A8-C7AE-601DD0BD063A}"/>
              </a:ext>
            </a:extLst>
          </p:cNvPr>
          <p:cNvSpPr>
            <a:spLocks noGrp="1"/>
          </p:cNvSpPr>
          <p:nvPr>
            <p:ph idx="1"/>
          </p:nvPr>
        </p:nvSpPr>
        <p:spPr/>
        <p:txBody>
          <a:bodyPr>
            <a:normAutofit/>
          </a:bodyPr>
          <a:lstStyle/>
          <a:p>
            <a:pPr marL="0" indent="0">
              <a:buNone/>
            </a:pPr>
            <a:r>
              <a:rPr lang="en-IN" sz="1600" b="1" dirty="0">
                <a:latin typeface="Century" panose="02040604050505020304" pitchFamily="18" charset="0"/>
              </a:rPr>
              <a:t>1. You et al. (2025)</a:t>
            </a:r>
            <a:r>
              <a:rPr lang="en-IN" sz="1600" dirty="0">
                <a:latin typeface="Century" panose="02040604050505020304" pitchFamily="18" charset="0"/>
              </a:rPr>
              <a:t> You, J., </a:t>
            </a:r>
            <a:r>
              <a:rPr lang="en-IN" sz="1600" dirty="0" err="1">
                <a:latin typeface="Century" panose="02040604050505020304" pitchFamily="18" charset="0"/>
              </a:rPr>
              <a:t>Tulpan</a:t>
            </a:r>
            <a:r>
              <a:rPr lang="en-IN" sz="1600" dirty="0">
                <a:latin typeface="Century" panose="02040604050505020304" pitchFamily="18" charset="0"/>
              </a:rPr>
              <a:t>, D., </a:t>
            </a:r>
            <a:r>
              <a:rPr lang="en-IN" sz="1600" dirty="0" err="1">
                <a:latin typeface="Century" panose="02040604050505020304" pitchFamily="18" charset="0"/>
              </a:rPr>
              <a:t>Krziyzek</a:t>
            </a:r>
            <a:r>
              <a:rPr lang="en-IN" sz="1600" dirty="0">
                <a:latin typeface="Century" panose="02040604050505020304" pitchFamily="18" charset="0"/>
              </a:rPr>
              <a:t>, C., &amp; Ellis, J. L. (2025). Prediction of pellet durability index in a commercial feed mill using multiple linear regression with variable selection and dimensionality reduction. </a:t>
            </a:r>
            <a:r>
              <a:rPr lang="en-IN" sz="1600" i="1" dirty="0">
                <a:latin typeface="Century" panose="02040604050505020304" pitchFamily="18" charset="0"/>
              </a:rPr>
              <a:t>Journal of Animal Science</a:t>
            </a:r>
            <a:r>
              <a:rPr lang="en-IN" sz="1600" dirty="0">
                <a:latin typeface="Century" panose="02040604050505020304" pitchFamily="18" charset="0"/>
              </a:rPr>
              <a:t>, </a:t>
            </a:r>
            <a:r>
              <a:rPr lang="en-IN" sz="1600" i="1" dirty="0">
                <a:latin typeface="Century" panose="02040604050505020304" pitchFamily="18" charset="0"/>
              </a:rPr>
              <a:t>103</a:t>
            </a:r>
            <a:r>
              <a:rPr lang="en-IN" sz="1600" dirty="0">
                <a:latin typeface="Century" panose="02040604050505020304" pitchFamily="18" charset="0"/>
              </a:rPr>
              <a:t>, skaf021. </a:t>
            </a:r>
            <a:r>
              <a:rPr lang="en-IN" sz="1600" dirty="0">
                <a:latin typeface="Century" panose="02040604050505020304" pitchFamily="18" charset="0"/>
                <a:hlinkClick r:id="rId2"/>
              </a:rPr>
              <a:t>https://doi.org/10.1093/jas/skaf021</a:t>
            </a:r>
            <a:endParaRPr lang="en-IN" sz="1600" dirty="0">
              <a:latin typeface="Century" panose="02040604050505020304" pitchFamily="18" charset="0"/>
            </a:endParaRPr>
          </a:p>
          <a:p>
            <a:pPr marL="0" indent="0">
              <a:buNone/>
            </a:pPr>
            <a:r>
              <a:rPr lang="en-IN" sz="1600" b="1" dirty="0">
                <a:latin typeface="Century" panose="02040604050505020304" pitchFamily="18" charset="0"/>
              </a:rPr>
              <a:t>2. Khan et al. (2021)</a:t>
            </a:r>
            <a:r>
              <a:rPr lang="en-IN" sz="1600" dirty="0">
                <a:latin typeface="Century" panose="02040604050505020304" pitchFamily="18" charset="0"/>
              </a:rPr>
              <a:t> Khan, M. F., Pervez, A., Modibbo, U. M., Chauhan, J., &amp; Ali, I. (2021). Flexible fuzzy goal programming approach in optimal mix of power generation for socio-economic sustainability: A case study. </a:t>
            </a:r>
            <a:r>
              <a:rPr lang="en-IN" sz="1600" i="1" dirty="0">
                <a:latin typeface="Century" panose="02040604050505020304" pitchFamily="18" charset="0"/>
              </a:rPr>
              <a:t>Sustainability</a:t>
            </a:r>
            <a:r>
              <a:rPr lang="en-IN" sz="1600" dirty="0">
                <a:latin typeface="Century" panose="02040604050505020304" pitchFamily="18" charset="0"/>
              </a:rPr>
              <a:t>, </a:t>
            </a:r>
            <a:r>
              <a:rPr lang="en-IN" sz="1600" i="1" dirty="0">
                <a:latin typeface="Century" panose="02040604050505020304" pitchFamily="18" charset="0"/>
              </a:rPr>
              <a:t>13</a:t>
            </a:r>
            <a:r>
              <a:rPr lang="en-IN" sz="1600" dirty="0">
                <a:latin typeface="Century" panose="02040604050505020304" pitchFamily="18" charset="0"/>
              </a:rPr>
              <a:t>(15), 8256. </a:t>
            </a:r>
            <a:r>
              <a:rPr lang="en-IN" sz="1600" dirty="0">
                <a:latin typeface="Century" panose="02040604050505020304" pitchFamily="18" charset="0"/>
                <a:hlinkClick r:id="rId3"/>
              </a:rPr>
              <a:t>https://doi.org/10.3390/su13158256</a:t>
            </a:r>
            <a:endParaRPr lang="en-IN" sz="1600" dirty="0">
              <a:latin typeface="Century" panose="02040604050505020304" pitchFamily="18" charset="0"/>
            </a:endParaRPr>
          </a:p>
          <a:p>
            <a:pPr marL="0" indent="0">
              <a:buNone/>
            </a:pPr>
            <a:r>
              <a:rPr lang="en-IN" sz="1600" b="1" dirty="0">
                <a:latin typeface="Century" panose="02040604050505020304" pitchFamily="18" charset="0"/>
              </a:rPr>
              <a:t>3. Rashid et al. (2020)</a:t>
            </a:r>
            <a:r>
              <a:rPr lang="en-IN" sz="1600" dirty="0">
                <a:latin typeface="Century" panose="02040604050505020304" pitchFamily="18" charset="0"/>
              </a:rPr>
              <a:t> Rashid, N. R. M., Lip, N. M., Salim, F. F. M., </a:t>
            </a:r>
            <a:r>
              <a:rPr lang="en-IN" sz="1600" dirty="0" err="1">
                <a:latin typeface="Century" panose="02040604050505020304" pitchFamily="18" charset="0"/>
              </a:rPr>
              <a:t>Kamazan</a:t>
            </a:r>
            <a:r>
              <a:rPr lang="en-IN" sz="1600" dirty="0">
                <a:latin typeface="Century" panose="02040604050505020304" pitchFamily="18" charset="0"/>
              </a:rPr>
              <a:t>, N. F., &amp; </a:t>
            </a:r>
            <a:r>
              <a:rPr lang="en-IN" sz="1600" dirty="0" err="1">
                <a:latin typeface="Century" panose="02040604050505020304" pitchFamily="18" charset="0"/>
              </a:rPr>
              <a:t>Latib</a:t>
            </a:r>
            <a:r>
              <a:rPr lang="en-IN" sz="1600" dirty="0">
                <a:latin typeface="Century" panose="02040604050505020304" pitchFamily="18" charset="0"/>
              </a:rPr>
              <a:t>, S. N. A. M. (2020). Feeding blend optimization for livestock by using goal programming approach. </a:t>
            </a:r>
            <a:r>
              <a:rPr lang="en-IN" sz="1600" i="1" dirty="0">
                <a:latin typeface="Century" panose="02040604050505020304" pitchFamily="18" charset="0"/>
              </a:rPr>
              <a:t>Malaysian Journal of Computing</a:t>
            </a:r>
            <a:r>
              <a:rPr lang="en-IN" sz="1600" dirty="0">
                <a:latin typeface="Century" panose="02040604050505020304" pitchFamily="18" charset="0"/>
              </a:rPr>
              <a:t>, </a:t>
            </a:r>
            <a:r>
              <a:rPr lang="en-IN" sz="1600" i="1" dirty="0">
                <a:latin typeface="Century" panose="02040604050505020304" pitchFamily="18" charset="0"/>
              </a:rPr>
              <a:t>5</a:t>
            </a:r>
            <a:r>
              <a:rPr lang="en-IN" sz="1600" dirty="0">
                <a:latin typeface="Century" panose="02040604050505020304" pitchFamily="18" charset="0"/>
              </a:rPr>
              <a:t>(2), 495-503.</a:t>
            </a:r>
          </a:p>
          <a:p>
            <a:pPr marL="0" indent="0">
              <a:buNone/>
            </a:pPr>
            <a:r>
              <a:rPr lang="en-IN" sz="1600" b="1" dirty="0">
                <a:latin typeface="Century" panose="02040604050505020304" pitchFamily="18" charset="0"/>
              </a:rPr>
              <a:t>4. Putri et al. (2020)</a:t>
            </a:r>
            <a:r>
              <a:rPr lang="en-IN" sz="1600" dirty="0">
                <a:latin typeface="Century" panose="02040604050505020304" pitchFamily="18" charset="0"/>
              </a:rPr>
              <a:t> Putri, N. T., [Other Authors], &amp; [Other Authors]. (2020). Ergonomics evaluation of manual material handling activities in the section of feeding laying hens at poultry farm. </a:t>
            </a:r>
            <a:r>
              <a:rPr lang="en-IN" sz="1600" i="1" dirty="0">
                <a:latin typeface="Century" panose="02040604050505020304" pitchFamily="18" charset="0"/>
              </a:rPr>
              <a:t>IOP Conference Series: Materials Science and Engineering</a:t>
            </a:r>
            <a:r>
              <a:rPr lang="en-IN" sz="1600" dirty="0">
                <a:latin typeface="Century" panose="02040604050505020304" pitchFamily="18" charset="0"/>
              </a:rPr>
              <a:t>, </a:t>
            </a:r>
            <a:r>
              <a:rPr lang="en-IN" sz="1600" i="1" dirty="0">
                <a:latin typeface="Century" panose="02040604050505020304" pitchFamily="18" charset="0"/>
              </a:rPr>
              <a:t>1003</a:t>
            </a:r>
            <a:r>
              <a:rPr lang="en-IN" sz="1600" dirty="0">
                <a:latin typeface="Century" panose="02040604050505020304" pitchFamily="18" charset="0"/>
              </a:rPr>
              <a:t>(1), 012074. </a:t>
            </a:r>
            <a:r>
              <a:rPr lang="en-IN" sz="1600" dirty="0">
                <a:latin typeface="Century" panose="02040604050505020304" pitchFamily="18" charset="0"/>
                <a:hlinkClick r:id="rId4"/>
              </a:rPr>
              <a:t>https://doi.org/10.1088/1757-899X/1003/1/012074</a:t>
            </a:r>
            <a:endParaRPr lang="en-IN" sz="1600" dirty="0">
              <a:latin typeface="Century" panose="02040604050505020304" pitchFamily="18" charset="0"/>
            </a:endParaRPr>
          </a:p>
          <a:p>
            <a:pPr marL="0" indent="0">
              <a:buNone/>
            </a:pPr>
            <a:endParaRPr lang="en-IN" sz="1600" dirty="0">
              <a:latin typeface="Century" panose="02040604050505020304" pitchFamily="18" charset="0"/>
            </a:endParaRPr>
          </a:p>
        </p:txBody>
      </p:sp>
    </p:spTree>
    <p:extLst>
      <p:ext uri="{BB962C8B-B14F-4D97-AF65-F5344CB8AC3E}">
        <p14:creationId xmlns:p14="http://schemas.microsoft.com/office/powerpoint/2010/main" val="1558867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5857-A1F1-2531-D444-4B4B4970F00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9CD231DA-1332-60CF-9787-C615F8983B44}"/>
              </a:ext>
            </a:extLst>
          </p:cNvPr>
          <p:cNvSpPr>
            <a:spLocks noGrp="1"/>
          </p:cNvSpPr>
          <p:nvPr>
            <p:ph idx="1"/>
          </p:nvPr>
        </p:nvSpPr>
        <p:spPr/>
        <p:txBody>
          <a:bodyPr>
            <a:normAutofit/>
          </a:bodyPr>
          <a:lstStyle/>
          <a:p>
            <a:pPr marL="0" indent="0">
              <a:buNone/>
            </a:pPr>
            <a:r>
              <a:rPr lang="en-IN" sz="1600" b="1" dirty="0">
                <a:latin typeface="Century" panose="02040604050505020304" pitchFamily="18" charset="0"/>
              </a:rPr>
              <a:t>5. Mallick et al. (2020)</a:t>
            </a:r>
            <a:r>
              <a:rPr lang="en-IN" sz="1600" dirty="0">
                <a:latin typeface="Century" panose="02040604050505020304" pitchFamily="18" charset="0"/>
              </a:rPr>
              <a:t> Mallick, P., Muduli, K., Biswal, J. N., &amp; </a:t>
            </a:r>
            <a:r>
              <a:rPr lang="en-IN" sz="1600" dirty="0" err="1">
                <a:latin typeface="Century" panose="02040604050505020304" pitchFamily="18" charset="0"/>
              </a:rPr>
              <a:t>Pumwa</a:t>
            </a:r>
            <a:r>
              <a:rPr lang="en-IN" sz="1600" dirty="0">
                <a:latin typeface="Century" panose="02040604050505020304" pitchFamily="18" charset="0"/>
              </a:rPr>
              <a:t>, J. (2020). Broiler poultry feed cost optimization using linear programming technique. </a:t>
            </a:r>
            <a:r>
              <a:rPr lang="en-IN" sz="1600" i="1" dirty="0">
                <a:latin typeface="Century" panose="02040604050505020304" pitchFamily="18" charset="0"/>
              </a:rPr>
              <a:t>Journal of Operations and Strategic Planning</a:t>
            </a:r>
            <a:r>
              <a:rPr lang="en-IN" sz="1600" dirty="0">
                <a:latin typeface="Century" panose="02040604050505020304" pitchFamily="18" charset="0"/>
              </a:rPr>
              <a:t>, </a:t>
            </a:r>
            <a:r>
              <a:rPr lang="en-IN" sz="1600" i="1" dirty="0">
                <a:latin typeface="Century" panose="02040604050505020304" pitchFamily="18" charset="0"/>
              </a:rPr>
              <a:t>3</a:t>
            </a:r>
            <a:r>
              <a:rPr lang="en-IN" sz="1600" dirty="0">
                <a:latin typeface="Century" panose="02040604050505020304" pitchFamily="18" charset="0"/>
              </a:rPr>
              <a:t>(1), 31-57. </a:t>
            </a:r>
            <a:r>
              <a:rPr lang="en-IN" sz="1600" dirty="0">
                <a:latin typeface="Century" panose="02040604050505020304" pitchFamily="18" charset="0"/>
                <a:hlinkClick r:id="rId2"/>
              </a:rPr>
              <a:t>https://doi.org/10.1177/2516600X19896910</a:t>
            </a:r>
            <a:endParaRPr lang="en-IN" sz="1600" dirty="0">
              <a:latin typeface="Century" panose="02040604050505020304" pitchFamily="18" charset="0"/>
            </a:endParaRPr>
          </a:p>
          <a:p>
            <a:pPr marL="0" indent="0">
              <a:buNone/>
            </a:pPr>
            <a:r>
              <a:rPr lang="en-IN" sz="1600" b="1" dirty="0">
                <a:latin typeface="Century" panose="02040604050505020304" pitchFamily="18" charset="0"/>
              </a:rPr>
              <a:t>6. </a:t>
            </a:r>
            <a:r>
              <a:rPr lang="en-IN" sz="1600" b="1" dirty="0" err="1">
                <a:latin typeface="Century" panose="02040604050505020304" pitchFamily="18" charset="0"/>
              </a:rPr>
              <a:t>Tanhaie</a:t>
            </a:r>
            <a:r>
              <a:rPr lang="en-IN" sz="1600" b="1" dirty="0">
                <a:latin typeface="Century" panose="02040604050505020304" pitchFamily="18" charset="0"/>
              </a:rPr>
              <a:t> &amp; </a:t>
            </a:r>
            <a:r>
              <a:rPr lang="en-IN" sz="1600" b="1" dirty="0" err="1">
                <a:latin typeface="Century" panose="02040604050505020304" pitchFamily="18" charset="0"/>
              </a:rPr>
              <a:t>Nahavandi</a:t>
            </a:r>
            <a:r>
              <a:rPr lang="en-IN" sz="1600" b="1" dirty="0">
                <a:latin typeface="Century" panose="02040604050505020304" pitchFamily="18" charset="0"/>
              </a:rPr>
              <a:t> (2017)</a:t>
            </a:r>
            <a:r>
              <a:rPr lang="en-IN" sz="1600" dirty="0">
                <a:latin typeface="Century" panose="02040604050505020304" pitchFamily="18" charset="0"/>
              </a:rPr>
              <a:t> </a:t>
            </a:r>
            <a:r>
              <a:rPr lang="en-IN" sz="1600" dirty="0" err="1">
                <a:latin typeface="Century" panose="02040604050505020304" pitchFamily="18" charset="0"/>
              </a:rPr>
              <a:t>Tanhaie</a:t>
            </a:r>
            <a:r>
              <a:rPr lang="en-IN" sz="1600" dirty="0">
                <a:latin typeface="Century" panose="02040604050505020304" pitchFamily="18" charset="0"/>
              </a:rPr>
              <a:t>, F., &amp; </a:t>
            </a:r>
            <a:r>
              <a:rPr lang="en-IN" sz="1600" dirty="0" err="1">
                <a:latin typeface="Century" panose="02040604050505020304" pitchFamily="18" charset="0"/>
              </a:rPr>
              <a:t>Nahavandi</a:t>
            </a:r>
            <a:r>
              <a:rPr lang="en-IN" sz="1600" dirty="0">
                <a:latin typeface="Century" panose="02040604050505020304" pitchFamily="18" charset="0"/>
              </a:rPr>
              <a:t>, N. (2017). Solving product mix problem in multiple constraints environment using goal programming. </a:t>
            </a:r>
            <a:r>
              <a:rPr lang="en-IN" sz="1600" i="1" dirty="0">
                <a:latin typeface="Century" panose="02040604050505020304" pitchFamily="18" charset="0"/>
              </a:rPr>
              <a:t>Journal of Industrial Engineering and Management Studies</a:t>
            </a:r>
            <a:r>
              <a:rPr lang="en-IN" sz="1600" dirty="0">
                <a:latin typeface="Century" panose="02040604050505020304" pitchFamily="18" charset="0"/>
              </a:rPr>
              <a:t>, </a:t>
            </a:r>
            <a:r>
              <a:rPr lang="en-IN" sz="1600" i="1" dirty="0">
                <a:latin typeface="Century" panose="02040604050505020304" pitchFamily="18" charset="0"/>
              </a:rPr>
              <a:t>4</a:t>
            </a:r>
            <a:r>
              <a:rPr lang="en-IN" sz="1600" dirty="0">
                <a:latin typeface="Century" panose="02040604050505020304" pitchFamily="18" charset="0"/>
              </a:rPr>
              <a:t>(1), 1-12. </a:t>
            </a:r>
            <a:r>
              <a:rPr lang="en-IN" sz="1600" dirty="0">
                <a:latin typeface="Century" panose="02040604050505020304" pitchFamily="18" charset="0"/>
                <a:hlinkClick r:id="rId3"/>
              </a:rPr>
              <a:t>https://doi.org/10.22116/JIEMS.2017.51960</a:t>
            </a:r>
            <a:endParaRPr lang="en-IN" sz="1600" dirty="0">
              <a:latin typeface="Century" panose="02040604050505020304" pitchFamily="18" charset="0"/>
            </a:endParaRPr>
          </a:p>
          <a:p>
            <a:pPr marL="0" indent="0">
              <a:buNone/>
            </a:pPr>
            <a:r>
              <a:rPr lang="en-IN" sz="1600" b="1" dirty="0">
                <a:latin typeface="Century" panose="02040604050505020304" pitchFamily="18" charset="0"/>
              </a:rPr>
              <a:t>7. Vakili et al. (2015)</a:t>
            </a:r>
            <a:r>
              <a:rPr lang="en-IN" sz="1600" dirty="0">
                <a:latin typeface="Century" panose="02040604050505020304" pitchFamily="18" charset="0"/>
              </a:rPr>
              <a:t> Vakili, R., </a:t>
            </a:r>
            <a:r>
              <a:rPr lang="en-IN" sz="1600" dirty="0" err="1">
                <a:latin typeface="Century" panose="02040604050505020304" pitchFamily="18" charset="0"/>
              </a:rPr>
              <a:t>Torshizi</a:t>
            </a:r>
            <a:r>
              <a:rPr lang="en-IN" sz="1600" dirty="0">
                <a:latin typeface="Century" panose="02040604050505020304" pitchFamily="18" charset="0"/>
              </a:rPr>
              <a:t>, M. E., </a:t>
            </a:r>
            <a:r>
              <a:rPr lang="en-IN" sz="1600" dirty="0" err="1">
                <a:latin typeface="Century" panose="02040604050505020304" pitchFamily="18" charset="0"/>
              </a:rPr>
              <a:t>Yaghobzadeh</a:t>
            </a:r>
            <a:r>
              <a:rPr lang="en-IN" sz="1600" dirty="0">
                <a:latin typeface="Century" panose="02040604050505020304" pitchFamily="18" charset="0"/>
              </a:rPr>
              <a:t>, M. M., &amp; </a:t>
            </a:r>
            <a:r>
              <a:rPr lang="en-IN" sz="1600" dirty="0" err="1">
                <a:latin typeface="Century" panose="02040604050505020304" pitchFamily="18" charset="0"/>
              </a:rPr>
              <a:t>Khadivi</a:t>
            </a:r>
            <a:r>
              <a:rPr lang="en-IN" sz="1600" dirty="0">
                <a:latin typeface="Century" panose="02040604050505020304" pitchFamily="18" charset="0"/>
              </a:rPr>
              <a:t>, H. (2015). Determination of chemical composition and physical feed quality with different processing parameters in broiler feed mill factories. </a:t>
            </a:r>
            <a:r>
              <a:rPr lang="en-IN" sz="1600" i="1" dirty="0">
                <a:latin typeface="Century" panose="02040604050505020304" pitchFamily="18" charset="0"/>
              </a:rPr>
              <a:t>Biological Forum – An International Journal</a:t>
            </a:r>
            <a:r>
              <a:rPr lang="en-IN" sz="1600" dirty="0">
                <a:latin typeface="Century" panose="02040604050505020304" pitchFamily="18" charset="0"/>
              </a:rPr>
              <a:t>, </a:t>
            </a:r>
            <a:r>
              <a:rPr lang="en-IN" sz="1600" i="1" dirty="0">
                <a:latin typeface="Century" panose="02040604050505020304" pitchFamily="18" charset="0"/>
              </a:rPr>
              <a:t>7</a:t>
            </a:r>
            <a:r>
              <a:rPr lang="en-IN" sz="1600" dirty="0">
                <a:latin typeface="Century" panose="02040604050505020304" pitchFamily="18" charset="0"/>
              </a:rPr>
              <a:t>(1), 1098-1103.</a:t>
            </a:r>
          </a:p>
          <a:p>
            <a:pPr marL="0" indent="0">
              <a:buNone/>
            </a:pPr>
            <a:r>
              <a:rPr lang="en-IN" sz="1600" b="1" dirty="0">
                <a:latin typeface="Century" panose="02040604050505020304" pitchFamily="18" charset="0"/>
              </a:rPr>
              <a:t>8. Pal &amp; Moitra (2004)</a:t>
            </a:r>
            <a:r>
              <a:rPr lang="en-IN" sz="1600" dirty="0">
                <a:latin typeface="Century" panose="02040604050505020304" pitchFamily="18" charset="0"/>
              </a:rPr>
              <a:t> Pal, B. B., &amp; Moitra, B. N. (2004). Using fuzzy goal programming for long range production planning in agricultural systems. </a:t>
            </a:r>
            <a:r>
              <a:rPr lang="en-IN" sz="1600" i="1" dirty="0">
                <a:latin typeface="Century" panose="02040604050505020304" pitchFamily="18" charset="0"/>
              </a:rPr>
              <a:t>Indian Journal of Agricultural Economics</a:t>
            </a:r>
            <a:r>
              <a:rPr lang="en-IN" sz="1600" dirty="0">
                <a:latin typeface="Century" panose="02040604050505020304" pitchFamily="18" charset="0"/>
              </a:rPr>
              <a:t>, </a:t>
            </a:r>
            <a:r>
              <a:rPr lang="en-IN" sz="1600" i="1" dirty="0">
                <a:latin typeface="Century" panose="02040604050505020304" pitchFamily="18" charset="0"/>
              </a:rPr>
              <a:t>59</a:t>
            </a:r>
            <a:r>
              <a:rPr lang="en-IN" sz="1600" dirty="0">
                <a:latin typeface="Century" panose="02040604050505020304" pitchFamily="18" charset="0"/>
              </a:rPr>
              <a:t>(1), 88-103.</a:t>
            </a:r>
          </a:p>
          <a:p>
            <a:pPr marL="0" indent="0">
              <a:buNone/>
            </a:pPr>
            <a:r>
              <a:rPr lang="en-IN" sz="1600" b="1" dirty="0">
                <a:latin typeface="Century" panose="02040604050505020304" pitchFamily="18" charset="0"/>
              </a:rPr>
              <a:t>9. Solano-Blanco et al. (2023) [Your Example Reference]</a:t>
            </a:r>
            <a:r>
              <a:rPr lang="en-IN" sz="1600" dirty="0">
                <a:latin typeface="Century" panose="02040604050505020304" pitchFamily="18" charset="0"/>
              </a:rPr>
              <a:t> Solano-Blanco, A. L., González, J. E., &amp; Medaglia, A. L. (2023). Production planning decisions in the broiler chicken supply chain with growth uncertainty. </a:t>
            </a:r>
            <a:r>
              <a:rPr lang="en-IN" sz="1600" i="1" dirty="0">
                <a:latin typeface="Century" panose="02040604050505020304" pitchFamily="18" charset="0"/>
              </a:rPr>
              <a:t>Operations Research Perspectives</a:t>
            </a:r>
            <a:r>
              <a:rPr lang="en-IN" sz="1600" dirty="0">
                <a:latin typeface="Century" panose="02040604050505020304" pitchFamily="18" charset="0"/>
              </a:rPr>
              <a:t>, </a:t>
            </a:r>
            <a:r>
              <a:rPr lang="en-IN" sz="1600" i="1" dirty="0">
                <a:latin typeface="Century" panose="02040604050505020304" pitchFamily="18" charset="0"/>
              </a:rPr>
              <a:t>10</a:t>
            </a:r>
            <a:r>
              <a:rPr lang="en-IN" sz="1600" dirty="0">
                <a:latin typeface="Century" panose="02040604050505020304" pitchFamily="18" charset="0"/>
              </a:rPr>
              <a:t>, 100273. </a:t>
            </a:r>
            <a:r>
              <a:rPr lang="en-IN" sz="1600" dirty="0">
                <a:latin typeface="Century" panose="02040604050505020304" pitchFamily="18" charset="0"/>
                <a:hlinkClick r:id="rId4"/>
              </a:rPr>
              <a:t>https://doi.org/10.1016/j.orp.2023.100273</a:t>
            </a:r>
            <a:endParaRPr lang="en-IN" sz="1600" dirty="0">
              <a:latin typeface="Century" panose="02040604050505020304" pitchFamily="18" charset="0"/>
            </a:endParaRPr>
          </a:p>
          <a:p>
            <a:pPr marL="0" indent="0">
              <a:buNone/>
            </a:pPr>
            <a:endParaRPr lang="en-IN" sz="1600" dirty="0">
              <a:latin typeface="Century" panose="02040604050505020304" pitchFamily="18" charset="0"/>
            </a:endParaRPr>
          </a:p>
        </p:txBody>
      </p:sp>
    </p:spTree>
    <p:extLst>
      <p:ext uri="{BB962C8B-B14F-4D97-AF65-F5344CB8AC3E}">
        <p14:creationId xmlns:p14="http://schemas.microsoft.com/office/powerpoint/2010/main" val="774738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371DE2-D638-CE74-886F-3D684B87ED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8B1A1B-A8DE-922B-4B8B-6CBEA0B5AB58}"/>
              </a:ext>
            </a:extLst>
          </p:cNvPr>
          <p:cNvSpPr>
            <a:spLocks noGrp="1"/>
          </p:cNvSpPr>
          <p:nvPr>
            <p:ph sz="quarter" idx="14"/>
          </p:nvPr>
        </p:nvSpPr>
        <p:spPr>
          <a:xfrm>
            <a:off x="429768" y="1380744"/>
            <a:ext cx="4386072" cy="4983480"/>
          </a:xfrm>
        </p:spPr>
        <p:txBody>
          <a:bodyPr>
            <a:normAutofit/>
          </a:bodyPr>
          <a:lstStyle/>
          <a:p>
            <a:pPr marL="0" indent="0">
              <a:lnSpc>
                <a:spcPct val="110000"/>
              </a:lnSpc>
              <a:buNone/>
            </a:pPr>
            <a:br>
              <a:rPr lang="ar-AE" sz="1400" dirty="0"/>
            </a:br>
            <a:endParaRPr lang="ar-AE" sz="1400" dirty="0"/>
          </a:p>
          <a:p>
            <a:pPr marL="0" indent="0">
              <a:lnSpc>
                <a:spcPct val="110000"/>
              </a:lnSpc>
              <a:buNone/>
            </a:pPr>
            <a:endParaRPr lang="en-IN" sz="1400" dirty="0"/>
          </a:p>
        </p:txBody>
      </p:sp>
      <p:graphicFrame>
        <p:nvGraphicFramePr>
          <p:cNvPr id="6" name="Table 5">
            <a:extLst>
              <a:ext uri="{FF2B5EF4-FFF2-40B4-BE49-F238E27FC236}">
                <a16:creationId xmlns:a16="http://schemas.microsoft.com/office/drawing/2014/main" id="{924245F1-17BA-1D18-FEF5-3584DB2A9945}"/>
              </a:ext>
            </a:extLst>
          </p:cNvPr>
          <p:cNvGraphicFramePr>
            <a:graphicFrameLocks noGrp="1"/>
          </p:cNvGraphicFramePr>
          <p:nvPr/>
        </p:nvGraphicFramePr>
        <p:xfrm>
          <a:off x="5378246" y="1710603"/>
          <a:ext cx="5027944" cy="4001361"/>
        </p:xfrm>
        <a:graphic>
          <a:graphicData uri="http://schemas.openxmlformats.org/drawingml/2006/table">
            <a:tbl>
              <a:tblPr firstRow="1" firstCol="1" bandRow="1">
                <a:tableStyleId>{5DA37D80-6434-44D0-A028-1B22A696006F}</a:tableStyleId>
              </a:tblPr>
              <a:tblGrid>
                <a:gridCol w="1140541">
                  <a:extLst>
                    <a:ext uri="{9D8B030D-6E8A-4147-A177-3AD203B41FA5}">
                      <a16:colId xmlns:a16="http://schemas.microsoft.com/office/drawing/2014/main" val="1877341647"/>
                    </a:ext>
                  </a:extLst>
                </a:gridCol>
                <a:gridCol w="3887403">
                  <a:extLst>
                    <a:ext uri="{9D8B030D-6E8A-4147-A177-3AD203B41FA5}">
                      <a16:colId xmlns:a16="http://schemas.microsoft.com/office/drawing/2014/main" val="787868927"/>
                    </a:ext>
                  </a:extLst>
                </a:gridCol>
              </a:tblGrid>
              <a:tr h="583797">
                <a:tc>
                  <a:txBody>
                    <a:bodyPr/>
                    <a:lstStyle/>
                    <a:p>
                      <a:pPr>
                        <a:lnSpc>
                          <a:spcPct val="107000"/>
                        </a:lnSpc>
                        <a:spcAft>
                          <a:spcPts val="800"/>
                        </a:spcAft>
                        <a:buNone/>
                      </a:pPr>
                      <a:r>
                        <a:rPr lang="en-IN" sz="1100" kern="100">
                          <a:effectLst/>
                        </a:rPr>
                        <a:t>Symbol</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IN" sz="1100" kern="100" dirty="0">
                          <a:effectLst/>
                        </a:rPr>
                        <a:t>Description</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30562705"/>
                  </a:ext>
                </a:extLst>
              </a:tr>
              <a:tr h="583797">
                <a:tc>
                  <a:txBody>
                    <a:bodyPr/>
                    <a:lstStyle/>
                    <a:p>
                      <a:pPr algn="ctr">
                        <a:lnSpc>
                          <a:spcPct val="107000"/>
                        </a:lnSpc>
                        <a:spcAft>
                          <a:spcPts val="800"/>
                        </a:spcAft>
                        <a:buNone/>
                      </a:pPr>
                      <a:r>
                        <a:rPr lang="en-IN" sz="1100" kern="100">
                          <a:effectLst/>
                        </a:rPr>
                        <a:t>I</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IN" sz="1100" kern="100" dirty="0">
                          <a:effectLst/>
                        </a:rPr>
                        <a:t>Set of available feed ingredients, indexed by </a:t>
                      </a:r>
                      <a:r>
                        <a:rPr lang="en-IN" sz="1100" kern="100" dirty="0" err="1">
                          <a:effectLst/>
                        </a:rPr>
                        <a:t>i</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60948851"/>
                  </a:ext>
                </a:extLst>
              </a:tr>
              <a:tr h="583797">
                <a:tc>
                  <a:txBody>
                    <a:bodyPr/>
                    <a:lstStyle/>
                    <a:p>
                      <a:pPr algn="ctr">
                        <a:lnSpc>
                          <a:spcPct val="107000"/>
                        </a:lnSpc>
                        <a:spcAft>
                          <a:spcPts val="800"/>
                        </a:spcAft>
                        <a:buNone/>
                      </a:pPr>
                      <a:r>
                        <a:rPr lang="en-IN" sz="1100" kern="100" dirty="0">
                          <a:effectLst/>
                        </a:rPr>
                        <a:t>J</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IN" sz="1100" kern="100">
                          <a:effectLst/>
                        </a:rPr>
                        <a:t>Set of nutritional parameters, indexed by j</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20684526"/>
                  </a:ext>
                </a:extLst>
              </a:tr>
              <a:tr h="1124985">
                <a:tc>
                  <a:txBody>
                    <a:bodyPr/>
                    <a:lstStyle/>
                    <a:p>
                      <a:pPr algn="ctr">
                        <a:lnSpc>
                          <a:spcPct val="107000"/>
                        </a:lnSpc>
                        <a:spcAft>
                          <a:spcPts val="800"/>
                        </a:spcAft>
                        <a:buNone/>
                      </a:pPr>
                      <a:r>
                        <a:rPr lang="en-IN" sz="1100" kern="100" dirty="0">
                          <a:effectLst/>
                        </a:rPr>
                        <a:t>S</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IN" sz="1100" kern="100" dirty="0">
                          <a:effectLst/>
                        </a:rPr>
                        <a:t>Set of broiler feeding stages where S = {Pre-Starter, Starter, Finisher}, indexed by s</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75571297"/>
                  </a:ext>
                </a:extLst>
              </a:tr>
              <a:tr h="1124985">
                <a:tc>
                  <a:txBody>
                    <a:bodyPr/>
                    <a:lstStyle/>
                    <a:p>
                      <a:pPr algn="ctr">
                        <a:lnSpc>
                          <a:spcPct val="107000"/>
                        </a:lnSpc>
                        <a:spcAft>
                          <a:spcPts val="800"/>
                        </a:spcAft>
                        <a:buNone/>
                      </a:pPr>
                      <a:r>
                        <a:rPr lang="en-IN" sz="1100" kern="100" dirty="0">
                          <a:effectLst/>
                        </a:rPr>
                        <a:t>P</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IN" sz="1100" kern="100" dirty="0">
                          <a:effectLst/>
                        </a:rPr>
                        <a:t>Set of priority levels in the lexicographic structure where P = {1,2,3,4}, indexed by p</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7015980"/>
                  </a:ext>
                </a:extLst>
              </a:tr>
            </a:tbl>
          </a:graphicData>
        </a:graphic>
      </p:graphicFrame>
      <p:sp>
        <p:nvSpPr>
          <p:cNvPr id="8" name="Rectangle 1">
            <a:extLst>
              <a:ext uri="{FF2B5EF4-FFF2-40B4-BE49-F238E27FC236}">
                <a16:creationId xmlns:a16="http://schemas.microsoft.com/office/drawing/2014/main" id="{39E7B81F-9821-9F79-1FB2-BDB75D7BF132}"/>
              </a:ext>
            </a:extLst>
          </p:cNvPr>
          <p:cNvSpPr>
            <a:spLocks noChangeArrowheads="1"/>
          </p:cNvSpPr>
          <p:nvPr/>
        </p:nvSpPr>
        <p:spPr bwMode="auto">
          <a:xfrm>
            <a:off x="5096822" y="1146036"/>
            <a:ext cx="19983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Indices and Sets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2" name="Title 1">
            <a:extLst>
              <a:ext uri="{FF2B5EF4-FFF2-40B4-BE49-F238E27FC236}">
                <a16:creationId xmlns:a16="http://schemas.microsoft.com/office/drawing/2014/main" id="{0EE101A4-134A-4236-81CC-C515A0674B9E}"/>
              </a:ext>
            </a:extLst>
          </p:cNvPr>
          <p:cNvSpPr>
            <a:spLocks noGrp="1"/>
          </p:cNvSpPr>
          <p:nvPr>
            <p:ph type="title"/>
          </p:nvPr>
        </p:nvSpPr>
        <p:spPr>
          <a:xfrm>
            <a:off x="430213" y="320675"/>
            <a:ext cx="6858000" cy="931863"/>
          </a:xfrm>
        </p:spPr>
        <p:txBody>
          <a:bodyPr anchor="b">
            <a:normAutofit/>
          </a:bodyPr>
          <a:lstStyle/>
          <a:p>
            <a:r>
              <a:rPr lang="en-IN" sz="3000" dirty="0"/>
              <a:t> Nomenclature</a:t>
            </a:r>
          </a:p>
        </p:txBody>
      </p:sp>
    </p:spTree>
    <p:extLst>
      <p:ext uri="{BB962C8B-B14F-4D97-AF65-F5344CB8AC3E}">
        <p14:creationId xmlns:p14="http://schemas.microsoft.com/office/powerpoint/2010/main" val="1436542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77AAF8-2A89-47BE-01C4-390D2696F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001664-E46A-E70A-4FCC-E79277DA8807}"/>
              </a:ext>
            </a:extLst>
          </p:cNvPr>
          <p:cNvSpPr>
            <a:spLocks noGrp="1"/>
          </p:cNvSpPr>
          <p:nvPr>
            <p:ph type="title"/>
          </p:nvPr>
        </p:nvSpPr>
        <p:spPr>
          <a:xfrm>
            <a:off x="429768" y="550218"/>
            <a:ext cx="3827439" cy="1453896"/>
          </a:xfrm>
        </p:spPr>
        <p:txBody>
          <a:bodyPr anchor="t">
            <a:normAutofit/>
          </a:bodyPr>
          <a:lstStyle/>
          <a:p>
            <a:r>
              <a:rPr lang="en-IN" sz="3000" dirty="0"/>
              <a:t>Nomenclature</a:t>
            </a:r>
            <a:br>
              <a:rPr lang="en-IN" sz="2200" dirty="0"/>
            </a:br>
            <a:br>
              <a:rPr lang="en-IN" sz="2200" dirty="0"/>
            </a:br>
            <a:endParaRPr lang="en-IN" sz="2200" dirty="0"/>
          </a:p>
        </p:txBody>
      </p:sp>
      <p:pic>
        <p:nvPicPr>
          <p:cNvPr id="8" name="Content Placeholder 7">
            <a:extLst>
              <a:ext uri="{FF2B5EF4-FFF2-40B4-BE49-F238E27FC236}">
                <a16:creationId xmlns:a16="http://schemas.microsoft.com/office/drawing/2014/main" id="{C1B2B914-4087-5AEB-C486-DD80A8742286}"/>
              </a:ext>
            </a:extLst>
          </p:cNvPr>
          <p:cNvPicPr>
            <a:picLocks noGrp="1" noChangeAspect="1"/>
          </p:cNvPicPr>
          <p:nvPr>
            <p:ph sz="quarter" idx="14"/>
          </p:nvPr>
        </p:nvPicPr>
        <p:blipFill>
          <a:blip r:embed="rId2"/>
          <a:stretch>
            <a:fillRect/>
          </a:stretch>
        </p:blipFill>
        <p:spPr>
          <a:xfrm>
            <a:off x="4686975" y="1219200"/>
            <a:ext cx="7454080" cy="4070555"/>
          </a:xfrm>
          <a:prstGeom prst="rect">
            <a:avLst/>
          </a:prstGeom>
        </p:spPr>
      </p:pic>
    </p:spTree>
    <p:extLst>
      <p:ext uri="{BB962C8B-B14F-4D97-AF65-F5344CB8AC3E}">
        <p14:creationId xmlns:p14="http://schemas.microsoft.com/office/powerpoint/2010/main" val="1986520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F7A3E5-F93C-4B98-E0A4-70A8B9DA5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29DA0-B18F-C657-AA2A-75E3571D149D}"/>
              </a:ext>
            </a:extLst>
          </p:cNvPr>
          <p:cNvSpPr>
            <a:spLocks noGrp="1"/>
          </p:cNvSpPr>
          <p:nvPr>
            <p:ph type="title"/>
          </p:nvPr>
        </p:nvSpPr>
        <p:spPr>
          <a:xfrm>
            <a:off x="429768" y="550218"/>
            <a:ext cx="3827439" cy="1453896"/>
          </a:xfrm>
        </p:spPr>
        <p:txBody>
          <a:bodyPr anchor="t">
            <a:normAutofit/>
          </a:bodyPr>
          <a:lstStyle/>
          <a:p>
            <a:r>
              <a:rPr lang="en-IN" sz="3000" dirty="0"/>
              <a:t>Nomenclature</a:t>
            </a:r>
            <a:br>
              <a:rPr lang="en-IN" sz="2200" dirty="0"/>
            </a:br>
            <a:br>
              <a:rPr lang="en-IN" sz="2200" dirty="0"/>
            </a:br>
            <a:endParaRPr lang="en-IN" sz="2200" dirty="0"/>
          </a:p>
        </p:txBody>
      </p:sp>
      <p:pic>
        <p:nvPicPr>
          <p:cNvPr id="7" name="Content Placeholder 6">
            <a:extLst>
              <a:ext uri="{FF2B5EF4-FFF2-40B4-BE49-F238E27FC236}">
                <a16:creationId xmlns:a16="http://schemas.microsoft.com/office/drawing/2014/main" id="{6DCAB9B8-CA22-3338-FD47-D3B28238306A}"/>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825229" y="550218"/>
            <a:ext cx="6268325" cy="2991267"/>
          </a:xfrm>
          <a:prstGeom prst="rect">
            <a:avLst/>
          </a:prstGeom>
        </p:spPr>
      </p:pic>
      <p:pic>
        <p:nvPicPr>
          <p:cNvPr id="9" name="Content Placeholder 6">
            <a:extLst>
              <a:ext uri="{FF2B5EF4-FFF2-40B4-BE49-F238E27FC236}">
                <a16:creationId xmlns:a16="http://schemas.microsoft.com/office/drawing/2014/main" id="{59C54CC2-0C1B-D47B-CEFD-CB3B806049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5023" y="3429000"/>
            <a:ext cx="6401693" cy="2715004"/>
          </a:xfrm>
          <a:prstGeom prst="rect">
            <a:avLst/>
          </a:prstGeom>
        </p:spPr>
      </p:pic>
    </p:spTree>
    <p:extLst>
      <p:ext uri="{BB962C8B-B14F-4D97-AF65-F5344CB8AC3E}">
        <p14:creationId xmlns:p14="http://schemas.microsoft.com/office/powerpoint/2010/main" val="17175943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D3950CE-4021-CED9-BB60-D871873AF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8AFC7-0187-9A16-9084-49DE58EEE239}"/>
              </a:ext>
            </a:extLst>
          </p:cNvPr>
          <p:cNvSpPr>
            <a:spLocks noGrp="1"/>
          </p:cNvSpPr>
          <p:nvPr>
            <p:ph type="title"/>
          </p:nvPr>
        </p:nvSpPr>
        <p:spPr>
          <a:xfrm>
            <a:off x="429768" y="550218"/>
            <a:ext cx="3827439" cy="1453896"/>
          </a:xfrm>
        </p:spPr>
        <p:txBody>
          <a:bodyPr anchor="t">
            <a:normAutofit/>
          </a:bodyPr>
          <a:lstStyle/>
          <a:p>
            <a:r>
              <a:rPr lang="en-IN" sz="3000" dirty="0"/>
              <a:t>Nomenclature</a:t>
            </a:r>
            <a:br>
              <a:rPr lang="en-IN" sz="2200" dirty="0"/>
            </a:br>
            <a:br>
              <a:rPr lang="en-IN" sz="2200" dirty="0"/>
            </a:br>
            <a:endParaRPr lang="en-IN" sz="2200" dirty="0"/>
          </a:p>
        </p:txBody>
      </p:sp>
      <p:pic>
        <p:nvPicPr>
          <p:cNvPr id="11" name="Content Placeholder 6">
            <a:extLst>
              <a:ext uri="{FF2B5EF4-FFF2-40B4-BE49-F238E27FC236}">
                <a16:creationId xmlns:a16="http://schemas.microsoft.com/office/drawing/2014/main" id="{EF29ED86-1196-B403-1644-49532EB8491B}"/>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058146" y="550218"/>
            <a:ext cx="5563376" cy="2648320"/>
          </a:xfrm>
          <a:prstGeom prst="rect">
            <a:avLst/>
          </a:prstGeom>
        </p:spPr>
      </p:pic>
      <p:pic>
        <p:nvPicPr>
          <p:cNvPr id="12" name="Content Placeholder 6">
            <a:extLst>
              <a:ext uri="{FF2B5EF4-FFF2-40B4-BE49-F238E27FC236}">
                <a16:creationId xmlns:a16="http://schemas.microsoft.com/office/drawing/2014/main" id="{C365B315-1C76-DC7D-6200-82C34D4F4F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8146" y="3377381"/>
            <a:ext cx="5249008" cy="1743318"/>
          </a:xfrm>
          <a:prstGeom prst="rect">
            <a:avLst/>
          </a:prstGeom>
        </p:spPr>
      </p:pic>
    </p:spTree>
    <p:extLst>
      <p:ext uri="{BB962C8B-B14F-4D97-AF65-F5344CB8AC3E}">
        <p14:creationId xmlns:p14="http://schemas.microsoft.com/office/powerpoint/2010/main" val="1520407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A4209A-BBA0-CFEA-FF46-5E360FF61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01F21-28DF-75A8-0DB3-FE7FBAC00861}"/>
              </a:ext>
            </a:extLst>
          </p:cNvPr>
          <p:cNvSpPr>
            <a:spLocks noGrp="1"/>
          </p:cNvSpPr>
          <p:nvPr>
            <p:ph type="title"/>
          </p:nvPr>
        </p:nvSpPr>
        <p:spPr>
          <a:xfrm>
            <a:off x="429768" y="243741"/>
            <a:ext cx="9541546" cy="932688"/>
          </a:xfrm>
        </p:spPr>
        <p:txBody>
          <a:bodyPr anchor="b">
            <a:normAutofit fontScale="90000"/>
          </a:bodyPr>
          <a:lstStyle/>
          <a:p>
            <a:r>
              <a:rPr lang="en-IN" b="1" kern="100" dirty="0">
                <a:latin typeface="Aptos" panose="020B0004020202020204" pitchFamily="34" charset="0"/>
                <a:ea typeface="Aptos" panose="020B0004020202020204" pitchFamily="34" charset="0"/>
                <a:cs typeface="Times New Roman" panose="02020603050405020304" pitchFamily="18" charset="0"/>
              </a:rPr>
              <a:t>Mathematical Formulation</a:t>
            </a:r>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p:sp>
        <p:nvSpPr>
          <p:cNvPr id="4" name="Content Placeholder 3">
            <a:extLst>
              <a:ext uri="{FF2B5EF4-FFF2-40B4-BE49-F238E27FC236}">
                <a16:creationId xmlns:a16="http://schemas.microsoft.com/office/drawing/2014/main" id="{962B9F6A-9FC6-F91F-E4F6-38CA9ACCF99E}"/>
              </a:ext>
            </a:extLst>
          </p:cNvPr>
          <p:cNvSpPr>
            <a:spLocks noGrp="1"/>
          </p:cNvSpPr>
          <p:nvPr>
            <p:ph sz="quarter" idx="14"/>
          </p:nvPr>
        </p:nvSpPr>
        <p:spPr>
          <a:xfrm>
            <a:off x="429767" y="1380744"/>
            <a:ext cx="10955987" cy="4983480"/>
          </a:xfrm>
        </p:spPr>
        <p:txBody>
          <a:bodyPr/>
          <a:lstStyle/>
          <a:p>
            <a:pPr>
              <a:lnSpc>
                <a:spcPct val="107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The proposed model is formulated as a Lexicographic Fuzzy Goal Programming (LFGP) problem. The primary objective is to maximize the fuzzy satisfaction levels in a strict priority hierarchy:</a:t>
            </a:r>
          </a:p>
          <a:p>
            <a:pPr>
              <a:buNone/>
            </a:pPr>
            <a:endParaRPr lang="en-IN" dirty="0"/>
          </a:p>
          <a:p>
            <a:pPr>
              <a:lnSpc>
                <a:spcPct val="107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Lexicographic Objective Function</a:t>
            </a:r>
          </a:p>
          <a:p>
            <a:pPr>
              <a:lnSpc>
                <a:spcPct val="107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Maximize</a:t>
            </a:r>
          </a:p>
          <a:p>
            <a:pPr>
              <a:buNone/>
            </a:pPr>
            <a:endParaRPr lang="en-IN" b="1" dirty="0"/>
          </a:p>
          <a:p>
            <a:pPr>
              <a:buNone/>
            </a:pPr>
            <a:r>
              <a:rPr lang="en-IN" b="1" dirty="0"/>
              <a:t>SYSTEM CONSTRAINTS</a:t>
            </a:r>
          </a:p>
          <a:p>
            <a:pPr>
              <a:lnSpc>
                <a:spcPct val="100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Batch Mass Balance Constraint </a:t>
            </a:r>
          </a:p>
          <a:p>
            <a:pPr>
              <a:lnSpc>
                <a:spcPct val="100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This constraint ensures that the ingredient mixture equals the required batch size for each broiler feeding stage.</a:t>
            </a:r>
          </a:p>
          <a:p>
            <a:pPr>
              <a:lnSpc>
                <a:spcPct val="100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endParaRPr lang="en-IN" dirty="0"/>
          </a:p>
        </p:txBody>
      </p:sp>
      <p:pic>
        <p:nvPicPr>
          <p:cNvPr id="7" name="Picture 6">
            <a:extLst>
              <a:ext uri="{FF2B5EF4-FFF2-40B4-BE49-F238E27FC236}">
                <a16:creationId xmlns:a16="http://schemas.microsoft.com/office/drawing/2014/main" id="{0DF5A319-093B-7614-E5EF-A235C7296A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4761" y="2173661"/>
            <a:ext cx="2162477" cy="504895"/>
          </a:xfrm>
          <a:prstGeom prst="rect">
            <a:avLst/>
          </a:prstGeom>
        </p:spPr>
      </p:pic>
      <p:pic>
        <p:nvPicPr>
          <p:cNvPr id="10" name="Picture 9">
            <a:extLst>
              <a:ext uri="{FF2B5EF4-FFF2-40B4-BE49-F238E27FC236}">
                <a16:creationId xmlns:a16="http://schemas.microsoft.com/office/drawing/2014/main" id="{03745C3F-5B63-2075-D2A7-55A7632969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3734" y="3620036"/>
            <a:ext cx="2724530" cy="504895"/>
          </a:xfrm>
          <a:prstGeom prst="rect">
            <a:avLst/>
          </a:prstGeom>
        </p:spPr>
      </p:pic>
      <p:sp>
        <p:nvSpPr>
          <p:cNvPr id="3" name="Title 1">
            <a:extLst>
              <a:ext uri="{FF2B5EF4-FFF2-40B4-BE49-F238E27FC236}">
                <a16:creationId xmlns:a16="http://schemas.microsoft.com/office/drawing/2014/main" id="{6478500F-0251-CA66-4B26-9B041DC5AF0F}"/>
              </a:ext>
            </a:extLst>
          </p:cNvPr>
          <p:cNvSpPr txBox="1">
            <a:spLocks/>
          </p:cNvSpPr>
          <p:nvPr/>
        </p:nvSpPr>
        <p:spPr>
          <a:xfrm>
            <a:off x="429767" y="3985160"/>
            <a:ext cx="9541546" cy="932688"/>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a:lstStyle>
          <a:p>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p:pic>
        <p:nvPicPr>
          <p:cNvPr id="6" name="Picture 5">
            <a:extLst>
              <a:ext uri="{FF2B5EF4-FFF2-40B4-BE49-F238E27FC236}">
                <a16:creationId xmlns:a16="http://schemas.microsoft.com/office/drawing/2014/main" id="{51DBD51C-15AE-7014-7C43-44CD9AB919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0540" y="5777854"/>
            <a:ext cx="2276793" cy="790685"/>
          </a:xfrm>
          <a:prstGeom prst="rect">
            <a:avLst/>
          </a:prstGeom>
        </p:spPr>
      </p:pic>
    </p:spTree>
    <p:extLst>
      <p:ext uri="{BB962C8B-B14F-4D97-AF65-F5344CB8AC3E}">
        <p14:creationId xmlns:p14="http://schemas.microsoft.com/office/powerpoint/2010/main" val="759597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DB0D27-D1FF-6E0C-B7AF-53A7B313E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222CC-584E-D1D3-9645-9BAF0BDB4133}"/>
              </a:ext>
            </a:extLst>
          </p:cNvPr>
          <p:cNvSpPr>
            <a:spLocks noGrp="1"/>
          </p:cNvSpPr>
          <p:nvPr>
            <p:ph type="title"/>
          </p:nvPr>
        </p:nvSpPr>
        <p:spPr>
          <a:xfrm>
            <a:off x="344129" y="600772"/>
            <a:ext cx="9627184" cy="1287021"/>
          </a:xfrm>
        </p:spPr>
        <p:txBody>
          <a:bodyPr anchor="b">
            <a:normAutofit fontScale="90000"/>
          </a:bodyPr>
          <a:lstStyle/>
          <a:p>
            <a:br>
              <a:rPr lang="en-IN" b="1" dirty="0"/>
            </a:br>
            <a:br>
              <a:rPr lang="en-IN" b="1" dirty="0"/>
            </a:br>
            <a:br>
              <a:rPr lang="en-IN" b="1" dirty="0"/>
            </a:br>
            <a:br>
              <a:rPr lang="en-IN" b="1" dirty="0"/>
            </a:br>
            <a:br>
              <a:rPr lang="en-IN" b="1" dirty="0"/>
            </a:br>
            <a:br>
              <a:rPr lang="en-IN" b="1" dirty="0"/>
            </a:br>
            <a:br>
              <a:rPr lang="en-IN" b="1" dirty="0"/>
            </a:br>
            <a:br>
              <a:rPr lang="en-IN" b="1" dirty="0"/>
            </a:br>
            <a:br>
              <a:rPr lang="en-IN" b="1" dirty="0"/>
            </a:br>
            <a:br>
              <a:rPr lang="en-IN" b="1" dirty="0"/>
            </a:br>
            <a:br>
              <a:rPr lang="en-IN" b="1" dirty="0"/>
            </a:br>
            <a:r>
              <a:rPr lang="en-IN" sz="2700" b="1" dirty="0"/>
              <a:t>Variable Bounds</a:t>
            </a:r>
            <a:br>
              <a:rPr lang="en-IN" dirty="0"/>
            </a:br>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p:sp>
        <p:nvSpPr>
          <p:cNvPr id="18" name="TextBox 17">
            <a:extLst>
              <a:ext uri="{FF2B5EF4-FFF2-40B4-BE49-F238E27FC236}">
                <a16:creationId xmlns:a16="http://schemas.microsoft.com/office/drawing/2014/main" id="{068C1A32-C203-9716-48DC-8F458EE3B4FC}"/>
              </a:ext>
            </a:extLst>
          </p:cNvPr>
          <p:cNvSpPr txBox="1"/>
          <p:nvPr/>
        </p:nvSpPr>
        <p:spPr>
          <a:xfrm>
            <a:off x="698418" y="1244282"/>
            <a:ext cx="10795163" cy="5433410"/>
          </a:xfrm>
          <a:prstGeom prst="rect">
            <a:avLst/>
          </a:prstGeom>
          <a:noFill/>
        </p:spPr>
        <p:txBody>
          <a:bodyPr wrap="square">
            <a:spAutoFit/>
          </a:bodyPr>
          <a:lstStyle/>
          <a:p>
            <a:pPr>
              <a:lnSpc>
                <a:spcPct val="107000"/>
              </a:lnSpc>
              <a:spcAft>
                <a:spcPts val="800"/>
              </a:spcAft>
            </a:pPr>
            <a:r>
              <a:rPr lang="en-IN" sz="1600" b="1" dirty="0"/>
              <a:t>Ingredient Variable Bounds</a:t>
            </a:r>
          </a:p>
          <a:p>
            <a:pPr>
              <a:lnSpc>
                <a:spcPct val="107000"/>
              </a:lnSpc>
              <a:spcAft>
                <a:spcPts val="800"/>
              </a:spcAft>
            </a:pPr>
            <a:endParaRPr lang="en-IN" sz="1600" b="1" dirty="0"/>
          </a:p>
          <a:p>
            <a:pPr>
              <a:lnSpc>
                <a:spcPct val="107000"/>
              </a:lnSpc>
              <a:spcAft>
                <a:spcPts val="800"/>
              </a:spcAft>
            </a:pPr>
            <a:endParaRPr lang="en-IN" sz="1600" b="1" dirty="0"/>
          </a:p>
          <a:p>
            <a:pPr>
              <a:lnSpc>
                <a:spcPct val="107000"/>
              </a:lnSpc>
              <a:spcAft>
                <a:spcPts val="800"/>
              </a:spcAft>
            </a:pPr>
            <a:endParaRPr lang="en-IN" sz="1600" dirty="0"/>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Temperature Bounds</a:t>
            </a:r>
          </a:p>
          <a:p>
            <a:pPr>
              <a:lnSpc>
                <a:spcPct val="107000"/>
              </a:lnSpc>
              <a:spcAft>
                <a:spcPts val="800"/>
              </a:spcAft>
              <a:buNone/>
            </a:pPr>
            <a:endParaRPr lang="en-IN" b="1"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IN"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Moisture Addition Bounds</a:t>
            </a:r>
          </a:p>
          <a:p>
            <a:pPr>
              <a:lnSpc>
                <a:spcPct val="107000"/>
              </a:lnSpc>
              <a:spcAft>
                <a:spcPts val="800"/>
              </a:spcAft>
              <a:buNone/>
            </a:pPr>
            <a:endParaRPr lang="en-IN" b="1"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IN"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Particle Size Bounds</a:t>
            </a:r>
          </a:p>
          <a:p>
            <a:pPr>
              <a:lnSpc>
                <a:spcPct val="107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Picture 21">
            <a:extLst>
              <a:ext uri="{FF2B5EF4-FFF2-40B4-BE49-F238E27FC236}">
                <a16:creationId xmlns:a16="http://schemas.microsoft.com/office/drawing/2014/main" id="{02C1B0A9-F4CD-C3EF-8476-4B349BBCE9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6701" y="1706792"/>
            <a:ext cx="2467319" cy="362001"/>
          </a:xfrm>
          <a:prstGeom prst="rect">
            <a:avLst/>
          </a:prstGeom>
        </p:spPr>
      </p:pic>
      <p:pic>
        <p:nvPicPr>
          <p:cNvPr id="24" name="Picture 23">
            <a:extLst>
              <a:ext uri="{FF2B5EF4-FFF2-40B4-BE49-F238E27FC236}">
                <a16:creationId xmlns:a16="http://schemas.microsoft.com/office/drawing/2014/main" id="{439EAB55-DF0B-1CB4-8C93-CAF1F1F689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1653" y="3371505"/>
            <a:ext cx="2076740" cy="381053"/>
          </a:xfrm>
          <a:prstGeom prst="rect">
            <a:avLst/>
          </a:prstGeom>
        </p:spPr>
      </p:pic>
      <p:pic>
        <p:nvPicPr>
          <p:cNvPr id="26" name="Picture 25">
            <a:extLst>
              <a:ext uri="{FF2B5EF4-FFF2-40B4-BE49-F238E27FC236}">
                <a16:creationId xmlns:a16="http://schemas.microsoft.com/office/drawing/2014/main" id="{9D80BC63-B212-5DFF-228A-36174B536E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01990" y="4928421"/>
            <a:ext cx="2124371" cy="285790"/>
          </a:xfrm>
          <a:prstGeom prst="rect">
            <a:avLst/>
          </a:prstGeom>
        </p:spPr>
      </p:pic>
      <p:pic>
        <p:nvPicPr>
          <p:cNvPr id="28" name="Picture 27">
            <a:extLst>
              <a:ext uri="{FF2B5EF4-FFF2-40B4-BE49-F238E27FC236}">
                <a16:creationId xmlns:a16="http://schemas.microsoft.com/office/drawing/2014/main" id="{6AFB01FF-1660-210F-A878-BA4F045B88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21653" y="6390074"/>
            <a:ext cx="2133898" cy="419158"/>
          </a:xfrm>
          <a:prstGeom prst="rect">
            <a:avLst/>
          </a:prstGeom>
        </p:spPr>
      </p:pic>
    </p:spTree>
    <p:extLst>
      <p:ext uri="{BB962C8B-B14F-4D97-AF65-F5344CB8AC3E}">
        <p14:creationId xmlns:p14="http://schemas.microsoft.com/office/powerpoint/2010/main" val="2517830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FB2C31-77E5-3CBB-884C-06C99A499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538C4-B9FD-80D4-EDFA-C678CAC56DD6}"/>
              </a:ext>
            </a:extLst>
          </p:cNvPr>
          <p:cNvSpPr>
            <a:spLocks noGrp="1"/>
          </p:cNvSpPr>
          <p:nvPr>
            <p:ph type="title"/>
          </p:nvPr>
        </p:nvSpPr>
        <p:spPr>
          <a:xfrm>
            <a:off x="429768" y="243741"/>
            <a:ext cx="9541546" cy="932688"/>
          </a:xfrm>
        </p:spPr>
        <p:txBody>
          <a:bodyPr anchor="b">
            <a:normAutofit fontScale="90000"/>
          </a:bodyPr>
          <a:lstStyle/>
          <a:p>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p:sp>
        <p:nvSpPr>
          <p:cNvPr id="4" name="Content Placeholder 3">
            <a:extLst>
              <a:ext uri="{FF2B5EF4-FFF2-40B4-BE49-F238E27FC236}">
                <a16:creationId xmlns:a16="http://schemas.microsoft.com/office/drawing/2014/main" id="{E4F19217-1F33-BE18-24B3-C3D3B28A972A}"/>
              </a:ext>
            </a:extLst>
          </p:cNvPr>
          <p:cNvSpPr>
            <a:spLocks noGrp="1"/>
          </p:cNvSpPr>
          <p:nvPr>
            <p:ph sz="quarter" idx="14"/>
          </p:nvPr>
        </p:nvSpPr>
        <p:spPr>
          <a:xfrm>
            <a:off x="429767" y="1380744"/>
            <a:ext cx="10955987" cy="4983480"/>
          </a:xfrm>
        </p:spPr>
        <p:txBody>
          <a:bodyPr/>
          <a:lstStyle/>
          <a:p>
            <a:pPr>
              <a:lnSpc>
                <a:spcPct val="107000"/>
              </a:lnSpc>
              <a:spcAft>
                <a:spcPts val="800"/>
              </a:spcAft>
              <a:buNone/>
            </a:pPr>
            <a:r>
              <a:rPr lang="en-IN" b="1" kern="100" dirty="0">
                <a:latin typeface="Aptos" panose="020B0004020202020204" pitchFamily="34" charset="0"/>
                <a:ea typeface="Aptos" panose="020B0004020202020204" pitchFamily="34" charset="0"/>
                <a:cs typeface="Times New Roman" panose="02020603050405020304" pitchFamily="18" charset="0"/>
              </a:rPr>
              <a:t>Production Rate Bounds</a:t>
            </a:r>
          </a:p>
          <a:p>
            <a:pPr>
              <a:lnSpc>
                <a:spcPct val="107000"/>
              </a:lnSpc>
              <a:spcAft>
                <a:spcPts val="800"/>
              </a:spcAft>
              <a:buNone/>
            </a:pPr>
            <a:endParaRPr lang="en-IN" b="1"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IN"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b="1" kern="100" dirty="0">
                <a:latin typeface="Aptos" panose="020B0004020202020204" pitchFamily="34" charset="0"/>
                <a:ea typeface="Aptos" panose="020B0004020202020204" pitchFamily="34" charset="0"/>
                <a:cs typeface="Times New Roman" panose="02020603050405020304" pitchFamily="18" charset="0"/>
              </a:rPr>
              <a:t>Packaging Weight Bounds</a:t>
            </a:r>
          </a:p>
          <a:p>
            <a:pPr>
              <a:lnSpc>
                <a:spcPct val="107000"/>
              </a:lnSpc>
              <a:spcAft>
                <a:spcPts val="800"/>
              </a:spcAft>
              <a:buNone/>
            </a:pPr>
            <a:endParaRPr lang="en-IN" b="1"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IN"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b="1" kern="100" dirty="0">
                <a:latin typeface="Aptos" panose="020B0004020202020204" pitchFamily="34" charset="0"/>
                <a:ea typeface="Aptos" panose="020B0004020202020204" pitchFamily="34" charset="0"/>
                <a:cs typeface="Times New Roman" panose="02020603050405020304" pitchFamily="18" charset="0"/>
              </a:rPr>
              <a:t>Fuzzy Satisfaction Bounds</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a:buNone/>
            </a:pPr>
            <a:endParaRPr lang="en-IN" dirty="0"/>
          </a:p>
        </p:txBody>
      </p:sp>
      <p:sp>
        <p:nvSpPr>
          <p:cNvPr id="5" name="TextBox 4">
            <a:extLst>
              <a:ext uri="{FF2B5EF4-FFF2-40B4-BE49-F238E27FC236}">
                <a16:creationId xmlns:a16="http://schemas.microsoft.com/office/drawing/2014/main" id="{660F9E0C-C842-54CC-9100-28454D7C1454}"/>
              </a:ext>
            </a:extLst>
          </p:cNvPr>
          <p:cNvSpPr txBox="1"/>
          <p:nvPr/>
        </p:nvSpPr>
        <p:spPr>
          <a:xfrm>
            <a:off x="429767" y="601915"/>
            <a:ext cx="6096000" cy="461665"/>
          </a:xfrm>
          <a:prstGeom prst="rect">
            <a:avLst/>
          </a:prstGeom>
          <a:noFill/>
        </p:spPr>
        <p:txBody>
          <a:bodyPr wrap="square">
            <a:spAutoFit/>
          </a:bodyPr>
          <a:lstStyle/>
          <a:p>
            <a:r>
              <a:rPr kumimoji="0" lang="en-IN" sz="2400" b="1" i="0" u="none" strike="noStrike" kern="1200" cap="all" spc="0" normalizeH="0" baseline="0" noProof="0" dirty="0">
                <a:ln>
                  <a:noFill/>
                </a:ln>
                <a:solidFill>
                  <a:srgbClr val="131313"/>
                </a:solidFill>
                <a:effectLst/>
                <a:uLnTx/>
                <a:uFillTx/>
                <a:latin typeface="Neue Haas Grotesk Text Pro"/>
                <a:ea typeface="+mj-ea"/>
                <a:cs typeface="+mj-cs"/>
              </a:rPr>
              <a:t>Variable Bounds</a:t>
            </a:r>
            <a:endParaRPr lang="en-IN" dirty="0"/>
          </a:p>
        </p:txBody>
      </p:sp>
      <p:pic>
        <p:nvPicPr>
          <p:cNvPr id="8" name="Picture 7">
            <a:extLst>
              <a:ext uri="{FF2B5EF4-FFF2-40B4-BE49-F238E27FC236}">
                <a16:creationId xmlns:a16="http://schemas.microsoft.com/office/drawing/2014/main" id="{453FD52B-9C0F-9D52-9D19-63FA7D933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3366" y="2186115"/>
            <a:ext cx="2238687" cy="362001"/>
          </a:xfrm>
          <a:prstGeom prst="rect">
            <a:avLst/>
          </a:prstGeom>
        </p:spPr>
      </p:pic>
      <p:pic>
        <p:nvPicPr>
          <p:cNvPr id="11" name="Picture 10">
            <a:extLst>
              <a:ext uri="{FF2B5EF4-FFF2-40B4-BE49-F238E27FC236}">
                <a16:creationId xmlns:a16="http://schemas.microsoft.com/office/drawing/2014/main" id="{4CCC904E-ACDC-5F87-E40E-284433B22F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3366" y="3573383"/>
            <a:ext cx="2534004" cy="419158"/>
          </a:xfrm>
          <a:prstGeom prst="rect">
            <a:avLst/>
          </a:prstGeom>
        </p:spPr>
      </p:pic>
      <p:pic>
        <p:nvPicPr>
          <p:cNvPr id="13" name="Picture 12">
            <a:extLst>
              <a:ext uri="{FF2B5EF4-FFF2-40B4-BE49-F238E27FC236}">
                <a16:creationId xmlns:a16="http://schemas.microsoft.com/office/drawing/2014/main" id="{FC268993-5A56-E4E9-17C9-2DEC6A6379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7288" y="5272440"/>
            <a:ext cx="1686160" cy="409632"/>
          </a:xfrm>
          <a:prstGeom prst="rect">
            <a:avLst/>
          </a:prstGeom>
        </p:spPr>
      </p:pic>
    </p:spTree>
    <p:extLst>
      <p:ext uri="{BB962C8B-B14F-4D97-AF65-F5344CB8AC3E}">
        <p14:creationId xmlns:p14="http://schemas.microsoft.com/office/powerpoint/2010/main" val="22421115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BB390B-9E83-E073-D6D0-824AA1FBA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7AE35-7E2D-B634-F8F9-DABED7FB8D73}"/>
              </a:ext>
            </a:extLst>
          </p:cNvPr>
          <p:cNvSpPr>
            <a:spLocks noGrp="1"/>
          </p:cNvSpPr>
          <p:nvPr>
            <p:ph type="title"/>
          </p:nvPr>
        </p:nvSpPr>
        <p:spPr>
          <a:xfrm>
            <a:off x="558309" y="914400"/>
            <a:ext cx="9541546" cy="932688"/>
          </a:xfrm>
        </p:spPr>
        <p:txBody>
          <a:bodyPr anchor="b">
            <a:noAutofit/>
          </a:bodyPr>
          <a:lstStyle/>
          <a:p>
            <a:r>
              <a:rPr lang="en-IN" sz="2400" b="1" dirty="0"/>
              <a:t>Priority Level 1: Nutritional Adequacy and Safety</a:t>
            </a:r>
            <a:br>
              <a:rPr lang="en-IN" dirty="0"/>
            </a:br>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2800" dirty="0"/>
          </a:p>
        </p:txBody>
      </p:sp>
      <p:sp>
        <p:nvSpPr>
          <p:cNvPr id="4" name="Content Placeholder 3">
            <a:extLst>
              <a:ext uri="{FF2B5EF4-FFF2-40B4-BE49-F238E27FC236}">
                <a16:creationId xmlns:a16="http://schemas.microsoft.com/office/drawing/2014/main" id="{31CA68B7-4E9D-5E0B-9241-6B5F1A130499}"/>
              </a:ext>
            </a:extLst>
          </p:cNvPr>
          <p:cNvSpPr>
            <a:spLocks noGrp="1"/>
          </p:cNvSpPr>
          <p:nvPr>
            <p:ph sz="quarter" idx="14"/>
          </p:nvPr>
        </p:nvSpPr>
        <p:spPr>
          <a:xfrm>
            <a:off x="429767" y="1380744"/>
            <a:ext cx="10955987" cy="4983480"/>
          </a:xfrm>
        </p:spPr>
        <p:txBody>
          <a:bodyPr/>
          <a:lstStyle/>
          <a:p>
            <a:pPr marL="0" indent="0">
              <a:buNone/>
            </a:pPr>
            <a:r>
              <a:rPr lang="en-IN" b="1" dirty="0"/>
              <a:t>Minimum Nutrient Requirement</a:t>
            </a:r>
          </a:p>
          <a:p>
            <a:pPr marL="0" indent="0">
              <a:buNone/>
            </a:pPr>
            <a:endParaRPr lang="en-IN" dirty="0"/>
          </a:p>
          <a:p>
            <a:pPr>
              <a:buNone/>
            </a:pPr>
            <a:endParaRPr lang="en-IN" dirty="0"/>
          </a:p>
          <a:p>
            <a:pPr>
              <a:buNone/>
            </a:pPr>
            <a:r>
              <a:rPr lang="en-IN" b="1" dirty="0"/>
              <a:t>Maximum Nutrient Limit</a:t>
            </a:r>
            <a:endParaRPr lang="en-IN" dirty="0"/>
          </a:p>
          <a:p>
            <a:pPr>
              <a:buNone/>
            </a:pPr>
            <a:endParaRPr lang="en-IN" dirty="0"/>
          </a:p>
        </p:txBody>
      </p:sp>
      <p:pic>
        <p:nvPicPr>
          <p:cNvPr id="5" name="Picture 4">
            <a:extLst>
              <a:ext uri="{FF2B5EF4-FFF2-40B4-BE49-F238E27FC236}">
                <a16:creationId xmlns:a16="http://schemas.microsoft.com/office/drawing/2014/main" id="{723EB88F-5FEF-B967-0914-9DC43815F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0134" y="1739644"/>
            <a:ext cx="2857899" cy="724001"/>
          </a:xfrm>
          <a:prstGeom prst="rect">
            <a:avLst/>
          </a:prstGeom>
        </p:spPr>
      </p:pic>
      <p:pic>
        <p:nvPicPr>
          <p:cNvPr id="8" name="Picture 7">
            <a:extLst>
              <a:ext uri="{FF2B5EF4-FFF2-40B4-BE49-F238E27FC236}">
                <a16:creationId xmlns:a16="http://schemas.microsoft.com/office/drawing/2014/main" id="{9FCDF2E0-0794-BDB1-C816-FD81B2D918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0607" y="3327933"/>
            <a:ext cx="2876951" cy="724001"/>
          </a:xfrm>
          <a:prstGeom prst="rect">
            <a:avLst/>
          </a:prstGeom>
        </p:spPr>
      </p:pic>
      <p:sp>
        <p:nvSpPr>
          <p:cNvPr id="11" name="TextBox 10">
            <a:extLst>
              <a:ext uri="{FF2B5EF4-FFF2-40B4-BE49-F238E27FC236}">
                <a16:creationId xmlns:a16="http://schemas.microsoft.com/office/drawing/2014/main" id="{C4F8AD63-19CE-4630-653B-5B007EE2EB36}"/>
              </a:ext>
            </a:extLst>
          </p:cNvPr>
          <p:cNvSpPr txBox="1"/>
          <p:nvPr/>
        </p:nvSpPr>
        <p:spPr>
          <a:xfrm>
            <a:off x="429767" y="4431880"/>
            <a:ext cx="6096000" cy="378565"/>
          </a:xfrm>
          <a:prstGeom prst="rect">
            <a:avLst/>
          </a:prstGeom>
          <a:noFill/>
        </p:spPr>
        <p:txBody>
          <a:bodyPr wrap="square">
            <a:spAutoFit/>
          </a:bodyPr>
          <a:lstStyle/>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Fuzzy Satisfaction Membership for Nutrition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3ACB0D6E-BDD0-6C99-4B4E-652304B5C8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0607" y="4810445"/>
            <a:ext cx="3534268" cy="1066949"/>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8675E95-2F3D-57AC-9DDE-7EC1CA17E4B0}"/>
                  </a:ext>
                </a:extLst>
              </p:cNvPr>
              <p:cNvSpPr txBox="1"/>
              <p:nvPr/>
            </p:nvSpPr>
            <p:spPr>
              <a:xfrm>
                <a:off x="429766" y="5958062"/>
                <a:ext cx="10847833" cy="377155"/>
              </a:xfrm>
              <a:prstGeom prst="rect">
                <a:avLst/>
              </a:prstGeom>
              <a:noFill/>
            </p:spPr>
            <p:txBody>
              <a:bodyPr wrap="square">
                <a:spAutoFit/>
              </a:bodyPr>
              <a:lstStyle/>
              <a:p>
                <a:pPr>
                  <a:lnSpc>
                    <a:spcPct val="107000"/>
                  </a:lnSpc>
                  <a:spcAft>
                    <a:spcPts val="800"/>
                  </a:spcAft>
                  <a:buNone/>
                </a:pPr>
                <a:r>
                  <a:rPr lang="en-IN" b="1" kern="100" dirty="0">
                    <a:effectLst/>
                    <a:latin typeface="Aptos" panose="020B0004020202020204" pitchFamily="34" charset="0"/>
                    <a:ea typeface="Aptos" panose="020B0004020202020204" pitchFamily="34" charset="0"/>
                    <a:cs typeface="Times New Roman" panose="02020603050405020304" pitchFamily="18" charset="0"/>
                  </a:rPr>
                  <a:t>The overall nutrition satisfaction </a:t>
                </a:r>
                <a14:m>
                  <m:oMath xmlns:m="http://schemas.openxmlformats.org/officeDocument/2006/math">
                    <m:sSub>
                      <m:sSubPr>
                        <m:ctrlPr>
                          <a:rPr lang="en-IN" b="1"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IN" b="1" i="1" kern="100">
                            <a:effectLst/>
                            <a:latin typeface="Cambria Math" panose="02040503050406030204" pitchFamily="18" charset="0"/>
                            <a:ea typeface="Aptos" panose="020B0004020202020204" pitchFamily="34" charset="0"/>
                            <a:cs typeface="Times New Roman" panose="02020603050405020304" pitchFamily="18" charset="0"/>
                          </a:rPr>
                          <m:t>𝝀</m:t>
                        </m:r>
                      </m:e>
                      <m:sub>
                        <m:r>
                          <a:rPr lang="en-IN" b="1" i="1" kern="100">
                            <a:effectLst/>
                            <a:latin typeface="Cambria Math" panose="02040503050406030204" pitchFamily="18" charset="0"/>
                            <a:ea typeface="Aptos" panose="020B0004020202020204" pitchFamily="34" charset="0"/>
                            <a:cs typeface="Times New Roman" panose="02020603050405020304" pitchFamily="18" charset="0"/>
                          </a:rPr>
                          <m:t>𝟏</m:t>
                        </m:r>
                      </m:sub>
                    </m:sSub>
                  </m:oMath>
                </a14:m>
                <a:r>
                  <a:rPr lang="en-IN" b="1" kern="100" dirty="0">
                    <a:effectLst/>
                    <a:latin typeface="Aptos" panose="020B0004020202020204" pitchFamily="34" charset="0"/>
                    <a:ea typeface="Aptos" panose="020B0004020202020204" pitchFamily="34" charset="0"/>
                    <a:cs typeface="Times New Roman" panose="02020603050405020304" pitchFamily="18" charset="0"/>
                  </a:rPr>
                  <a:t>is the minimum across all nutrients and stages.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C8675E95-2F3D-57AC-9DDE-7EC1CA17E4B0}"/>
                  </a:ext>
                </a:extLst>
              </p:cNvPr>
              <p:cNvSpPr txBox="1">
                <a:spLocks noRot="1" noChangeAspect="1" noMove="1" noResize="1" noEditPoints="1" noAdjustHandles="1" noChangeArrowheads="1" noChangeShapeType="1" noTextEdit="1"/>
              </p:cNvSpPr>
              <p:nvPr/>
            </p:nvSpPr>
            <p:spPr>
              <a:xfrm>
                <a:off x="429766" y="5958062"/>
                <a:ext cx="10847833" cy="377155"/>
              </a:xfrm>
              <a:prstGeom prst="rect">
                <a:avLst/>
              </a:prstGeom>
              <a:blipFill>
                <a:blip r:embed="rId5"/>
                <a:stretch>
                  <a:fillRect l="-449" t="-4839" b="-25806"/>
                </a:stretch>
              </a:blipFill>
            </p:spPr>
            <p:txBody>
              <a:bodyPr/>
              <a:lstStyle/>
              <a:p>
                <a:r>
                  <a:rPr lang="en-IN">
                    <a:noFill/>
                  </a:rPr>
                  <a:t> </a:t>
                </a:r>
              </a:p>
            </p:txBody>
          </p:sp>
        </mc:Fallback>
      </mc:AlternateContent>
    </p:spTree>
    <p:extLst>
      <p:ext uri="{BB962C8B-B14F-4D97-AF65-F5344CB8AC3E}">
        <p14:creationId xmlns:p14="http://schemas.microsoft.com/office/powerpoint/2010/main" val="43551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76768D-C005-C073-B6DE-B94EF298E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32C1D-D221-D3A4-866C-CCA05BF33FA1}"/>
              </a:ext>
            </a:extLst>
          </p:cNvPr>
          <p:cNvSpPr>
            <a:spLocks noGrp="1"/>
          </p:cNvSpPr>
          <p:nvPr>
            <p:ph type="title"/>
          </p:nvPr>
        </p:nvSpPr>
        <p:spPr>
          <a:xfrm>
            <a:off x="429768" y="243741"/>
            <a:ext cx="9541546" cy="932688"/>
          </a:xfrm>
        </p:spPr>
        <p:txBody>
          <a:bodyPr anchor="b">
            <a:normAutofit fontScale="90000"/>
          </a:bodyPr>
          <a:lstStyle/>
          <a:p>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9F676C9-7281-19A7-8779-5D33C2FAC96B}"/>
                  </a:ext>
                </a:extLst>
              </p:cNvPr>
              <p:cNvSpPr>
                <a:spLocks noGrp="1"/>
              </p:cNvSpPr>
              <p:nvPr>
                <p:ph sz="quarter" idx="14"/>
              </p:nvPr>
            </p:nvSpPr>
            <p:spPr>
              <a:xfrm>
                <a:off x="429767" y="1380744"/>
                <a:ext cx="10955987" cy="4983480"/>
              </a:xfrm>
            </p:spPr>
            <p:txBody>
              <a:bodyPr/>
              <a:lstStyle/>
              <a:p>
                <a:pPr>
                  <a:buNone/>
                </a:pPr>
                <a:r>
                  <a:rPr lang="en-IN" b="1" dirty="0"/>
                  <a:t>Pellet Durability Regression Model</a:t>
                </a:r>
                <a:endParaRPr lang="en-IN" dirty="0"/>
              </a:p>
              <a:p>
                <a:pPr>
                  <a:buNone/>
                </a:pPr>
                <a:endParaRPr lang="en-IN" b="1" kern="100" dirty="0">
                  <a:latin typeface="Aptos" panose="020B0004020202020204" pitchFamily="34" charset="0"/>
                  <a:ea typeface="Aptos" panose="020B0004020202020204" pitchFamily="34" charset="0"/>
                  <a:cs typeface="Times New Roman" panose="02020603050405020304" pitchFamily="18" charset="0"/>
                </a:endParaRPr>
              </a:p>
              <a:p>
                <a:pPr>
                  <a:buNone/>
                </a:pPr>
                <a:endParaRPr lang="en-IN" b="1" kern="100" dirty="0">
                  <a:latin typeface="Aptos" panose="020B0004020202020204" pitchFamily="34" charset="0"/>
                  <a:ea typeface="Aptos" panose="020B0004020202020204" pitchFamily="34" charset="0"/>
                  <a:cs typeface="Times New Roman" panose="02020603050405020304" pitchFamily="18" charset="0"/>
                </a:endParaRPr>
              </a:p>
              <a:p>
                <a:pPr>
                  <a:buNone/>
                </a:pPr>
                <a:r>
                  <a:rPr lang="en-IN" b="1" kern="100" dirty="0">
                    <a:latin typeface="+mj-lt"/>
                    <a:ea typeface="Aptos" panose="020B0004020202020204" pitchFamily="34" charset="0"/>
                    <a:cs typeface="Times New Roman" panose="02020603050405020304" pitchFamily="18" charset="0"/>
                  </a:rPr>
                  <a:t>Minimum Quality Constraint</a:t>
                </a:r>
                <a:endParaRPr lang="en-IN" kern="100" dirty="0">
                  <a:latin typeface="+mj-lt"/>
                  <a:ea typeface="Aptos" panose="020B0004020202020204" pitchFamily="34" charset="0"/>
                  <a:cs typeface="Times New Roman" panose="02020603050405020304" pitchFamily="18" charset="0"/>
                </a:endParaRPr>
              </a:p>
              <a:p>
                <a:pPr>
                  <a:buNone/>
                </a:pPr>
                <a:endParaRPr lang="en-IN" b="1" dirty="0"/>
              </a:p>
              <a:p>
                <a:pPr>
                  <a:buNone/>
                </a:pPr>
                <a:r>
                  <a:rPr lang="en-IN" b="1" dirty="0"/>
                  <a:t>Fuzzy Satisfaction Membership for Pellet Quality</a:t>
                </a:r>
                <a:endParaRPr lang="en-IN" dirty="0"/>
              </a:p>
              <a:p>
                <a:pPr>
                  <a:buNone/>
                </a:pPr>
                <a:endParaRPr lang="en-IN" b="1" dirty="0"/>
              </a:p>
              <a:p>
                <a:pPr>
                  <a:buNone/>
                </a:pPr>
                <a:endParaRPr lang="en-IN" b="1" dirty="0"/>
              </a:p>
              <a:p>
                <a:pPr>
                  <a:buNone/>
                </a:pPr>
                <a:endParaRPr lang="en-IN" b="1" dirty="0"/>
              </a:p>
              <a:p>
                <a:pPr>
                  <a:buNone/>
                </a:pPr>
                <a:r>
                  <a:rPr lang="en-IN" b="1" dirty="0"/>
                  <a:t>The overall quality satisfaction </a:t>
                </a:r>
                <a14:m>
                  <m:oMath xmlns:m="http://schemas.openxmlformats.org/officeDocument/2006/math">
                    <m:sSub>
                      <m:sSubPr>
                        <m:ctrlPr>
                          <a:rPr lang="en-IN" b="1" i="1">
                            <a:latin typeface="Cambria Math" panose="02040503050406030204" pitchFamily="18" charset="0"/>
                          </a:rPr>
                        </m:ctrlPr>
                      </m:sSubPr>
                      <m:e>
                        <m:r>
                          <a:rPr lang="en-IN" b="1" i="1">
                            <a:latin typeface="Cambria Math" panose="02040503050406030204" pitchFamily="18" charset="0"/>
                          </a:rPr>
                          <m:t>𝝀</m:t>
                        </m:r>
                      </m:e>
                      <m:sub>
                        <m:r>
                          <a:rPr lang="en-IN" b="1" i="1">
                            <a:latin typeface="Cambria Math" panose="02040503050406030204" pitchFamily="18" charset="0"/>
                          </a:rPr>
                          <m:t>𝟐</m:t>
                        </m:r>
                      </m:sub>
                    </m:sSub>
                  </m:oMath>
                </a14:m>
                <a:r>
                  <a:rPr lang="en-IN" b="1" dirty="0"/>
                  <a:t>is the minimum across all stages.</a:t>
                </a:r>
                <a:endParaRPr lang="en-IN" dirty="0"/>
              </a:p>
              <a:p>
                <a:pPr>
                  <a:buNone/>
                </a:pPr>
                <a:endParaRPr lang="en-IN" dirty="0"/>
              </a:p>
            </p:txBody>
          </p:sp>
        </mc:Choice>
        <mc:Fallback xmlns="">
          <p:sp>
            <p:nvSpPr>
              <p:cNvPr id="4" name="Content Placeholder 3">
                <a:extLst>
                  <a:ext uri="{FF2B5EF4-FFF2-40B4-BE49-F238E27FC236}">
                    <a16:creationId xmlns:a16="http://schemas.microsoft.com/office/drawing/2014/main" id="{A9F676C9-7281-19A7-8779-5D33C2FAC96B}"/>
                  </a:ext>
                </a:extLst>
              </p:cNvPr>
              <p:cNvSpPr>
                <a:spLocks noGrp="1" noRot="1" noChangeAspect="1" noMove="1" noResize="1" noEditPoints="1" noAdjustHandles="1" noChangeArrowheads="1" noChangeShapeType="1" noTextEdit="1"/>
              </p:cNvSpPr>
              <p:nvPr>
                <p:ph sz="quarter" idx="14"/>
              </p:nvPr>
            </p:nvSpPr>
            <p:spPr>
              <a:xfrm>
                <a:off x="429767" y="1380744"/>
                <a:ext cx="10955987" cy="4983480"/>
              </a:xfrm>
              <a:blipFill>
                <a:blip r:embed="rId2"/>
                <a:stretch>
                  <a:fillRect l="-445"/>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691B02B2-6BF7-E8B5-A5F0-C770ABAAD92C}"/>
              </a:ext>
            </a:extLst>
          </p:cNvPr>
          <p:cNvSpPr txBox="1"/>
          <p:nvPr/>
        </p:nvSpPr>
        <p:spPr>
          <a:xfrm>
            <a:off x="429767" y="724589"/>
            <a:ext cx="10316891" cy="461665"/>
          </a:xfrm>
          <a:prstGeom prst="rect">
            <a:avLst/>
          </a:prstGeom>
          <a:noFill/>
        </p:spPr>
        <p:txBody>
          <a:bodyPr wrap="square">
            <a:spAutoFit/>
          </a:bodyPr>
          <a:lstStyle/>
          <a:p>
            <a:r>
              <a:rPr lang="en-IN" sz="2400" b="1" dirty="0">
                <a:effectLst/>
                <a:latin typeface="Aptos" panose="020B0004020202020204" pitchFamily="34" charset="0"/>
                <a:ea typeface="Aptos" panose="020B0004020202020204" pitchFamily="34" charset="0"/>
                <a:cs typeface="Times New Roman" panose="02020603050405020304" pitchFamily="18" charset="0"/>
              </a:rPr>
              <a:t>PRIORITY LEVEL2: PELLET DURABILITY OPTIMIZATION</a:t>
            </a:r>
            <a:endParaRPr lang="en-IN" sz="2400" dirty="0"/>
          </a:p>
        </p:txBody>
      </p:sp>
      <p:pic>
        <p:nvPicPr>
          <p:cNvPr id="8" name="Picture 7">
            <a:extLst>
              <a:ext uri="{FF2B5EF4-FFF2-40B4-BE49-F238E27FC236}">
                <a16:creationId xmlns:a16="http://schemas.microsoft.com/office/drawing/2014/main" id="{1FF447CE-D62D-9938-702F-99A8046E45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4340" y="1944461"/>
            <a:ext cx="4067743" cy="314369"/>
          </a:xfrm>
          <a:prstGeom prst="rect">
            <a:avLst/>
          </a:prstGeom>
        </p:spPr>
      </p:pic>
      <p:pic>
        <p:nvPicPr>
          <p:cNvPr id="19" name="Picture 18">
            <a:extLst>
              <a:ext uri="{FF2B5EF4-FFF2-40B4-BE49-F238E27FC236}">
                <a16:creationId xmlns:a16="http://schemas.microsoft.com/office/drawing/2014/main" id="{14E9C620-7021-F2C0-7BAA-0A0639851C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0811" y="3205131"/>
            <a:ext cx="2133898" cy="447737"/>
          </a:xfrm>
          <a:prstGeom prst="rect">
            <a:avLst/>
          </a:prstGeom>
        </p:spPr>
      </p:pic>
      <p:pic>
        <p:nvPicPr>
          <p:cNvPr id="25" name="Picture 24">
            <a:extLst>
              <a:ext uri="{FF2B5EF4-FFF2-40B4-BE49-F238E27FC236}">
                <a16:creationId xmlns:a16="http://schemas.microsoft.com/office/drawing/2014/main" id="{1A3E016D-9478-6C22-3177-C9D0D54CD8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86077" y="4350873"/>
            <a:ext cx="3019846" cy="771633"/>
          </a:xfrm>
          <a:prstGeom prst="rect">
            <a:avLst/>
          </a:prstGeom>
        </p:spPr>
      </p:pic>
    </p:spTree>
    <p:extLst>
      <p:ext uri="{BB962C8B-B14F-4D97-AF65-F5344CB8AC3E}">
        <p14:creationId xmlns:p14="http://schemas.microsoft.com/office/powerpoint/2010/main" val="1830646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2147BB7-7DA3-ABA4-DDB2-52B86619F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4BB8A-900D-45B1-1411-9B66C9588779}"/>
              </a:ext>
            </a:extLst>
          </p:cNvPr>
          <p:cNvSpPr>
            <a:spLocks noGrp="1"/>
          </p:cNvSpPr>
          <p:nvPr>
            <p:ph type="title"/>
          </p:nvPr>
        </p:nvSpPr>
        <p:spPr>
          <a:xfrm>
            <a:off x="429768" y="243741"/>
            <a:ext cx="9541546" cy="932688"/>
          </a:xfrm>
        </p:spPr>
        <p:txBody>
          <a:bodyPr anchor="b">
            <a:normAutofit fontScale="90000"/>
          </a:bodyPr>
          <a:lstStyle/>
          <a:p>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p:sp>
        <p:nvSpPr>
          <p:cNvPr id="4" name="Content Placeholder 3">
            <a:extLst>
              <a:ext uri="{FF2B5EF4-FFF2-40B4-BE49-F238E27FC236}">
                <a16:creationId xmlns:a16="http://schemas.microsoft.com/office/drawing/2014/main" id="{0F84075D-AF2B-750F-6B43-5ACFAE45CF75}"/>
              </a:ext>
            </a:extLst>
          </p:cNvPr>
          <p:cNvSpPr>
            <a:spLocks noGrp="1"/>
          </p:cNvSpPr>
          <p:nvPr>
            <p:ph sz="quarter" idx="14"/>
          </p:nvPr>
        </p:nvSpPr>
        <p:spPr>
          <a:xfrm>
            <a:off x="429767" y="1380744"/>
            <a:ext cx="10955987" cy="4983480"/>
          </a:xfrm>
        </p:spPr>
        <p:txBody>
          <a:bodyPr>
            <a:normAutofit lnSpcReduction="10000"/>
          </a:bodyPr>
          <a:lstStyle/>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Ingredient Cost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Processing Cost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IN"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Labour Cost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endParaRPr lang="en-IN" sz="1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Packaging Cost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endParaRPr lang="en-IN" dirty="0"/>
          </a:p>
        </p:txBody>
      </p:sp>
      <p:sp>
        <p:nvSpPr>
          <p:cNvPr id="5" name="TextBox 4">
            <a:extLst>
              <a:ext uri="{FF2B5EF4-FFF2-40B4-BE49-F238E27FC236}">
                <a16:creationId xmlns:a16="http://schemas.microsoft.com/office/drawing/2014/main" id="{CCC62D80-082F-D527-0E18-4BCCE1E80069}"/>
              </a:ext>
            </a:extLst>
          </p:cNvPr>
          <p:cNvSpPr txBox="1"/>
          <p:nvPr/>
        </p:nvSpPr>
        <p:spPr>
          <a:xfrm>
            <a:off x="429767" y="724589"/>
            <a:ext cx="10316891" cy="461665"/>
          </a:xfrm>
          <a:prstGeom prst="rect">
            <a:avLst/>
          </a:prstGeom>
          <a:noFill/>
        </p:spPr>
        <p:txBody>
          <a:bodyPr wrap="square">
            <a:spAutoFit/>
          </a:bodyPr>
          <a:lstStyle/>
          <a:p>
            <a:r>
              <a:rPr lang="en-IN" sz="2400" b="1" dirty="0">
                <a:effectLst/>
                <a:latin typeface="Aptos" panose="020B0004020202020204" pitchFamily="34" charset="0"/>
                <a:ea typeface="Aptos" panose="020B0004020202020204" pitchFamily="34" charset="0"/>
                <a:cs typeface="Times New Roman" panose="02020603050405020304" pitchFamily="18" charset="0"/>
              </a:rPr>
              <a:t>PRIORITY LEVEL 3 : PRODUCTION COST OPTIMIZATION </a:t>
            </a:r>
            <a:endParaRPr lang="en-IN" sz="2400" dirty="0"/>
          </a:p>
        </p:txBody>
      </p:sp>
      <p:pic>
        <p:nvPicPr>
          <p:cNvPr id="6" name="Picture 5">
            <a:extLst>
              <a:ext uri="{FF2B5EF4-FFF2-40B4-BE49-F238E27FC236}">
                <a16:creationId xmlns:a16="http://schemas.microsoft.com/office/drawing/2014/main" id="{F9166F7D-A954-9980-A7CE-7DBB603B3A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4999" y="1533539"/>
            <a:ext cx="2686425" cy="1011420"/>
          </a:xfrm>
          <a:prstGeom prst="rect">
            <a:avLst/>
          </a:prstGeom>
        </p:spPr>
      </p:pic>
      <p:pic>
        <p:nvPicPr>
          <p:cNvPr id="8" name="Picture 7">
            <a:extLst>
              <a:ext uri="{FF2B5EF4-FFF2-40B4-BE49-F238E27FC236}">
                <a16:creationId xmlns:a16="http://schemas.microsoft.com/office/drawing/2014/main" id="{5C6D1B9D-4B9E-075A-762B-77B1E52B1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6400" y="2519099"/>
            <a:ext cx="3591426" cy="714475"/>
          </a:xfrm>
          <a:prstGeom prst="rect">
            <a:avLst/>
          </a:prstGeom>
        </p:spPr>
      </p:pic>
      <p:pic>
        <p:nvPicPr>
          <p:cNvPr id="10" name="Picture 9">
            <a:extLst>
              <a:ext uri="{FF2B5EF4-FFF2-40B4-BE49-F238E27FC236}">
                <a16:creationId xmlns:a16="http://schemas.microsoft.com/office/drawing/2014/main" id="{612E66BF-380A-CF33-14C9-E405E8D31E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2236" y="4143346"/>
            <a:ext cx="1971950" cy="752580"/>
          </a:xfrm>
          <a:prstGeom prst="rect">
            <a:avLst/>
          </a:prstGeom>
        </p:spPr>
      </p:pic>
      <p:pic>
        <p:nvPicPr>
          <p:cNvPr id="12" name="Picture 11">
            <a:extLst>
              <a:ext uri="{FF2B5EF4-FFF2-40B4-BE49-F238E27FC236}">
                <a16:creationId xmlns:a16="http://schemas.microsoft.com/office/drawing/2014/main" id="{15785365-3A96-BE4B-1534-2DC6A5600D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8390" y="5737837"/>
            <a:ext cx="2438740" cy="876422"/>
          </a:xfrm>
          <a:prstGeom prst="rect">
            <a:avLst/>
          </a:prstGeom>
        </p:spPr>
      </p:pic>
    </p:spTree>
    <p:extLst>
      <p:ext uri="{BB962C8B-B14F-4D97-AF65-F5344CB8AC3E}">
        <p14:creationId xmlns:p14="http://schemas.microsoft.com/office/powerpoint/2010/main" val="7928247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696EEC-F302-0BD1-1A3E-E6C10FF0B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DB560-5AE1-6234-5E1D-F77F1128AE6F}"/>
              </a:ext>
            </a:extLst>
          </p:cNvPr>
          <p:cNvSpPr>
            <a:spLocks noGrp="1"/>
          </p:cNvSpPr>
          <p:nvPr>
            <p:ph type="title"/>
          </p:nvPr>
        </p:nvSpPr>
        <p:spPr>
          <a:xfrm>
            <a:off x="429768" y="243741"/>
            <a:ext cx="9541546" cy="932688"/>
          </a:xfrm>
        </p:spPr>
        <p:txBody>
          <a:bodyPr anchor="b">
            <a:normAutofit fontScale="90000"/>
          </a:bodyPr>
          <a:lstStyle/>
          <a:p>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p:sp>
        <p:nvSpPr>
          <p:cNvPr id="4" name="Content Placeholder 3">
            <a:extLst>
              <a:ext uri="{FF2B5EF4-FFF2-40B4-BE49-F238E27FC236}">
                <a16:creationId xmlns:a16="http://schemas.microsoft.com/office/drawing/2014/main" id="{64CEEF82-379F-BE99-C162-CC4318C94B6C}"/>
              </a:ext>
            </a:extLst>
          </p:cNvPr>
          <p:cNvSpPr>
            <a:spLocks noGrp="1"/>
          </p:cNvSpPr>
          <p:nvPr>
            <p:ph sz="quarter" idx="14"/>
          </p:nvPr>
        </p:nvSpPr>
        <p:spPr>
          <a:xfrm>
            <a:off x="429767" y="1380744"/>
            <a:ext cx="10955987" cy="4983480"/>
          </a:xfrm>
        </p:spPr>
        <p:txBody>
          <a:bodyPr>
            <a:normAutofit/>
          </a:bodyPr>
          <a:lstStyle/>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Total Production Cost</a:t>
            </a:r>
          </a:p>
          <a:p>
            <a:pPr>
              <a:lnSpc>
                <a:spcPct val="107000"/>
              </a:lnSpc>
              <a:spcAft>
                <a:spcPts val="800"/>
              </a:spcAft>
              <a:buNone/>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Fuzzy Satisfaction Membership for Cost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endParaRPr lang="en-IN" dirty="0"/>
          </a:p>
        </p:txBody>
      </p:sp>
      <p:sp>
        <p:nvSpPr>
          <p:cNvPr id="5" name="TextBox 4">
            <a:extLst>
              <a:ext uri="{FF2B5EF4-FFF2-40B4-BE49-F238E27FC236}">
                <a16:creationId xmlns:a16="http://schemas.microsoft.com/office/drawing/2014/main" id="{58BC450B-ADD6-0FF4-EB6D-D4E0C75E7521}"/>
              </a:ext>
            </a:extLst>
          </p:cNvPr>
          <p:cNvSpPr txBox="1"/>
          <p:nvPr/>
        </p:nvSpPr>
        <p:spPr>
          <a:xfrm>
            <a:off x="429767" y="724589"/>
            <a:ext cx="10316891" cy="461665"/>
          </a:xfrm>
          <a:prstGeom prst="rect">
            <a:avLst/>
          </a:prstGeom>
          <a:noFill/>
        </p:spPr>
        <p:txBody>
          <a:bodyPr wrap="square">
            <a:spAutoFit/>
          </a:bodyPr>
          <a:lstStyle/>
          <a:p>
            <a:r>
              <a:rPr lang="en-IN" sz="2400" b="1" dirty="0">
                <a:effectLst/>
                <a:latin typeface="Aptos" panose="020B0004020202020204" pitchFamily="34" charset="0"/>
                <a:ea typeface="Aptos" panose="020B0004020202020204" pitchFamily="34" charset="0"/>
                <a:cs typeface="Times New Roman" panose="02020603050405020304" pitchFamily="18" charset="0"/>
              </a:rPr>
              <a:t>PRIORITY LEVEL 3 : PRODUCTION COST OPTIMIZATION </a:t>
            </a:r>
            <a:endParaRPr lang="en-IN" sz="2400" dirty="0"/>
          </a:p>
        </p:txBody>
      </p:sp>
      <p:pic>
        <p:nvPicPr>
          <p:cNvPr id="7" name="Picture 6">
            <a:extLst>
              <a:ext uri="{FF2B5EF4-FFF2-40B4-BE49-F238E27FC236}">
                <a16:creationId xmlns:a16="http://schemas.microsoft.com/office/drawing/2014/main" id="{5F8402DC-9B44-3ABD-2520-6F253120E7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6339" y="2383984"/>
            <a:ext cx="4639322" cy="438211"/>
          </a:xfrm>
          <a:prstGeom prst="rect">
            <a:avLst/>
          </a:prstGeom>
        </p:spPr>
      </p:pic>
      <p:pic>
        <p:nvPicPr>
          <p:cNvPr id="9" name="Picture 8">
            <a:extLst>
              <a:ext uri="{FF2B5EF4-FFF2-40B4-BE49-F238E27FC236}">
                <a16:creationId xmlns:a16="http://schemas.microsoft.com/office/drawing/2014/main" id="{CEB7638E-C3D4-822B-B244-C08787275B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5682" y="4035806"/>
            <a:ext cx="2400635" cy="666843"/>
          </a:xfrm>
          <a:prstGeom prst="rect">
            <a:avLst/>
          </a:prstGeom>
        </p:spPr>
      </p:pic>
    </p:spTree>
    <p:extLst>
      <p:ext uri="{BB962C8B-B14F-4D97-AF65-F5344CB8AC3E}">
        <p14:creationId xmlns:p14="http://schemas.microsoft.com/office/powerpoint/2010/main" val="18491595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D635F8-0DBE-3CC0-A0ED-AE1EEE641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0C18E-E957-0BE3-8E72-5CC9C1FF0C7D}"/>
              </a:ext>
            </a:extLst>
          </p:cNvPr>
          <p:cNvSpPr>
            <a:spLocks noGrp="1"/>
          </p:cNvSpPr>
          <p:nvPr>
            <p:ph type="title"/>
          </p:nvPr>
        </p:nvSpPr>
        <p:spPr>
          <a:xfrm>
            <a:off x="429768" y="243741"/>
            <a:ext cx="9541546" cy="932688"/>
          </a:xfrm>
        </p:spPr>
        <p:txBody>
          <a:bodyPr anchor="b">
            <a:normAutofit fontScale="90000"/>
          </a:bodyPr>
          <a:lstStyle/>
          <a:p>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p:sp>
        <p:nvSpPr>
          <p:cNvPr id="4" name="Content Placeholder 3">
            <a:extLst>
              <a:ext uri="{FF2B5EF4-FFF2-40B4-BE49-F238E27FC236}">
                <a16:creationId xmlns:a16="http://schemas.microsoft.com/office/drawing/2014/main" id="{CE2C6D5C-2BDF-50F6-DB6E-41D5E4B32389}"/>
              </a:ext>
            </a:extLst>
          </p:cNvPr>
          <p:cNvSpPr>
            <a:spLocks noGrp="1"/>
          </p:cNvSpPr>
          <p:nvPr>
            <p:ph sz="quarter" idx="14"/>
          </p:nvPr>
        </p:nvSpPr>
        <p:spPr>
          <a:xfrm>
            <a:off x="429767" y="1176429"/>
            <a:ext cx="10955987" cy="5187795"/>
          </a:xfrm>
        </p:spPr>
        <p:txBody>
          <a:bodyPr/>
          <a:lstStyle/>
          <a:p>
            <a:pPr marL="0" indent="0">
              <a:buNone/>
            </a:pPr>
            <a:r>
              <a:rPr lang="en-IN" b="1" dirty="0"/>
              <a:t>Recommended Weight Limit (NIOSH Equation)</a:t>
            </a:r>
            <a:endParaRPr lang="en-IN" dirty="0"/>
          </a:p>
          <a:p>
            <a:pPr marL="0" indent="0">
              <a:buNone/>
            </a:pPr>
            <a:r>
              <a:rPr lang="en-IN" b="1" dirty="0"/>
              <a:t> </a:t>
            </a:r>
            <a:endParaRPr lang="en-IN" dirty="0"/>
          </a:p>
          <a:p>
            <a:pPr marL="0" indent="0">
              <a:buNone/>
            </a:pPr>
            <a:r>
              <a:rPr lang="en-IN" b="1" dirty="0"/>
              <a:t>Lifting Index</a:t>
            </a:r>
            <a:endParaRPr lang="en-IN" dirty="0"/>
          </a:p>
          <a:p>
            <a:pPr marL="0" indent="0">
              <a:buNone/>
            </a:pPr>
            <a:r>
              <a:rPr lang="en-IN" b="1" dirty="0"/>
              <a:t> </a:t>
            </a:r>
            <a:endParaRPr lang="en-IN" dirty="0"/>
          </a:p>
          <a:p>
            <a:pPr marL="0" indent="0">
              <a:buNone/>
            </a:pPr>
            <a:r>
              <a:rPr lang="en-IN" b="1" dirty="0"/>
              <a:t>Fuzzy Satisfaction Membership for Ergonomic Safety</a:t>
            </a:r>
            <a:endParaRPr lang="en-IN" dirty="0"/>
          </a:p>
          <a:p>
            <a:pPr>
              <a:buNone/>
            </a:pPr>
            <a:endParaRPr lang="en-IN" b="1" dirty="0"/>
          </a:p>
          <a:p>
            <a:pPr>
              <a:buNone/>
            </a:pPr>
            <a:endParaRPr lang="en-IN" b="1" dirty="0"/>
          </a:p>
          <a:p>
            <a:pPr>
              <a:buNone/>
            </a:pPr>
            <a:r>
              <a:rPr lang="en-IN" b="1" dirty="0"/>
              <a:t>Variable Bounds</a:t>
            </a:r>
            <a:endParaRPr lang="en-IN" dirty="0"/>
          </a:p>
          <a:p>
            <a:pPr>
              <a:buNone/>
            </a:pPr>
            <a:endParaRPr lang="en-IN" dirty="0"/>
          </a:p>
        </p:txBody>
      </p:sp>
      <p:sp>
        <p:nvSpPr>
          <p:cNvPr id="5" name="TextBox 4">
            <a:extLst>
              <a:ext uri="{FF2B5EF4-FFF2-40B4-BE49-F238E27FC236}">
                <a16:creationId xmlns:a16="http://schemas.microsoft.com/office/drawing/2014/main" id="{0AB4086E-9649-BE2C-DE6C-B1B456475B79}"/>
              </a:ext>
            </a:extLst>
          </p:cNvPr>
          <p:cNvSpPr txBox="1"/>
          <p:nvPr/>
        </p:nvSpPr>
        <p:spPr>
          <a:xfrm>
            <a:off x="429767" y="724589"/>
            <a:ext cx="10316891" cy="830997"/>
          </a:xfrm>
          <a:prstGeom prst="rect">
            <a:avLst/>
          </a:prstGeom>
          <a:noFill/>
        </p:spPr>
        <p:txBody>
          <a:bodyPr wrap="square">
            <a:spAutoFit/>
          </a:bodyPr>
          <a:lstStyle/>
          <a:p>
            <a:r>
              <a:rPr lang="en-IN" sz="2400" b="1" dirty="0">
                <a:effectLst/>
                <a:latin typeface="Aptos" panose="020B0004020202020204" pitchFamily="34" charset="0"/>
                <a:ea typeface="Aptos" panose="020B0004020202020204" pitchFamily="34" charset="0"/>
                <a:cs typeface="Times New Roman" panose="02020603050405020304" pitchFamily="18" charset="0"/>
              </a:rPr>
              <a:t>PRIORITY LEVEL 4 :</a:t>
            </a:r>
            <a:r>
              <a:rPr lang="en-IN" sz="2400" b="1" dirty="0"/>
              <a:t>ERGONOMIC SAFETY OPTIMIZATION</a:t>
            </a:r>
            <a:endParaRPr lang="en-IN" sz="2400" dirty="0"/>
          </a:p>
          <a:p>
            <a:r>
              <a:rPr lang="en-IN" sz="2400" b="1" dirty="0">
                <a:effectLst/>
                <a:latin typeface="Aptos" panose="020B0004020202020204" pitchFamily="34" charset="0"/>
                <a:ea typeface="Aptos" panose="020B0004020202020204" pitchFamily="34" charset="0"/>
                <a:cs typeface="Times New Roman" panose="02020603050405020304" pitchFamily="18" charset="0"/>
              </a:rPr>
              <a:t> </a:t>
            </a:r>
            <a:endParaRPr lang="en-IN" sz="2400" dirty="0"/>
          </a:p>
        </p:txBody>
      </p:sp>
      <p:pic>
        <p:nvPicPr>
          <p:cNvPr id="6" name="Picture 5">
            <a:extLst>
              <a:ext uri="{FF2B5EF4-FFF2-40B4-BE49-F238E27FC236}">
                <a16:creationId xmlns:a16="http://schemas.microsoft.com/office/drawing/2014/main" id="{ECD089A6-C0B8-F220-F019-8DEC3E721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7204" y="1640553"/>
            <a:ext cx="4201111" cy="447737"/>
          </a:xfrm>
          <a:prstGeom prst="rect">
            <a:avLst/>
          </a:prstGeom>
        </p:spPr>
      </p:pic>
      <p:pic>
        <p:nvPicPr>
          <p:cNvPr id="9" name="Picture 8">
            <a:extLst>
              <a:ext uri="{FF2B5EF4-FFF2-40B4-BE49-F238E27FC236}">
                <a16:creationId xmlns:a16="http://schemas.microsoft.com/office/drawing/2014/main" id="{71A74192-DF3E-1429-1815-9AACA2970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5573" y="2211363"/>
            <a:ext cx="2124371" cy="819264"/>
          </a:xfrm>
          <a:prstGeom prst="rect">
            <a:avLst/>
          </a:prstGeom>
        </p:spPr>
      </p:pic>
      <p:pic>
        <p:nvPicPr>
          <p:cNvPr id="11" name="Picture 10">
            <a:extLst>
              <a:ext uri="{FF2B5EF4-FFF2-40B4-BE49-F238E27FC236}">
                <a16:creationId xmlns:a16="http://schemas.microsoft.com/office/drawing/2014/main" id="{F7BFD119-9038-B486-B3B3-7E60513599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8361" y="3395593"/>
            <a:ext cx="2638793" cy="876422"/>
          </a:xfrm>
          <a:prstGeom prst="rect">
            <a:avLst/>
          </a:prstGeom>
        </p:spPr>
      </p:pic>
      <p:pic>
        <p:nvPicPr>
          <p:cNvPr id="15" name="Picture 14">
            <a:extLst>
              <a:ext uri="{FF2B5EF4-FFF2-40B4-BE49-F238E27FC236}">
                <a16:creationId xmlns:a16="http://schemas.microsoft.com/office/drawing/2014/main" id="{47988284-7FDC-CEFF-D960-B777683E13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0392" y="4686069"/>
            <a:ext cx="2791215" cy="1991003"/>
          </a:xfrm>
          <a:prstGeom prst="rect">
            <a:avLst/>
          </a:prstGeom>
        </p:spPr>
      </p:pic>
    </p:spTree>
    <p:extLst>
      <p:ext uri="{BB962C8B-B14F-4D97-AF65-F5344CB8AC3E}">
        <p14:creationId xmlns:p14="http://schemas.microsoft.com/office/powerpoint/2010/main" val="8082326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FCA492-97D8-7C92-5AA8-59E259B03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B42BD-A353-775A-7780-EA9940D6EE18}"/>
              </a:ext>
            </a:extLst>
          </p:cNvPr>
          <p:cNvSpPr>
            <a:spLocks noGrp="1"/>
          </p:cNvSpPr>
          <p:nvPr>
            <p:ph type="title"/>
          </p:nvPr>
        </p:nvSpPr>
        <p:spPr>
          <a:xfrm>
            <a:off x="429768" y="243741"/>
            <a:ext cx="9541546" cy="932688"/>
          </a:xfrm>
        </p:spPr>
        <p:txBody>
          <a:bodyPr anchor="b">
            <a:normAutofit fontScale="90000"/>
          </a:bodyPr>
          <a:lstStyle/>
          <a:p>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sz="3000" dirty="0"/>
          </a:p>
        </p:txBody>
      </p:sp>
      <p:sp>
        <p:nvSpPr>
          <p:cNvPr id="5" name="TextBox 4">
            <a:extLst>
              <a:ext uri="{FF2B5EF4-FFF2-40B4-BE49-F238E27FC236}">
                <a16:creationId xmlns:a16="http://schemas.microsoft.com/office/drawing/2014/main" id="{509565DD-297B-A0C1-6DD3-869F7EBE42F7}"/>
              </a:ext>
            </a:extLst>
          </p:cNvPr>
          <p:cNvSpPr txBox="1"/>
          <p:nvPr/>
        </p:nvSpPr>
        <p:spPr>
          <a:xfrm>
            <a:off x="429767" y="724589"/>
            <a:ext cx="10316891" cy="461665"/>
          </a:xfrm>
          <a:prstGeom prst="rect">
            <a:avLst/>
          </a:prstGeom>
          <a:noFill/>
        </p:spPr>
        <p:txBody>
          <a:bodyPr wrap="square">
            <a:spAutoFit/>
          </a:bodyPr>
          <a:lstStyle/>
          <a:p>
            <a:r>
              <a:rPr lang="en-IN" sz="2400" b="1" dirty="0">
                <a:latin typeface="Aptos" panose="020B0004020202020204" pitchFamily="34" charset="0"/>
                <a:cs typeface="Times New Roman" panose="02020603050405020304" pitchFamily="18" charset="0"/>
              </a:rPr>
              <a:t>AHP QUESTIONNAIRE</a:t>
            </a:r>
            <a:endParaRPr lang="en-IN" sz="2400" dirty="0"/>
          </a:p>
        </p:txBody>
      </p:sp>
      <p:sp>
        <p:nvSpPr>
          <p:cNvPr id="3" name="Rectangle 1">
            <a:extLst>
              <a:ext uri="{FF2B5EF4-FFF2-40B4-BE49-F238E27FC236}">
                <a16:creationId xmlns:a16="http://schemas.microsoft.com/office/drawing/2014/main" id="{265794A9-A513-AA48-1787-3C13891032B2}"/>
              </a:ext>
            </a:extLst>
          </p:cNvPr>
          <p:cNvSpPr>
            <a:spLocks noGrp="1" noChangeArrowheads="1"/>
          </p:cNvSpPr>
          <p:nvPr>
            <p:ph sz="quarter" idx="14"/>
          </p:nvPr>
        </p:nvSpPr>
        <p:spPr bwMode="auto">
          <a:xfrm>
            <a:off x="853000" y="1176429"/>
            <a:ext cx="9293890" cy="5471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5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Arial" panose="020B0604020202020204" pitchFamily="34" charset="0"/>
              </a:rPr>
              <a:t>1.Feed Cost vs Nutritional Requirement</a:t>
            </a:r>
          </a:p>
          <a:p>
            <a:pPr marL="0" marR="0" lvl="0" indent="0" algn="l" defTabSz="914400" rtl="0" eaLnBrk="0" fontAlgn="base" latinLnBrk="0" hangingPunct="0">
              <a:lnSpc>
                <a:spcPct val="25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Arial" panose="020B0604020202020204" pitchFamily="34" charset="0"/>
              </a:rPr>
              <a:t>2.Feed Cost vs Ingredient Availability</a:t>
            </a:r>
          </a:p>
          <a:p>
            <a:pPr marL="0" marR="0" lvl="0" indent="0" algn="l" defTabSz="914400" rtl="0" eaLnBrk="0" fontAlgn="base" latinLnBrk="0" hangingPunct="0">
              <a:lnSpc>
                <a:spcPct val="25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Arial" panose="020B0604020202020204" pitchFamily="34" charset="0"/>
              </a:rPr>
              <a:t>3.Feed Cost vs Feed Quality / Production Efficiency</a:t>
            </a:r>
          </a:p>
          <a:p>
            <a:pPr marL="0" marR="0" lvl="0" indent="0" algn="l" defTabSz="914400" rtl="0" eaLnBrk="0" fontAlgn="base" latinLnBrk="0" hangingPunct="0">
              <a:lnSpc>
                <a:spcPct val="25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Arial" panose="020B0604020202020204" pitchFamily="34" charset="0"/>
              </a:rPr>
              <a:t>4.Nutritional Requirement vs Ingredient Availability</a:t>
            </a:r>
          </a:p>
          <a:p>
            <a:pPr marL="0" marR="0" lvl="0" indent="0" algn="l" defTabSz="914400" rtl="0" eaLnBrk="0" fontAlgn="base" latinLnBrk="0" hangingPunct="0">
              <a:lnSpc>
                <a:spcPct val="25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Arial" panose="020B0604020202020204" pitchFamily="34" charset="0"/>
              </a:rPr>
              <a:t>5.Nutritional Requirement vs Feed Quality / Production Efficiency</a:t>
            </a:r>
          </a:p>
          <a:p>
            <a:pPr marL="0" marR="0" lvl="0" indent="0" algn="l" defTabSz="914400" rtl="0" eaLnBrk="0" fontAlgn="base" latinLnBrk="0" hangingPunct="0">
              <a:lnSpc>
                <a:spcPct val="250000"/>
              </a:lnSpc>
              <a:spcBef>
                <a:spcPct val="0"/>
              </a:spcBef>
              <a:spcAft>
                <a:spcPct val="0"/>
              </a:spcAft>
              <a:buClrTx/>
              <a:buSzTx/>
              <a:buNone/>
              <a:tabLst/>
            </a:pPr>
            <a:r>
              <a:rPr kumimoji="0" lang="en-US" altLang="en-US" sz="2400" i="0" u="none" strike="noStrike" cap="none" normalizeH="0" baseline="0" dirty="0">
                <a:ln>
                  <a:noFill/>
                </a:ln>
                <a:solidFill>
                  <a:schemeClr val="tx1"/>
                </a:solidFill>
                <a:effectLst/>
                <a:latin typeface="Arial" panose="020B0604020202020204" pitchFamily="34" charset="0"/>
              </a:rPr>
              <a:t>5.Ingredient Availability vs Feed Quality / Production Efficiency</a:t>
            </a:r>
          </a:p>
        </p:txBody>
      </p:sp>
    </p:spTree>
    <p:extLst>
      <p:ext uri="{BB962C8B-B14F-4D97-AF65-F5344CB8AC3E}">
        <p14:creationId xmlns:p14="http://schemas.microsoft.com/office/powerpoint/2010/main" val="30211215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A8449A-332A-DED2-E5CA-5B090BE80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DC93A-C38D-58F8-4116-0AC39BF00974}"/>
              </a:ext>
            </a:extLst>
          </p:cNvPr>
          <p:cNvSpPr>
            <a:spLocks noGrp="1"/>
          </p:cNvSpPr>
          <p:nvPr>
            <p:ph type="title"/>
          </p:nvPr>
        </p:nvSpPr>
        <p:spPr/>
        <p:txBody>
          <a:bodyPr/>
          <a:lstStyle/>
          <a:p>
            <a:r>
              <a:rPr lang="en-IN" dirty="0"/>
              <a:t>AHP QUESTIONNAIRE</a:t>
            </a:r>
          </a:p>
        </p:txBody>
      </p:sp>
      <p:sp>
        <p:nvSpPr>
          <p:cNvPr id="3" name="Content Placeholder 2">
            <a:extLst>
              <a:ext uri="{FF2B5EF4-FFF2-40B4-BE49-F238E27FC236}">
                <a16:creationId xmlns:a16="http://schemas.microsoft.com/office/drawing/2014/main" id="{0945F86E-9E0E-8172-D281-D8D7B112CF11}"/>
              </a:ext>
            </a:extLst>
          </p:cNvPr>
          <p:cNvSpPr>
            <a:spLocks noGrp="1"/>
          </p:cNvSpPr>
          <p:nvPr>
            <p:ph idx="1"/>
          </p:nvPr>
        </p:nvSpPr>
        <p:spPr>
          <a:xfrm>
            <a:off x="429768" y="1380744"/>
            <a:ext cx="10652760" cy="5193792"/>
          </a:xfrm>
        </p:spPr>
        <p:txBody>
          <a:bodyPr>
            <a:noAutofit/>
          </a:bodyPr>
          <a:lstStyle/>
          <a:p>
            <a:pPr marL="0" indent="0">
              <a:buNone/>
            </a:pPr>
            <a:r>
              <a:rPr lang="en-IN" sz="1600" b="1" dirty="0">
                <a:latin typeface="Century" panose="02040604050505020304" pitchFamily="18" charset="0"/>
              </a:rPr>
              <a:t>The 6 Pairwise Comparison Questions </a:t>
            </a:r>
            <a:endParaRPr lang="en-IN" sz="1600" dirty="0">
              <a:latin typeface="Century" panose="02040604050505020304" pitchFamily="18" charset="0"/>
            </a:endParaRPr>
          </a:p>
          <a:p>
            <a:pPr marL="0" indent="0">
              <a:buNone/>
            </a:pPr>
            <a:r>
              <a:rPr lang="en-US" sz="1600" b="1" dirty="0">
                <a:latin typeface="Century" panose="02040604050505020304" pitchFamily="18" charset="0"/>
              </a:rPr>
              <a:t>Question 1: Nutritional Adequacy vs. Feed Quality </a:t>
            </a:r>
            <a:endParaRPr lang="en-US" sz="1600" dirty="0">
              <a:latin typeface="Century" panose="02040604050505020304" pitchFamily="18" charset="0"/>
            </a:endParaRPr>
          </a:p>
          <a:p>
            <a:pPr marL="0" indent="0">
              <a:buNone/>
            </a:pPr>
            <a:r>
              <a:rPr lang="en-US" sz="1600" dirty="0">
                <a:latin typeface="Century" panose="02040604050505020304" pitchFamily="18" charset="0"/>
              </a:rPr>
              <a:t>When optimizing broiler feed production, which is more important: ensuring the </a:t>
            </a:r>
            <a:r>
              <a:rPr lang="en-US" sz="1600" b="1" dirty="0">
                <a:latin typeface="Century" panose="02040604050505020304" pitchFamily="18" charset="0"/>
              </a:rPr>
              <a:t>Nutritional Adequacy &amp; Safety </a:t>
            </a:r>
            <a:r>
              <a:rPr lang="en-US" sz="1600" dirty="0">
                <a:latin typeface="Century" panose="02040604050505020304" pitchFamily="18" charset="0"/>
              </a:rPr>
              <a:t>(meeting biological nutrient targets) or maximizing </a:t>
            </a:r>
            <a:r>
              <a:rPr lang="en-US" sz="1600" b="1" dirty="0">
                <a:latin typeface="Century" panose="02040604050505020304" pitchFamily="18" charset="0"/>
              </a:rPr>
              <a:t>Feed Quality </a:t>
            </a:r>
            <a:r>
              <a:rPr lang="en-US" sz="1600" dirty="0">
                <a:latin typeface="Century" panose="02040604050505020304" pitchFamily="18" charset="0"/>
              </a:rPr>
              <a:t>(pellet durability and reducing fines)? </a:t>
            </a:r>
          </a:p>
          <a:p>
            <a:pPr marL="0" indent="0">
              <a:buNone/>
            </a:pPr>
            <a:r>
              <a:rPr lang="en-IN" sz="1600" i="1" dirty="0">
                <a:latin typeface="Century" panose="02040604050505020304" pitchFamily="18" charset="0"/>
              </a:rPr>
              <a:t>Scale (1-9): </a:t>
            </a:r>
            <a:r>
              <a:rPr lang="en-IN" sz="1600" dirty="0">
                <a:latin typeface="Century" panose="02040604050505020304" pitchFamily="18" charset="0"/>
              </a:rPr>
              <a:t>______ </a:t>
            </a:r>
          </a:p>
          <a:p>
            <a:pPr marL="0" indent="0">
              <a:buNone/>
            </a:pPr>
            <a:r>
              <a:rPr lang="en-IN" sz="1600" i="1" dirty="0">
                <a:latin typeface="Century" panose="02040604050505020304" pitchFamily="18" charset="0"/>
              </a:rPr>
              <a:t>Which one is </a:t>
            </a:r>
            <a:r>
              <a:rPr lang="en-IN" sz="1600" i="1" dirty="0" err="1">
                <a:latin typeface="Century" panose="02040604050505020304" pitchFamily="18" charset="0"/>
              </a:rPr>
              <a:t>favored</a:t>
            </a:r>
            <a:r>
              <a:rPr lang="en-IN" sz="1600" i="1" dirty="0">
                <a:latin typeface="Century" panose="02040604050505020304" pitchFamily="18" charset="0"/>
              </a:rPr>
              <a:t>? </a:t>
            </a:r>
            <a:r>
              <a:rPr lang="en-IN" sz="1600" dirty="0">
                <a:latin typeface="Century" panose="02040604050505020304" pitchFamily="18" charset="0"/>
              </a:rPr>
              <a:t>______ </a:t>
            </a:r>
          </a:p>
          <a:p>
            <a:pPr marL="0" indent="0">
              <a:buNone/>
            </a:pPr>
            <a:endParaRPr lang="en-IN" sz="1600" dirty="0">
              <a:latin typeface="Century" panose="02040604050505020304" pitchFamily="18" charset="0"/>
            </a:endParaRPr>
          </a:p>
          <a:p>
            <a:pPr marL="0" indent="0">
              <a:buNone/>
            </a:pPr>
            <a:r>
              <a:rPr lang="en-US" sz="1600" b="1" dirty="0">
                <a:latin typeface="Century" panose="02040604050505020304" pitchFamily="18" charset="0"/>
              </a:rPr>
              <a:t>Question 2: Nutritional Adequacy vs. Cost Minimization </a:t>
            </a:r>
            <a:endParaRPr lang="en-US" sz="1600" dirty="0">
              <a:latin typeface="Century" panose="02040604050505020304" pitchFamily="18" charset="0"/>
            </a:endParaRPr>
          </a:p>
          <a:p>
            <a:pPr marL="0" indent="0">
              <a:buNone/>
            </a:pPr>
            <a:r>
              <a:rPr lang="en-US" sz="1600" dirty="0">
                <a:latin typeface="Century" panose="02040604050505020304" pitchFamily="18" charset="0"/>
              </a:rPr>
              <a:t>When optimizing broiler feed production, which is more important: ensuring the </a:t>
            </a:r>
            <a:r>
              <a:rPr lang="en-US" sz="1600" b="1" dirty="0">
                <a:latin typeface="Century" panose="02040604050505020304" pitchFamily="18" charset="0"/>
              </a:rPr>
              <a:t>Nutritional Adequacy &amp; Safety </a:t>
            </a:r>
            <a:r>
              <a:rPr lang="en-US" sz="1600" dirty="0">
                <a:latin typeface="Century" panose="02040604050505020304" pitchFamily="18" charset="0"/>
              </a:rPr>
              <a:t>or achieving </a:t>
            </a:r>
            <a:r>
              <a:rPr lang="en-US" sz="1600" b="1" dirty="0">
                <a:latin typeface="Century" panose="02040604050505020304" pitchFamily="18" charset="0"/>
              </a:rPr>
              <a:t>Cost Minimization </a:t>
            </a:r>
            <a:r>
              <a:rPr lang="en-US" sz="1600" dirty="0">
                <a:latin typeface="Century" panose="02040604050505020304" pitchFamily="18" charset="0"/>
              </a:rPr>
              <a:t>(reducing overall production and ingredient expenses)? </a:t>
            </a:r>
          </a:p>
          <a:p>
            <a:pPr marL="0" indent="0">
              <a:buNone/>
            </a:pPr>
            <a:r>
              <a:rPr lang="en-IN" sz="1600" i="1" dirty="0">
                <a:latin typeface="Century" panose="02040604050505020304" pitchFamily="18" charset="0"/>
              </a:rPr>
              <a:t>Scale (1-9): </a:t>
            </a:r>
            <a:r>
              <a:rPr lang="en-IN" sz="1600" dirty="0">
                <a:latin typeface="Century" panose="02040604050505020304" pitchFamily="18" charset="0"/>
              </a:rPr>
              <a:t>______ </a:t>
            </a:r>
          </a:p>
          <a:p>
            <a:pPr marL="0" indent="0">
              <a:buNone/>
            </a:pPr>
            <a:r>
              <a:rPr lang="en-IN" sz="1600" i="1" dirty="0">
                <a:latin typeface="Century" panose="02040604050505020304" pitchFamily="18" charset="0"/>
              </a:rPr>
              <a:t>Which one is </a:t>
            </a:r>
            <a:r>
              <a:rPr lang="en-IN" sz="1600" i="1" dirty="0" err="1">
                <a:latin typeface="Century" panose="02040604050505020304" pitchFamily="18" charset="0"/>
              </a:rPr>
              <a:t>favored</a:t>
            </a:r>
            <a:r>
              <a:rPr lang="en-IN" sz="1600" i="1" dirty="0">
                <a:latin typeface="Century" panose="02040604050505020304" pitchFamily="18" charset="0"/>
              </a:rPr>
              <a:t>? </a:t>
            </a:r>
            <a:r>
              <a:rPr lang="en-IN" sz="1600" dirty="0">
                <a:latin typeface="Century" panose="02040604050505020304" pitchFamily="18" charset="0"/>
              </a:rPr>
              <a:t>______ </a:t>
            </a:r>
          </a:p>
          <a:p>
            <a:pPr marL="0" indent="0">
              <a:buNone/>
            </a:pPr>
            <a:endParaRPr lang="en-IN" sz="1600" dirty="0">
              <a:latin typeface="Century" panose="02040604050505020304" pitchFamily="18" charset="0"/>
            </a:endParaRPr>
          </a:p>
          <a:p>
            <a:pPr marL="0" indent="0">
              <a:buNone/>
            </a:pPr>
            <a:endParaRPr lang="en-IN" sz="1600" dirty="0">
              <a:latin typeface="Century" panose="02040604050505020304" pitchFamily="18" charset="0"/>
            </a:endParaRPr>
          </a:p>
          <a:p>
            <a:pPr marL="0" indent="0">
              <a:buNone/>
            </a:pPr>
            <a:endParaRPr lang="en-IN" sz="1600" dirty="0">
              <a:latin typeface="Century" panose="02040604050505020304" pitchFamily="18" charset="0"/>
            </a:endParaRPr>
          </a:p>
        </p:txBody>
      </p:sp>
    </p:spTree>
    <p:extLst>
      <p:ext uri="{BB962C8B-B14F-4D97-AF65-F5344CB8AC3E}">
        <p14:creationId xmlns:p14="http://schemas.microsoft.com/office/powerpoint/2010/main" val="42630879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59EC7B-70D4-CC80-D384-AA252374C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BF2A8-2A5B-F1A7-DE83-DF3CEF00963E}"/>
              </a:ext>
            </a:extLst>
          </p:cNvPr>
          <p:cNvSpPr>
            <a:spLocks noGrp="1"/>
          </p:cNvSpPr>
          <p:nvPr>
            <p:ph type="title"/>
          </p:nvPr>
        </p:nvSpPr>
        <p:spPr/>
        <p:txBody>
          <a:bodyPr/>
          <a:lstStyle/>
          <a:p>
            <a:r>
              <a:rPr lang="en-IN" dirty="0"/>
              <a:t>AHP QUESTIONNAIRE</a:t>
            </a:r>
          </a:p>
        </p:txBody>
      </p:sp>
      <p:sp>
        <p:nvSpPr>
          <p:cNvPr id="3" name="Content Placeholder 2">
            <a:extLst>
              <a:ext uri="{FF2B5EF4-FFF2-40B4-BE49-F238E27FC236}">
                <a16:creationId xmlns:a16="http://schemas.microsoft.com/office/drawing/2014/main" id="{87A26189-8CF4-15BB-5F87-3C3A40C6C1C8}"/>
              </a:ext>
            </a:extLst>
          </p:cNvPr>
          <p:cNvSpPr>
            <a:spLocks noGrp="1"/>
          </p:cNvSpPr>
          <p:nvPr>
            <p:ph idx="1"/>
          </p:nvPr>
        </p:nvSpPr>
        <p:spPr/>
        <p:txBody>
          <a:bodyPr>
            <a:normAutofit/>
          </a:bodyPr>
          <a:lstStyle/>
          <a:p>
            <a:pPr marL="0" indent="0">
              <a:buNone/>
            </a:pPr>
            <a:r>
              <a:rPr lang="en-US" dirty="0"/>
              <a:t> </a:t>
            </a:r>
            <a:r>
              <a:rPr lang="en-US" sz="1600" b="1" dirty="0">
                <a:latin typeface="Century" panose="02040604050505020304" pitchFamily="18" charset="0"/>
              </a:rPr>
              <a:t>Question 3: Nutritional Adequacy vs. Ergonomic Safety </a:t>
            </a:r>
            <a:endParaRPr lang="en-US" sz="1600" dirty="0">
              <a:latin typeface="Century" panose="02040604050505020304" pitchFamily="18" charset="0"/>
            </a:endParaRPr>
          </a:p>
          <a:p>
            <a:pPr marL="0" indent="0">
              <a:buNone/>
            </a:pPr>
            <a:r>
              <a:rPr lang="en-US" sz="1600" dirty="0">
                <a:latin typeface="Century" panose="02040604050505020304" pitchFamily="18" charset="0"/>
              </a:rPr>
              <a:t>When optimizing broiler feed production, which is more important: ensuring the </a:t>
            </a:r>
            <a:r>
              <a:rPr lang="en-US" sz="1600" b="1" dirty="0">
                <a:latin typeface="Century" panose="02040604050505020304" pitchFamily="18" charset="0"/>
              </a:rPr>
              <a:t>Nutritional Adequacy &amp; Safety </a:t>
            </a:r>
            <a:r>
              <a:rPr lang="en-US" sz="1600" dirty="0">
                <a:latin typeface="Century" panose="02040604050505020304" pitchFamily="18" charset="0"/>
              </a:rPr>
              <a:t>or prioritizing </a:t>
            </a:r>
            <a:r>
              <a:rPr lang="en-US" sz="1600" b="1" dirty="0">
                <a:latin typeface="Century" panose="02040604050505020304" pitchFamily="18" charset="0"/>
              </a:rPr>
              <a:t>Ergonomic Safety </a:t>
            </a:r>
            <a:r>
              <a:rPr lang="en-US" sz="1600" dirty="0">
                <a:latin typeface="Century" panose="02040604050505020304" pitchFamily="18" charset="0"/>
              </a:rPr>
              <a:t>(reducing lifting strain, cardiovascular load, and manual handling risks for workers)? </a:t>
            </a:r>
          </a:p>
          <a:p>
            <a:pPr marL="0" indent="0">
              <a:buNone/>
            </a:pPr>
            <a:r>
              <a:rPr lang="en-IN" sz="1600" i="1" dirty="0">
                <a:latin typeface="Century" panose="02040604050505020304" pitchFamily="18" charset="0"/>
              </a:rPr>
              <a:t>Scale (1-9): </a:t>
            </a:r>
            <a:r>
              <a:rPr lang="en-IN" sz="1600" dirty="0">
                <a:latin typeface="Century" panose="02040604050505020304" pitchFamily="18" charset="0"/>
              </a:rPr>
              <a:t>______ </a:t>
            </a:r>
          </a:p>
          <a:p>
            <a:pPr marL="0" indent="0">
              <a:buNone/>
            </a:pPr>
            <a:r>
              <a:rPr lang="en-IN" sz="1600" i="1" dirty="0">
                <a:latin typeface="Century" panose="02040604050505020304" pitchFamily="18" charset="0"/>
              </a:rPr>
              <a:t>Which one is </a:t>
            </a:r>
            <a:r>
              <a:rPr lang="en-IN" sz="1600" i="1" dirty="0" err="1">
                <a:latin typeface="Century" panose="02040604050505020304" pitchFamily="18" charset="0"/>
              </a:rPr>
              <a:t>favored</a:t>
            </a:r>
            <a:r>
              <a:rPr lang="en-IN" sz="1600" i="1" dirty="0">
                <a:latin typeface="Century" panose="02040604050505020304" pitchFamily="18" charset="0"/>
              </a:rPr>
              <a:t>? </a:t>
            </a:r>
            <a:r>
              <a:rPr lang="en-IN" sz="1600" dirty="0">
                <a:latin typeface="Century" panose="02040604050505020304" pitchFamily="18" charset="0"/>
              </a:rPr>
              <a:t>______ </a:t>
            </a:r>
          </a:p>
          <a:p>
            <a:pPr marL="0" indent="0">
              <a:buNone/>
            </a:pPr>
            <a:endParaRPr lang="en-IN" sz="1600" dirty="0">
              <a:latin typeface="Century" panose="02040604050505020304" pitchFamily="18" charset="0"/>
            </a:endParaRPr>
          </a:p>
          <a:p>
            <a:pPr marL="0" indent="0">
              <a:buNone/>
            </a:pPr>
            <a:r>
              <a:rPr lang="en-US" sz="1600" b="1" dirty="0">
                <a:latin typeface="Century" panose="02040604050505020304" pitchFamily="18" charset="0"/>
              </a:rPr>
              <a:t>Question 4: Feed Quality vs. Cost Minimization </a:t>
            </a:r>
            <a:endParaRPr lang="en-US" sz="1600" dirty="0">
              <a:latin typeface="Century" panose="02040604050505020304" pitchFamily="18" charset="0"/>
            </a:endParaRPr>
          </a:p>
          <a:p>
            <a:pPr marL="0" indent="0">
              <a:buNone/>
            </a:pPr>
            <a:r>
              <a:rPr lang="en-US" sz="1600" dirty="0">
                <a:latin typeface="Century" panose="02040604050505020304" pitchFamily="18" charset="0"/>
              </a:rPr>
              <a:t>When optimizing broiler feed production, which is more important: maximizing </a:t>
            </a:r>
            <a:r>
              <a:rPr lang="en-US" sz="1600" b="1" dirty="0">
                <a:latin typeface="Century" panose="02040604050505020304" pitchFamily="18" charset="0"/>
              </a:rPr>
              <a:t>Feed Quality </a:t>
            </a:r>
            <a:r>
              <a:rPr lang="en-US" sz="1600" dirty="0">
                <a:latin typeface="Century" panose="02040604050505020304" pitchFamily="18" charset="0"/>
              </a:rPr>
              <a:t>(optimizing processing parameters for better pellets) or achieving </a:t>
            </a:r>
            <a:r>
              <a:rPr lang="en-US" sz="1600" b="1" dirty="0">
                <a:latin typeface="Century" panose="02040604050505020304" pitchFamily="18" charset="0"/>
              </a:rPr>
              <a:t>Cost Minimization</a:t>
            </a:r>
            <a:r>
              <a:rPr lang="en-US" sz="1600" dirty="0">
                <a:latin typeface="Century" panose="02040604050505020304" pitchFamily="18" charset="0"/>
              </a:rPr>
              <a:t>? </a:t>
            </a:r>
          </a:p>
          <a:p>
            <a:pPr marL="0" indent="0">
              <a:buNone/>
            </a:pPr>
            <a:r>
              <a:rPr lang="en-IN" sz="1600" i="1" dirty="0">
                <a:latin typeface="Century" panose="02040604050505020304" pitchFamily="18" charset="0"/>
              </a:rPr>
              <a:t>Scale (1-9): </a:t>
            </a:r>
            <a:r>
              <a:rPr lang="en-IN" sz="1600" dirty="0">
                <a:latin typeface="Century" panose="02040604050505020304" pitchFamily="18" charset="0"/>
              </a:rPr>
              <a:t>______ </a:t>
            </a:r>
          </a:p>
          <a:p>
            <a:pPr marL="0" indent="0">
              <a:buNone/>
            </a:pPr>
            <a:r>
              <a:rPr lang="en-IN" sz="1600" i="1" dirty="0">
                <a:latin typeface="Century" panose="02040604050505020304" pitchFamily="18" charset="0"/>
              </a:rPr>
              <a:t>Which one is </a:t>
            </a:r>
            <a:r>
              <a:rPr lang="en-IN" sz="1600" i="1" dirty="0" err="1">
                <a:latin typeface="Century" panose="02040604050505020304" pitchFamily="18" charset="0"/>
              </a:rPr>
              <a:t>favored</a:t>
            </a:r>
            <a:r>
              <a:rPr lang="en-IN" sz="1600" i="1" dirty="0">
                <a:latin typeface="Century" panose="02040604050505020304" pitchFamily="18" charset="0"/>
              </a:rPr>
              <a:t>? </a:t>
            </a:r>
            <a:r>
              <a:rPr lang="en-IN" sz="1600" dirty="0">
                <a:latin typeface="Century" panose="02040604050505020304" pitchFamily="18" charset="0"/>
              </a:rPr>
              <a:t>______ </a:t>
            </a:r>
          </a:p>
          <a:p>
            <a:pPr marL="0" indent="0">
              <a:buNone/>
            </a:pPr>
            <a:endParaRPr lang="en-IN" dirty="0"/>
          </a:p>
        </p:txBody>
      </p:sp>
    </p:spTree>
    <p:extLst>
      <p:ext uri="{BB962C8B-B14F-4D97-AF65-F5344CB8AC3E}">
        <p14:creationId xmlns:p14="http://schemas.microsoft.com/office/powerpoint/2010/main" val="34301642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3A06C4A-1D2C-167B-D3AA-748A7E629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CF4BD-E6DB-DAD6-A41F-57E233AC2342}"/>
              </a:ext>
            </a:extLst>
          </p:cNvPr>
          <p:cNvSpPr>
            <a:spLocks noGrp="1"/>
          </p:cNvSpPr>
          <p:nvPr>
            <p:ph type="title"/>
          </p:nvPr>
        </p:nvSpPr>
        <p:spPr/>
        <p:txBody>
          <a:bodyPr/>
          <a:lstStyle/>
          <a:p>
            <a:r>
              <a:rPr lang="en-IN" dirty="0"/>
              <a:t>AHP QUESTIONNAIRE</a:t>
            </a:r>
          </a:p>
        </p:txBody>
      </p:sp>
      <p:sp>
        <p:nvSpPr>
          <p:cNvPr id="3" name="Content Placeholder 2">
            <a:extLst>
              <a:ext uri="{FF2B5EF4-FFF2-40B4-BE49-F238E27FC236}">
                <a16:creationId xmlns:a16="http://schemas.microsoft.com/office/drawing/2014/main" id="{6630B99A-5D02-5678-13CC-085EB3FD3144}"/>
              </a:ext>
            </a:extLst>
          </p:cNvPr>
          <p:cNvSpPr>
            <a:spLocks noGrp="1"/>
          </p:cNvSpPr>
          <p:nvPr>
            <p:ph idx="1"/>
          </p:nvPr>
        </p:nvSpPr>
        <p:spPr>
          <a:xfrm>
            <a:off x="429768" y="1380744"/>
            <a:ext cx="10652760" cy="5030942"/>
          </a:xfrm>
        </p:spPr>
        <p:txBody>
          <a:bodyPr>
            <a:noAutofit/>
          </a:bodyPr>
          <a:lstStyle/>
          <a:p>
            <a:pPr marL="0" indent="0">
              <a:buNone/>
            </a:pPr>
            <a:endParaRPr lang="en-IN" sz="1600" dirty="0">
              <a:latin typeface="Century" panose="02040604050505020304" pitchFamily="18" charset="0"/>
            </a:endParaRPr>
          </a:p>
          <a:p>
            <a:pPr marL="0" indent="0">
              <a:buNone/>
            </a:pPr>
            <a:r>
              <a:rPr lang="en-US" sz="1600" dirty="0">
                <a:latin typeface="Century" panose="02040604050505020304" pitchFamily="18" charset="0"/>
              </a:rPr>
              <a:t> </a:t>
            </a:r>
            <a:r>
              <a:rPr lang="en-US" sz="1600" b="1" dirty="0">
                <a:latin typeface="Century" panose="02040604050505020304" pitchFamily="18" charset="0"/>
              </a:rPr>
              <a:t>Question 5: Feed Quality vs. Ergonomic Safety </a:t>
            </a:r>
            <a:endParaRPr lang="en-US" sz="1600" dirty="0">
              <a:latin typeface="Century" panose="02040604050505020304" pitchFamily="18" charset="0"/>
            </a:endParaRPr>
          </a:p>
          <a:p>
            <a:pPr marL="0" indent="0">
              <a:buNone/>
            </a:pPr>
            <a:r>
              <a:rPr lang="en-US" sz="1600" dirty="0">
                <a:latin typeface="Century" panose="02040604050505020304" pitchFamily="18" charset="0"/>
              </a:rPr>
              <a:t>When optimizing broiler feed production, which is more important: maximizing </a:t>
            </a:r>
            <a:r>
              <a:rPr lang="en-US" sz="1600" b="1" dirty="0">
                <a:latin typeface="Century" panose="02040604050505020304" pitchFamily="18" charset="0"/>
              </a:rPr>
              <a:t>Feed Quality </a:t>
            </a:r>
            <a:r>
              <a:rPr lang="en-US" sz="1600" dirty="0">
                <a:latin typeface="Century" panose="02040604050505020304" pitchFamily="18" charset="0"/>
              </a:rPr>
              <a:t>or prioritizing </a:t>
            </a:r>
            <a:r>
              <a:rPr lang="en-US" sz="1600" b="1" dirty="0">
                <a:latin typeface="Century" panose="02040604050505020304" pitchFamily="18" charset="0"/>
              </a:rPr>
              <a:t>Ergonomic Safety </a:t>
            </a:r>
            <a:r>
              <a:rPr lang="en-US" sz="1600" dirty="0">
                <a:latin typeface="Century" panose="02040604050505020304" pitchFamily="18" charset="0"/>
              </a:rPr>
              <a:t>(improving bagging weights and handling frequency)? </a:t>
            </a:r>
          </a:p>
          <a:p>
            <a:pPr marL="0" indent="0">
              <a:buNone/>
            </a:pPr>
            <a:r>
              <a:rPr lang="en-IN" sz="1600" i="1" dirty="0">
                <a:latin typeface="Century" panose="02040604050505020304" pitchFamily="18" charset="0"/>
              </a:rPr>
              <a:t>Scale (1-9): </a:t>
            </a:r>
            <a:r>
              <a:rPr lang="en-IN" sz="1600" dirty="0">
                <a:latin typeface="Century" panose="02040604050505020304" pitchFamily="18" charset="0"/>
              </a:rPr>
              <a:t>______ </a:t>
            </a:r>
          </a:p>
          <a:p>
            <a:pPr marL="0" indent="0">
              <a:buNone/>
            </a:pPr>
            <a:r>
              <a:rPr lang="en-IN" sz="1600" i="1" dirty="0">
                <a:latin typeface="Century" panose="02040604050505020304" pitchFamily="18" charset="0"/>
              </a:rPr>
              <a:t>Which one is </a:t>
            </a:r>
            <a:r>
              <a:rPr lang="en-IN" sz="1600" i="1" dirty="0" err="1">
                <a:latin typeface="Century" panose="02040604050505020304" pitchFamily="18" charset="0"/>
              </a:rPr>
              <a:t>favored</a:t>
            </a:r>
            <a:r>
              <a:rPr lang="en-IN" sz="1600" i="1" dirty="0">
                <a:latin typeface="Century" panose="02040604050505020304" pitchFamily="18" charset="0"/>
              </a:rPr>
              <a:t>? </a:t>
            </a:r>
            <a:r>
              <a:rPr lang="en-IN" sz="1600" dirty="0">
                <a:latin typeface="Century" panose="02040604050505020304" pitchFamily="18" charset="0"/>
              </a:rPr>
              <a:t>______ </a:t>
            </a:r>
          </a:p>
          <a:p>
            <a:pPr marL="0" indent="0">
              <a:buNone/>
            </a:pPr>
            <a:endParaRPr lang="en-IN" sz="1600" dirty="0">
              <a:latin typeface="Century" panose="02040604050505020304" pitchFamily="18" charset="0"/>
            </a:endParaRPr>
          </a:p>
          <a:p>
            <a:pPr marL="0" indent="0">
              <a:buNone/>
            </a:pPr>
            <a:r>
              <a:rPr lang="en-US" sz="1600" b="1" dirty="0">
                <a:latin typeface="Century" panose="02040604050505020304" pitchFamily="18" charset="0"/>
              </a:rPr>
              <a:t>Question 6: Cost Minimization vs. Ergonomic Safety </a:t>
            </a:r>
            <a:endParaRPr lang="en-US" sz="1600" dirty="0">
              <a:latin typeface="Century" panose="02040604050505020304" pitchFamily="18" charset="0"/>
            </a:endParaRPr>
          </a:p>
          <a:p>
            <a:pPr marL="0" indent="0">
              <a:buNone/>
            </a:pPr>
            <a:endParaRPr lang="en-IN" sz="1600" dirty="0">
              <a:latin typeface="Century" panose="02040604050505020304" pitchFamily="18" charset="0"/>
            </a:endParaRPr>
          </a:p>
          <a:p>
            <a:pPr marL="0" indent="0">
              <a:buNone/>
            </a:pPr>
            <a:r>
              <a:rPr lang="en-US" sz="1600" dirty="0">
                <a:latin typeface="Century" panose="02040604050505020304" pitchFamily="18" charset="0"/>
              </a:rPr>
              <a:t>When optimizing broiler feed production, which is more important: achieving </a:t>
            </a:r>
            <a:r>
              <a:rPr lang="en-US" sz="1600" b="1" dirty="0">
                <a:latin typeface="Century" panose="02040604050505020304" pitchFamily="18" charset="0"/>
              </a:rPr>
              <a:t>Cost Minimization </a:t>
            </a:r>
            <a:r>
              <a:rPr lang="en-US" sz="1600" dirty="0">
                <a:latin typeface="Century" panose="02040604050505020304" pitchFamily="18" charset="0"/>
              </a:rPr>
              <a:t>or prioritizing </a:t>
            </a:r>
            <a:r>
              <a:rPr lang="en-US" sz="1600" b="1" dirty="0">
                <a:latin typeface="Century" panose="02040604050505020304" pitchFamily="18" charset="0"/>
              </a:rPr>
              <a:t>Ergonomic Safety </a:t>
            </a:r>
            <a:r>
              <a:rPr lang="en-US" sz="1600" dirty="0">
                <a:latin typeface="Century" panose="02040604050505020304" pitchFamily="18" charset="0"/>
              </a:rPr>
              <a:t>for the workers? </a:t>
            </a:r>
          </a:p>
          <a:p>
            <a:pPr marL="0" indent="0">
              <a:buNone/>
            </a:pPr>
            <a:r>
              <a:rPr lang="en-IN" sz="1600" i="1" dirty="0">
                <a:latin typeface="Century" panose="02040604050505020304" pitchFamily="18" charset="0"/>
              </a:rPr>
              <a:t>Scale (1-9): </a:t>
            </a:r>
            <a:r>
              <a:rPr lang="en-IN" sz="1600" dirty="0">
                <a:latin typeface="Century" panose="02040604050505020304" pitchFamily="18" charset="0"/>
              </a:rPr>
              <a:t>______ </a:t>
            </a:r>
          </a:p>
          <a:p>
            <a:pPr marL="0" indent="0">
              <a:buNone/>
            </a:pPr>
            <a:r>
              <a:rPr lang="en-IN" sz="1600" i="1" dirty="0">
                <a:latin typeface="Century" panose="02040604050505020304" pitchFamily="18" charset="0"/>
              </a:rPr>
              <a:t>Which one is </a:t>
            </a:r>
            <a:r>
              <a:rPr lang="en-IN" sz="1600" i="1" dirty="0" err="1">
                <a:latin typeface="Century" panose="02040604050505020304" pitchFamily="18" charset="0"/>
              </a:rPr>
              <a:t>favored</a:t>
            </a:r>
            <a:r>
              <a:rPr lang="en-IN" sz="1600" i="1" dirty="0">
                <a:latin typeface="Century" panose="02040604050505020304" pitchFamily="18" charset="0"/>
              </a:rPr>
              <a:t>? </a:t>
            </a:r>
            <a:r>
              <a:rPr lang="en-IN" sz="1600" dirty="0">
                <a:latin typeface="Century" panose="02040604050505020304" pitchFamily="18" charset="0"/>
              </a:rPr>
              <a:t>______ </a:t>
            </a:r>
          </a:p>
        </p:txBody>
      </p:sp>
    </p:spTree>
    <p:extLst>
      <p:ext uri="{BB962C8B-B14F-4D97-AF65-F5344CB8AC3E}">
        <p14:creationId xmlns:p14="http://schemas.microsoft.com/office/powerpoint/2010/main" val="11152104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D819-3467-6621-29AD-320B8760236F}"/>
              </a:ext>
            </a:extLst>
          </p:cNvPr>
          <p:cNvSpPr>
            <a:spLocks noGrp="1"/>
          </p:cNvSpPr>
          <p:nvPr>
            <p:ph type="title"/>
          </p:nvPr>
        </p:nvSpPr>
        <p:spPr/>
        <p:txBody>
          <a:bodyPr/>
          <a:lstStyle/>
          <a:p>
            <a:r>
              <a:rPr lang="en-IN" dirty="0"/>
              <a:t>AHP Priority Weight Calculation</a:t>
            </a:r>
          </a:p>
        </p:txBody>
      </p:sp>
      <p:graphicFrame>
        <p:nvGraphicFramePr>
          <p:cNvPr id="4" name="Content Placeholder 3">
            <a:extLst>
              <a:ext uri="{FF2B5EF4-FFF2-40B4-BE49-F238E27FC236}">
                <a16:creationId xmlns:a16="http://schemas.microsoft.com/office/drawing/2014/main" id="{C1C283BD-A4EE-0F20-6F92-FD2102044D82}"/>
              </a:ext>
            </a:extLst>
          </p:cNvPr>
          <p:cNvGraphicFramePr>
            <a:graphicFrameLocks noGrp="1"/>
          </p:cNvGraphicFramePr>
          <p:nvPr>
            <p:ph idx="1"/>
            <p:extLst>
              <p:ext uri="{D42A27DB-BD31-4B8C-83A1-F6EECF244321}">
                <p14:modId xmlns:p14="http://schemas.microsoft.com/office/powerpoint/2010/main" val="3156474468"/>
              </p:ext>
            </p:extLst>
          </p:nvPr>
        </p:nvGraphicFramePr>
        <p:xfrm>
          <a:off x="430213" y="2917031"/>
          <a:ext cx="10652125" cy="1828800"/>
        </p:xfrm>
        <a:graphic>
          <a:graphicData uri="http://schemas.openxmlformats.org/drawingml/2006/table">
            <a:tbl>
              <a:tblPr/>
              <a:tblGrid>
                <a:gridCol w="2130425">
                  <a:extLst>
                    <a:ext uri="{9D8B030D-6E8A-4147-A177-3AD203B41FA5}">
                      <a16:colId xmlns:a16="http://schemas.microsoft.com/office/drawing/2014/main" val="3321974475"/>
                    </a:ext>
                  </a:extLst>
                </a:gridCol>
                <a:gridCol w="2130425">
                  <a:extLst>
                    <a:ext uri="{9D8B030D-6E8A-4147-A177-3AD203B41FA5}">
                      <a16:colId xmlns:a16="http://schemas.microsoft.com/office/drawing/2014/main" val="866279138"/>
                    </a:ext>
                  </a:extLst>
                </a:gridCol>
                <a:gridCol w="2130425">
                  <a:extLst>
                    <a:ext uri="{9D8B030D-6E8A-4147-A177-3AD203B41FA5}">
                      <a16:colId xmlns:a16="http://schemas.microsoft.com/office/drawing/2014/main" val="1006288294"/>
                    </a:ext>
                  </a:extLst>
                </a:gridCol>
                <a:gridCol w="2130425">
                  <a:extLst>
                    <a:ext uri="{9D8B030D-6E8A-4147-A177-3AD203B41FA5}">
                      <a16:colId xmlns:a16="http://schemas.microsoft.com/office/drawing/2014/main" val="1305399010"/>
                    </a:ext>
                  </a:extLst>
                </a:gridCol>
                <a:gridCol w="2130425">
                  <a:extLst>
                    <a:ext uri="{9D8B030D-6E8A-4147-A177-3AD203B41FA5}">
                      <a16:colId xmlns:a16="http://schemas.microsoft.com/office/drawing/2014/main" val="4154247518"/>
                    </a:ext>
                  </a:extLst>
                </a:gridCol>
              </a:tblGrid>
              <a:tr h="0">
                <a:tc>
                  <a:txBody>
                    <a:bodyPr/>
                    <a:lstStyle/>
                    <a:p>
                      <a:pPr>
                        <a:buNone/>
                      </a:pPr>
                      <a:r>
                        <a:rPr lang="en-IN"/>
                        <a:t>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Nutrition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Ergonomics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5924940"/>
                  </a:ext>
                </a:extLst>
              </a:tr>
              <a:tr h="0">
                <a:tc>
                  <a:txBody>
                    <a:bodyPr/>
                    <a:lstStyle/>
                    <a:p>
                      <a:pPr>
                        <a:buNone/>
                      </a:pPr>
                      <a:r>
                        <a:rPr lang="en-IN"/>
                        <a:t>Nutrition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6986877"/>
                  </a:ext>
                </a:extLst>
              </a:tr>
              <a:tr h="0">
                <a:tc>
                  <a:txBody>
                    <a:bodyPr/>
                    <a:lstStyle/>
                    <a:p>
                      <a:pPr>
                        <a:buNone/>
                      </a:pPr>
                      <a:r>
                        <a:rPr lang="en-IN"/>
                        <a:t>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5181738"/>
                  </a:ext>
                </a:extLst>
              </a:tr>
              <a:tr h="0">
                <a:tc>
                  <a:txBody>
                    <a:bodyPr/>
                    <a:lstStyle/>
                    <a:p>
                      <a:pPr>
                        <a:buNone/>
                      </a:pPr>
                      <a:r>
                        <a:rPr lang="en-IN"/>
                        <a:t>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8809882"/>
                  </a:ext>
                </a:extLst>
              </a:tr>
              <a:tr h="0">
                <a:tc>
                  <a:txBody>
                    <a:bodyPr/>
                    <a:lstStyle/>
                    <a:p>
                      <a:pPr>
                        <a:buNone/>
                      </a:pPr>
                      <a:r>
                        <a:rPr lang="en-IN"/>
                        <a:t>Ergonomics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0185628"/>
                  </a:ext>
                </a:extLst>
              </a:tr>
            </a:tbl>
          </a:graphicData>
        </a:graphic>
      </p:graphicFrame>
      <p:sp>
        <p:nvSpPr>
          <p:cNvPr id="5" name="TextBox 4">
            <a:extLst>
              <a:ext uri="{FF2B5EF4-FFF2-40B4-BE49-F238E27FC236}">
                <a16:creationId xmlns:a16="http://schemas.microsoft.com/office/drawing/2014/main" id="{24567537-535E-20D0-05DA-488D324F0BBF}"/>
              </a:ext>
            </a:extLst>
          </p:cNvPr>
          <p:cNvSpPr txBox="1"/>
          <p:nvPr/>
        </p:nvSpPr>
        <p:spPr>
          <a:xfrm>
            <a:off x="870857" y="1687286"/>
            <a:ext cx="3918857" cy="369332"/>
          </a:xfrm>
          <a:prstGeom prst="rect">
            <a:avLst/>
          </a:prstGeom>
          <a:noFill/>
        </p:spPr>
        <p:txBody>
          <a:bodyPr wrap="square" rtlCol="0">
            <a:spAutoFit/>
          </a:bodyPr>
          <a:lstStyle/>
          <a:p>
            <a:r>
              <a:rPr lang="en-IN" dirty="0"/>
              <a:t>Pairwise Comparison Matrix</a:t>
            </a:r>
          </a:p>
        </p:txBody>
      </p:sp>
    </p:spTree>
    <p:extLst>
      <p:ext uri="{BB962C8B-B14F-4D97-AF65-F5344CB8AC3E}">
        <p14:creationId xmlns:p14="http://schemas.microsoft.com/office/powerpoint/2010/main" val="15689261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F6EF-C279-217C-EB6A-26EFD2C6F11D}"/>
              </a:ext>
            </a:extLst>
          </p:cNvPr>
          <p:cNvSpPr>
            <a:spLocks noGrp="1"/>
          </p:cNvSpPr>
          <p:nvPr>
            <p:ph type="title"/>
          </p:nvPr>
        </p:nvSpPr>
        <p:spPr/>
        <p:txBody>
          <a:bodyPr/>
          <a:lstStyle/>
          <a:p>
            <a:r>
              <a:rPr lang="en-IN" dirty="0"/>
              <a:t>AHP Priority Weight Calculation</a:t>
            </a:r>
          </a:p>
        </p:txBody>
      </p:sp>
      <p:graphicFrame>
        <p:nvGraphicFramePr>
          <p:cNvPr id="4" name="Content Placeholder 3">
            <a:extLst>
              <a:ext uri="{FF2B5EF4-FFF2-40B4-BE49-F238E27FC236}">
                <a16:creationId xmlns:a16="http://schemas.microsoft.com/office/drawing/2014/main" id="{AA9A7E08-8EED-ECE5-C7D5-06E50E25748E}"/>
              </a:ext>
            </a:extLst>
          </p:cNvPr>
          <p:cNvGraphicFramePr>
            <a:graphicFrameLocks noGrp="1"/>
          </p:cNvGraphicFramePr>
          <p:nvPr>
            <p:ph idx="1"/>
            <p:extLst>
              <p:ext uri="{D42A27DB-BD31-4B8C-83A1-F6EECF244321}">
                <p14:modId xmlns:p14="http://schemas.microsoft.com/office/powerpoint/2010/main" val="2925525699"/>
              </p:ext>
            </p:extLst>
          </p:nvPr>
        </p:nvGraphicFramePr>
        <p:xfrm>
          <a:off x="430213" y="2779871"/>
          <a:ext cx="10652124" cy="2103120"/>
        </p:xfrm>
        <a:graphic>
          <a:graphicData uri="http://schemas.openxmlformats.org/drawingml/2006/table">
            <a:tbl>
              <a:tblPr/>
              <a:tblGrid>
                <a:gridCol w="1775354">
                  <a:extLst>
                    <a:ext uri="{9D8B030D-6E8A-4147-A177-3AD203B41FA5}">
                      <a16:colId xmlns:a16="http://schemas.microsoft.com/office/drawing/2014/main" val="1978614071"/>
                    </a:ext>
                  </a:extLst>
                </a:gridCol>
                <a:gridCol w="1775354">
                  <a:extLst>
                    <a:ext uri="{9D8B030D-6E8A-4147-A177-3AD203B41FA5}">
                      <a16:colId xmlns:a16="http://schemas.microsoft.com/office/drawing/2014/main" val="3495134271"/>
                    </a:ext>
                  </a:extLst>
                </a:gridCol>
                <a:gridCol w="1775354">
                  <a:extLst>
                    <a:ext uri="{9D8B030D-6E8A-4147-A177-3AD203B41FA5}">
                      <a16:colId xmlns:a16="http://schemas.microsoft.com/office/drawing/2014/main" val="2225768337"/>
                    </a:ext>
                  </a:extLst>
                </a:gridCol>
                <a:gridCol w="1775354">
                  <a:extLst>
                    <a:ext uri="{9D8B030D-6E8A-4147-A177-3AD203B41FA5}">
                      <a16:colId xmlns:a16="http://schemas.microsoft.com/office/drawing/2014/main" val="432625474"/>
                    </a:ext>
                  </a:extLst>
                </a:gridCol>
                <a:gridCol w="1775354">
                  <a:extLst>
                    <a:ext uri="{9D8B030D-6E8A-4147-A177-3AD203B41FA5}">
                      <a16:colId xmlns:a16="http://schemas.microsoft.com/office/drawing/2014/main" val="610972694"/>
                    </a:ext>
                  </a:extLst>
                </a:gridCol>
                <a:gridCol w="1775354">
                  <a:extLst>
                    <a:ext uri="{9D8B030D-6E8A-4147-A177-3AD203B41FA5}">
                      <a16:colId xmlns:a16="http://schemas.microsoft.com/office/drawing/2014/main" val="1192683286"/>
                    </a:ext>
                  </a:extLst>
                </a:gridCol>
              </a:tblGrid>
              <a:tr h="0">
                <a:tc>
                  <a:txBody>
                    <a:bodyPr/>
                    <a:lstStyle/>
                    <a:p>
                      <a:pPr>
                        <a:buNone/>
                      </a:pPr>
                      <a:r>
                        <a:rPr lang="en-IN"/>
                        <a:t>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Row Avg (Weight)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0962349"/>
                  </a:ext>
                </a:extLst>
              </a:tr>
              <a:tr h="0">
                <a:tc>
                  <a:txBody>
                    <a:bodyPr/>
                    <a:lstStyle/>
                    <a:p>
                      <a:pPr>
                        <a:buNone/>
                      </a:pPr>
                      <a:r>
                        <a:rPr lang="en-IN"/>
                        <a:t>Nutrition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0.597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0.662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0.536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0.438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0.558</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8582069"/>
                  </a:ext>
                </a:extLst>
              </a:tr>
              <a:tr h="0">
                <a:tc>
                  <a:txBody>
                    <a:bodyPr/>
                    <a:lstStyle/>
                    <a:p>
                      <a:pPr>
                        <a:buNone/>
                      </a:pPr>
                      <a:r>
                        <a:rPr lang="en-IN"/>
                        <a:t>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0.199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0.221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0.321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0.313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0.264</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7244595"/>
                  </a:ext>
                </a:extLst>
              </a:tr>
              <a:tr h="0">
                <a:tc>
                  <a:txBody>
                    <a:bodyPr/>
                    <a:lstStyle/>
                    <a:p>
                      <a:pPr>
                        <a:buNone/>
                      </a:pPr>
                      <a:r>
                        <a:rPr lang="en-IN"/>
                        <a:t>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0.119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0.073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0.107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0.188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0.122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9891338"/>
                  </a:ext>
                </a:extLst>
              </a:tr>
              <a:tr h="0">
                <a:tc>
                  <a:txBody>
                    <a:bodyPr/>
                    <a:lstStyle/>
                    <a:p>
                      <a:pPr>
                        <a:buNone/>
                      </a:pPr>
                      <a:r>
                        <a:rPr lang="en-IN"/>
                        <a:t>Ergonomics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0.044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0.036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0.063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0.056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676606"/>
                  </a:ext>
                </a:extLst>
              </a:tr>
            </a:tbl>
          </a:graphicData>
        </a:graphic>
      </p:graphicFrame>
      <p:sp>
        <p:nvSpPr>
          <p:cNvPr id="5" name="Rectangle 1">
            <a:extLst>
              <a:ext uri="{FF2B5EF4-FFF2-40B4-BE49-F238E27FC236}">
                <a16:creationId xmlns:a16="http://schemas.microsoft.com/office/drawing/2014/main" id="{C39110A5-BAD4-A919-D3E8-A91398FD7C2B}"/>
              </a:ext>
            </a:extLst>
          </p:cNvPr>
          <p:cNvSpPr>
            <a:spLocks noChangeArrowheads="1"/>
          </p:cNvSpPr>
          <p:nvPr/>
        </p:nvSpPr>
        <p:spPr bwMode="auto">
          <a:xfrm>
            <a:off x="391884" y="198119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Normalized Matrix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62809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0BE92D-144B-C8BE-B6E0-2F0F1782D5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1843A-3C7C-9B80-9C6D-6A1E7BAEA93E}"/>
              </a:ext>
            </a:extLst>
          </p:cNvPr>
          <p:cNvSpPr>
            <a:spLocks noGrp="1"/>
          </p:cNvSpPr>
          <p:nvPr>
            <p:ph type="title"/>
          </p:nvPr>
        </p:nvSpPr>
        <p:spPr/>
        <p:txBody>
          <a:bodyPr/>
          <a:lstStyle/>
          <a:p>
            <a:r>
              <a:rPr lang="en-IN" dirty="0"/>
              <a:t>AHP Priority Weight Calculation</a:t>
            </a:r>
          </a:p>
        </p:txBody>
      </p:sp>
      <p:sp>
        <p:nvSpPr>
          <p:cNvPr id="5" name="Rectangle 1">
            <a:extLst>
              <a:ext uri="{FF2B5EF4-FFF2-40B4-BE49-F238E27FC236}">
                <a16:creationId xmlns:a16="http://schemas.microsoft.com/office/drawing/2014/main" id="{E09322F3-8235-36C7-E55D-3E1FAA35E137}"/>
              </a:ext>
            </a:extLst>
          </p:cNvPr>
          <p:cNvSpPr>
            <a:spLocks noChangeArrowheads="1"/>
          </p:cNvSpPr>
          <p:nvPr/>
        </p:nvSpPr>
        <p:spPr bwMode="auto">
          <a:xfrm>
            <a:off x="391884" y="2025128"/>
            <a:ext cx="22717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dirty="0"/>
              <a:t>Consistency Check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755B4D9-A63D-8D69-083C-B5853185087C}"/>
                  </a:ext>
                </a:extLst>
              </p:cNvPr>
              <p:cNvSpPr>
                <a:spLocks noGrp="1"/>
              </p:cNvSpPr>
              <p:nvPr>
                <p:ph idx="1"/>
              </p:nvPr>
            </p:nvSpPr>
            <p:spPr>
              <a:xfrm>
                <a:off x="625711" y="2839431"/>
                <a:ext cx="10652760" cy="4901184"/>
              </a:xfrm>
            </p:spPr>
            <p:txBody>
              <a:bodyPr/>
              <a:lstStyle/>
              <a:p>
                <a:pPr marL="0" indent="0">
                  <a:buNone/>
                </a:pPr>
                <a:r>
                  <a:rPr lang="el-GR" dirty="0"/>
                  <a:t>λ</a:t>
                </a:r>
                <a:r>
                  <a:rPr lang="en-IN" dirty="0"/>
                  <a:t>max​=4.08 </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𝐶𝐼</m:t>
                      </m:r>
                      <m:r>
                        <a:rPr lang="en-IN">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𝜆</m:t>
                              </m:r>
                            </m:e>
                            <m:sub>
                              <m:r>
                                <a:rPr lang="ar-AE" i="1">
                                  <a:latin typeface="Cambria Math" panose="02040503050406030204" pitchFamily="18" charset="0"/>
                                </a:rPr>
                                <m:t>𝑚𝑎𝑥</m:t>
                              </m:r>
                            </m:sub>
                          </m:sSub>
                          <m:r>
                            <a:rPr lang="ar-AE">
                              <a:latin typeface="Cambria Math" panose="02040503050406030204" pitchFamily="18" charset="0"/>
                            </a:rPr>
                            <m:t>−</m:t>
                          </m:r>
                          <m:r>
                            <a:rPr lang="ar-AE" i="1">
                              <a:latin typeface="Cambria Math" panose="02040503050406030204" pitchFamily="18" charset="0"/>
                            </a:rPr>
                            <m:t>𝑛</m:t>
                          </m:r>
                        </m:num>
                        <m:den>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0267</m:t>
                      </m:r>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𝐶𝑅</m:t>
                      </m:r>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𝐶𝐼</m:t>
                          </m:r>
                        </m:num>
                        <m:den>
                          <m:r>
                            <a:rPr lang="ar-AE" i="1">
                              <a:latin typeface="Cambria Math" panose="02040503050406030204" pitchFamily="18" charset="0"/>
                            </a:rPr>
                            <m:t>𝑅𝐼</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0296</m:t>
                      </m:r>
                    </m:oMath>
                  </m:oMathPara>
                </a14:m>
                <a:endParaRPr lang="ar-AE" dirty="0"/>
              </a:p>
              <a:p>
                <a:pPr marL="0" indent="0">
                  <a:buNone/>
                </a:pPr>
                <a:endParaRPr lang="en-IN" dirty="0"/>
              </a:p>
            </p:txBody>
          </p:sp>
        </mc:Choice>
        <mc:Fallback xmlns="">
          <p:sp>
            <p:nvSpPr>
              <p:cNvPr id="6" name="Content Placeholder 5">
                <a:extLst>
                  <a:ext uri="{FF2B5EF4-FFF2-40B4-BE49-F238E27FC236}">
                    <a16:creationId xmlns:a16="http://schemas.microsoft.com/office/drawing/2014/main" id="{F755B4D9-A63D-8D69-083C-B5853185087C}"/>
                  </a:ext>
                </a:extLst>
              </p:cNvPr>
              <p:cNvSpPr>
                <a:spLocks noGrp="1" noRot="1" noChangeAspect="1" noMove="1" noResize="1" noEditPoints="1" noAdjustHandles="1" noChangeArrowheads="1" noChangeShapeType="1" noTextEdit="1"/>
              </p:cNvSpPr>
              <p:nvPr>
                <p:ph idx="1"/>
              </p:nvPr>
            </p:nvSpPr>
            <p:spPr>
              <a:xfrm>
                <a:off x="625711" y="2839431"/>
                <a:ext cx="10652760" cy="4901184"/>
              </a:xfrm>
              <a:blipFill>
                <a:blip r:embed="rId2"/>
                <a:stretch>
                  <a:fillRect l="-515" t="-124"/>
                </a:stretch>
              </a:blipFill>
            </p:spPr>
            <p:txBody>
              <a:bodyPr/>
              <a:lstStyle/>
              <a:p>
                <a:r>
                  <a:rPr lang="en-IN">
                    <a:noFill/>
                  </a:rPr>
                  <a:t> </a:t>
                </a:r>
              </a:p>
            </p:txBody>
          </p:sp>
        </mc:Fallback>
      </mc:AlternateContent>
    </p:spTree>
    <p:extLst>
      <p:ext uri="{BB962C8B-B14F-4D97-AF65-F5344CB8AC3E}">
        <p14:creationId xmlns:p14="http://schemas.microsoft.com/office/powerpoint/2010/main" val="31690860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94B39D-2ECB-5FB3-1235-4F69A40C1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FF018-CCA9-85FE-4547-78056A3C765A}"/>
              </a:ext>
            </a:extLst>
          </p:cNvPr>
          <p:cNvSpPr>
            <a:spLocks noGrp="1"/>
          </p:cNvSpPr>
          <p:nvPr>
            <p:ph type="title"/>
          </p:nvPr>
        </p:nvSpPr>
        <p:spPr/>
        <p:txBody>
          <a:bodyPr/>
          <a:lstStyle/>
          <a:p>
            <a:r>
              <a:rPr lang="en-IN" dirty="0"/>
              <a:t>MINITAB ANALYSIS</a:t>
            </a:r>
          </a:p>
        </p:txBody>
      </p:sp>
      <p:pic>
        <p:nvPicPr>
          <p:cNvPr id="8" name="Picture 7">
            <a:extLst>
              <a:ext uri="{FF2B5EF4-FFF2-40B4-BE49-F238E27FC236}">
                <a16:creationId xmlns:a16="http://schemas.microsoft.com/office/drawing/2014/main" id="{E9D08E52-CDB4-F16F-FA6F-7D15021EE0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8572"/>
            <a:ext cx="12192000" cy="4440855"/>
          </a:xfrm>
          <a:prstGeom prst="rect">
            <a:avLst/>
          </a:prstGeom>
        </p:spPr>
      </p:pic>
    </p:spTree>
    <p:extLst>
      <p:ext uri="{BB962C8B-B14F-4D97-AF65-F5344CB8AC3E}">
        <p14:creationId xmlns:p14="http://schemas.microsoft.com/office/powerpoint/2010/main" val="6549066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257996-7F8F-A10E-14D8-56F20DC8C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3547" y="1176023"/>
            <a:ext cx="7744906" cy="4505954"/>
          </a:xfrm>
          <a:prstGeom prst="rect">
            <a:avLst/>
          </a:prstGeom>
        </p:spPr>
      </p:pic>
    </p:spTree>
    <p:extLst>
      <p:ext uri="{BB962C8B-B14F-4D97-AF65-F5344CB8AC3E}">
        <p14:creationId xmlns:p14="http://schemas.microsoft.com/office/powerpoint/2010/main" val="20369418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BBDDFE-6A29-E5AD-DCAA-A9243D5EEC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2626" y="718759"/>
            <a:ext cx="7506748" cy="5420481"/>
          </a:xfrm>
          <a:prstGeom prst="rect">
            <a:avLst/>
          </a:prstGeom>
        </p:spPr>
      </p:pic>
    </p:spTree>
    <p:extLst>
      <p:ext uri="{BB962C8B-B14F-4D97-AF65-F5344CB8AC3E}">
        <p14:creationId xmlns:p14="http://schemas.microsoft.com/office/powerpoint/2010/main" val="33600816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97A6BA-05A1-2A2A-317D-B8CB9F881A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04457"/>
            <a:ext cx="12192000" cy="4049086"/>
          </a:xfrm>
          <a:prstGeom prst="rect">
            <a:avLst/>
          </a:prstGeom>
        </p:spPr>
      </p:pic>
    </p:spTree>
    <p:extLst>
      <p:ext uri="{BB962C8B-B14F-4D97-AF65-F5344CB8AC3E}">
        <p14:creationId xmlns:p14="http://schemas.microsoft.com/office/powerpoint/2010/main" val="24435716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4EE9CC-C336-0476-2B71-020028B150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415" y="647312"/>
            <a:ext cx="8383170" cy="5563376"/>
          </a:xfrm>
          <a:prstGeom prst="rect">
            <a:avLst/>
          </a:prstGeom>
        </p:spPr>
      </p:pic>
    </p:spTree>
    <p:extLst>
      <p:ext uri="{BB962C8B-B14F-4D97-AF65-F5344CB8AC3E}">
        <p14:creationId xmlns:p14="http://schemas.microsoft.com/office/powerpoint/2010/main" val="12903438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314E49A-06A4-64B7-963A-BB5CF08927C7}"/>
              </a:ext>
            </a:extLst>
          </p:cNvPr>
          <p:cNvSpPr>
            <a:spLocks noGrp="1"/>
          </p:cNvSpPr>
          <p:nvPr>
            <p:ph type="title"/>
          </p:nvPr>
        </p:nvSpPr>
        <p:spPr>
          <a:xfrm>
            <a:off x="429767" y="233390"/>
            <a:ext cx="4480560" cy="1527048"/>
          </a:xfrm>
        </p:spPr>
        <p:txBody>
          <a:bodyPr/>
          <a:lstStyle/>
          <a:p>
            <a:r>
              <a:rPr lang="en-US" dirty="0"/>
              <a:t>DYNAMIC PRICING (PRE STARTER &amp; STARTER)</a:t>
            </a:r>
          </a:p>
        </p:txBody>
      </p:sp>
      <p:pic>
        <p:nvPicPr>
          <p:cNvPr id="5" name="Picture 4">
            <a:extLst>
              <a:ext uri="{FF2B5EF4-FFF2-40B4-BE49-F238E27FC236}">
                <a16:creationId xmlns:a16="http://schemas.microsoft.com/office/drawing/2014/main" id="{C9C4B386-F048-9E3B-374A-C4061D8FAAC6}"/>
              </a:ext>
            </a:extLst>
          </p:cNvPr>
          <p:cNvPicPr>
            <a:picLocks noChangeAspect="1"/>
          </p:cNvPicPr>
          <p:nvPr/>
        </p:nvPicPr>
        <p:blipFill>
          <a:blip r:embed="rId2">
            <a:extLst>
              <a:ext uri="{28A0092B-C50C-407E-A947-70E740481C1C}">
                <a14:useLocalDpi xmlns:a14="http://schemas.microsoft.com/office/drawing/2010/main" val="0"/>
              </a:ext>
            </a:extLst>
          </a:blip>
          <a:srcRect l="423" r="23086" b="2"/>
          <a:stretch>
            <a:fillRect/>
          </a:stretch>
        </p:blipFill>
        <p:spPr>
          <a:xfrm>
            <a:off x="429767" y="2276856"/>
            <a:ext cx="4480560" cy="4041648"/>
          </a:xfrm>
          <a:prstGeom prst="rect">
            <a:avLst/>
          </a:prstGeom>
          <a:noFill/>
        </p:spPr>
      </p:pic>
      <p:pic>
        <p:nvPicPr>
          <p:cNvPr id="3" name="Picture 2">
            <a:extLst>
              <a:ext uri="{FF2B5EF4-FFF2-40B4-BE49-F238E27FC236}">
                <a16:creationId xmlns:a16="http://schemas.microsoft.com/office/drawing/2014/main" id="{9C73E37E-B78E-102A-4250-59D674649DC5}"/>
              </a:ext>
            </a:extLst>
          </p:cNvPr>
          <p:cNvPicPr>
            <a:picLocks noChangeAspect="1"/>
          </p:cNvPicPr>
          <p:nvPr/>
        </p:nvPicPr>
        <p:blipFill>
          <a:blip r:embed="rId3">
            <a:extLst>
              <a:ext uri="{28A0092B-C50C-407E-A947-70E740481C1C}">
                <a14:useLocalDpi xmlns:a14="http://schemas.microsoft.com/office/drawing/2010/main" val="0"/>
              </a:ext>
            </a:extLst>
          </a:blip>
          <a:srcRect l="2965" t="5614" r="22648"/>
          <a:stretch>
            <a:fillRect/>
          </a:stretch>
        </p:blipFill>
        <p:spPr>
          <a:xfrm>
            <a:off x="5661394" y="359228"/>
            <a:ext cx="6454406" cy="6039913"/>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noFill/>
        </p:spPr>
      </p:pic>
    </p:spTree>
    <p:extLst>
      <p:ext uri="{BB962C8B-B14F-4D97-AF65-F5344CB8AC3E}">
        <p14:creationId xmlns:p14="http://schemas.microsoft.com/office/powerpoint/2010/main" val="36121986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932459-18E7-ADBA-3FBB-4C526073C8E1}"/>
              </a:ext>
            </a:extLst>
          </p:cNvPr>
          <p:cNvSpPr>
            <a:spLocks noGrp="1"/>
          </p:cNvSpPr>
          <p:nvPr>
            <p:ph type="title"/>
          </p:nvPr>
        </p:nvSpPr>
        <p:spPr>
          <a:xfrm>
            <a:off x="429768" y="603504"/>
            <a:ext cx="4480560" cy="1527048"/>
          </a:xfrm>
        </p:spPr>
        <p:txBody>
          <a:bodyPr/>
          <a:lstStyle/>
          <a:p>
            <a:r>
              <a:rPr lang="en-US" dirty="0"/>
              <a:t>DYNAMIC PRICING ( STARTER &amp; FINISHER)</a:t>
            </a:r>
          </a:p>
        </p:txBody>
      </p:sp>
      <p:pic>
        <p:nvPicPr>
          <p:cNvPr id="5" name="Picture 4">
            <a:extLst>
              <a:ext uri="{FF2B5EF4-FFF2-40B4-BE49-F238E27FC236}">
                <a16:creationId xmlns:a16="http://schemas.microsoft.com/office/drawing/2014/main" id="{6E480D65-13A0-3735-E88A-91B7AAAB73B4}"/>
              </a:ext>
            </a:extLst>
          </p:cNvPr>
          <p:cNvPicPr>
            <a:picLocks noChangeAspect="1"/>
          </p:cNvPicPr>
          <p:nvPr/>
        </p:nvPicPr>
        <p:blipFill>
          <a:blip r:embed="rId2">
            <a:extLst>
              <a:ext uri="{28A0092B-C50C-407E-A947-70E740481C1C}">
                <a14:useLocalDpi xmlns:a14="http://schemas.microsoft.com/office/drawing/2010/main" val="0"/>
              </a:ext>
            </a:extLst>
          </a:blip>
          <a:srcRect l="2468" r="11798"/>
          <a:stretch>
            <a:fillRect/>
          </a:stretch>
        </p:blipFill>
        <p:spPr>
          <a:xfrm>
            <a:off x="5737594" y="10"/>
            <a:ext cx="6454406" cy="639914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noFill/>
        </p:spPr>
      </p:pic>
      <p:pic>
        <p:nvPicPr>
          <p:cNvPr id="7" name="Picture 6">
            <a:extLst>
              <a:ext uri="{FF2B5EF4-FFF2-40B4-BE49-F238E27FC236}">
                <a16:creationId xmlns:a16="http://schemas.microsoft.com/office/drawing/2014/main" id="{15FF0E03-0D6D-62D5-FDC8-4BDBD31BF6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 y="2926080"/>
            <a:ext cx="5760793" cy="3328416"/>
          </a:xfrm>
          <a:prstGeom prst="rect">
            <a:avLst/>
          </a:prstGeom>
        </p:spPr>
      </p:pic>
    </p:spTree>
    <p:extLst>
      <p:ext uri="{BB962C8B-B14F-4D97-AF65-F5344CB8AC3E}">
        <p14:creationId xmlns:p14="http://schemas.microsoft.com/office/powerpoint/2010/main" val="1015381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9AA5DA-2671-CF7C-7A92-A5F9B60548CD}"/>
              </a:ext>
            </a:extLst>
          </p:cNvPr>
          <p:cNvPicPr>
            <a:picLocks noChangeAspect="1"/>
          </p:cNvPicPr>
          <p:nvPr/>
        </p:nvPicPr>
        <p:blipFill>
          <a:blip r:embed="rId2"/>
          <a:stretch>
            <a:fillRect/>
          </a:stretch>
        </p:blipFill>
        <p:spPr>
          <a:xfrm>
            <a:off x="0" y="1393372"/>
            <a:ext cx="12094029" cy="4441370"/>
          </a:xfrm>
          <a:prstGeom prst="rect">
            <a:avLst/>
          </a:prstGeom>
        </p:spPr>
      </p:pic>
    </p:spTree>
    <p:extLst>
      <p:ext uri="{BB962C8B-B14F-4D97-AF65-F5344CB8AC3E}">
        <p14:creationId xmlns:p14="http://schemas.microsoft.com/office/powerpoint/2010/main" val="3479779299"/>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4097</TotalTime>
  <Words>4384</Words>
  <Application>Microsoft Office PowerPoint</Application>
  <PresentationFormat>Widescreen</PresentationFormat>
  <Paragraphs>512</Paragraphs>
  <Slides>60</Slides>
  <Notes>3</Notes>
  <HiddenSlides>27</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Aptos</vt:lpstr>
      <vt:lpstr>Arial</vt:lpstr>
      <vt:lpstr>Cambria Math</vt:lpstr>
      <vt:lpstr>Century</vt:lpstr>
      <vt:lpstr>Inter</vt:lpstr>
      <vt:lpstr>Neue Haas Grotesk Text Pro</vt:lpstr>
      <vt:lpstr>Shanti</vt:lpstr>
      <vt:lpstr>Oasis</vt:lpstr>
      <vt:lpstr>PowerPoint Presentation</vt:lpstr>
      <vt:lpstr>PROJECT overview </vt:lpstr>
      <vt:lpstr>Our objective</vt:lpstr>
      <vt:lpstr>PowerPoint Presentation</vt:lpstr>
      <vt:lpstr>PowerPoint Presentation</vt:lpstr>
      <vt:lpstr>PowerPoint Presentation</vt:lpstr>
      <vt:lpstr>METHODOLOGY FRAMEWORK</vt:lpstr>
      <vt:lpstr>Determining Priority  Weights (AHP)</vt:lpstr>
      <vt:lpstr>PowerPoint Presentation</vt:lpstr>
      <vt:lpstr>The Lexicographic  Objective Function</vt:lpstr>
      <vt:lpstr>PowerPoint Presentation</vt:lpstr>
      <vt:lpstr>PowerPoint Presentation</vt:lpstr>
      <vt:lpstr>PowerPoint Presentation</vt:lpstr>
      <vt:lpstr>           Case Study implementation:                           XYZ Feed Company</vt:lpstr>
      <vt:lpstr>PowerPoint Presentation</vt:lpstr>
      <vt:lpstr>PowerPoint Presentation</vt:lpstr>
      <vt:lpstr>PowerPoint Presentation</vt:lpstr>
      <vt:lpstr>SATISFACTION LEVEL AND FEED METRICS</vt:lpstr>
      <vt:lpstr>COST AND PROCESS METRICS</vt:lpstr>
      <vt:lpstr>ERGONOMIC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REFERENCES</vt:lpstr>
      <vt:lpstr> Nomenclature</vt:lpstr>
      <vt:lpstr>Nomenclature  </vt:lpstr>
      <vt:lpstr>Nomenclature  </vt:lpstr>
      <vt:lpstr>Nomenclature  </vt:lpstr>
      <vt:lpstr>Mathematical Formulation </vt:lpstr>
      <vt:lpstr>           Variable Bounds  </vt:lpstr>
      <vt:lpstr> </vt:lpstr>
      <vt:lpstr>Priority Level 1: Nutritional Adequacy and Safety  </vt:lpstr>
      <vt:lpstr> </vt:lpstr>
      <vt:lpstr> </vt:lpstr>
      <vt:lpstr> </vt:lpstr>
      <vt:lpstr> </vt:lpstr>
      <vt:lpstr> </vt:lpstr>
      <vt:lpstr>AHP QUESTIONNAIRE</vt:lpstr>
      <vt:lpstr>AHP QUESTIONNAIRE</vt:lpstr>
      <vt:lpstr>AHP QUESTIONNAIRE</vt:lpstr>
      <vt:lpstr>AHP Priority Weight Calculation</vt:lpstr>
      <vt:lpstr>AHP Priority Weight Calculation</vt:lpstr>
      <vt:lpstr>AHP Priority Weight Calculation</vt:lpstr>
      <vt:lpstr>MINITAB ANALYSIS</vt:lpstr>
      <vt:lpstr>PowerPoint Presentation</vt:lpstr>
      <vt:lpstr>PowerPoint Presentation</vt:lpstr>
      <vt:lpstr>PowerPoint Presentation</vt:lpstr>
      <vt:lpstr>PowerPoint Presentation</vt:lpstr>
      <vt:lpstr>DYNAMIC PRICING (PRE STARTER &amp; STARTER)</vt:lpstr>
      <vt:lpstr>DYNAMIC PRICING ( STARTER &amp; FINISHER)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Ravikumar</dc:creator>
  <cp:lastModifiedBy>Rahul Ravikumar</cp:lastModifiedBy>
  <cp:revision>33</cp:revision>
  <dcterms:created xsi:type="dcterms:W3CDTF">2026-03-03T12:17:09Z</dcterms:created>
  <dcterms:modified xsi:type="dcterms:W3CDTF">2026-04-19T16:47:47Z</dcterms:modified>
</cp:coreProperties>
</file>